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514E99-ADC2-4306-AB8B-5BD645BD43E7}" type="datetimeFigureOut">
              <a:rPr lang="cs-CZ" smtClean="0"/>
              <a:t>24.03.2023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CC5221-D690-42C5-A91C-495A91D2498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62438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Učitel předem připraví kvízové otázky včetně správných odpovědí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C5221-D690-42C5-A91C-495A91D24987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3434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Kvíz je spuštěn, každý žák odpovídá na svém mobilním zařízení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C5221-D690-42C5-A91C-495A91D24987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99321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Po každém kole se zobrazí na tabuli průběžné skóre, stejně jako na telefonu žáka jeho získaný počet bodů.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C5221-D690-42C5-A91C-495A91D24987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16694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Na konci kvízu je zobrazeno pořadí žáků. Nejlepší z nich mohou být například odměněni + nebo malou jedničkou.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C5221-D690-42C5-A91C-495A91D24987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8801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4AF1AF-5FE9-4920-26E6-2CFAE15040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err="1"/>
              <a:t>Kahoot</a:t>
            </a:r>
            <a:r>
              <a:rPr lang="cs-CZ" dirty="0"/>
              <a:t>!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F5112D0-FA92-4A32-DFE2-21EAF77A88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Kamila Bulušková</a:t>
            </a:r>
          </a:p>
          <a:p>
            <a:r>
              <a:rPr lang="cs-CZ" dirty="0"/>
              <a:t>LMS systémy</a:t>
            </a:r>
          </a:p>
        </p:txBody>
      </p:sp>
    </p:spTree>
    <p:extLst>
      <p:ext uri="{BB962C8B-B14F-4D97-AF65-F5344CB8AC3E}">
        <p14:creationId xmlns:p14="http://schemas.microsoft.com/office/powerpoint/2010/main" val="1818008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E9A88C-7690-1608-9C5E-4C07823F1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>
            <a:normAutofit/>
          </a:bodyPr>
          <a:lstStyle/>
          <a:p>
            <a:r>
              <a:rPr lang="cs-CZ" dirty="0"/>
              <a:t>K čemu lze </a:t>
            </a:r>
            <a:r>
              <a:rPr lang="cs-CZ" dirty="0" err="1"/>
              <a:t>kahoot</a:t>
            </a:r>
            <a:r>
              <a:rPr lang="cs-CZ" dirty="0"/>
              <a:t> využít?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0EF4B7B-EC7E-74C9-EDBB-5ED5541B9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5984274" cy="3593591"/>
          </a:xfrm>
        </p:spPr>
        <p:txBody>
          <a:bodyPr>
            <a:normAutofit/>
          </a:bodyPr>
          <a:lstStyle/>
          <a:p>
            <a:r>
              <a:rPr lang="cs-CZ">
                <a:solidFill>
                  <a:schemeClr val="tx1"/>
                </a:solidFill>
              </a:rPr>
              <a:t>Interakce učitele se žákem za pomoci výpočetní techniky</a:t>
            </a:r>
          </a:p>
          <a:p>
            <a:r>
              <a:rPr lang="cs-CZ">
                <a:solidFill>
                  <a:schemeClr val="tx1"/>
                </a:solidFill>
              </a:rPr>
              <a:t>Každý ze žáků v dnešní době vlastní chytrý mobilní telefon, v případě využití aplikace Kahoot jej může uplatnit ve výuce</a:t>
            </a:r>
          </a:p>
          <a:p>
            <a:r>
              <a:rPr lang="cs-CZ">
                <a:solidFill>
                  <a:schemeClr val="tx1"/>
                </a:solidFill>
              </a:rPr>
              <a:t>Upevňování znalostí a opakování probrané látky pomocí interaktivních kvízů</a:t>
            </a:r>
          </a:p>
          <a:p>
            <a:r>
              <a:rPr lang="cs-CZ">
                <a:solidFill>
                  <a:schemeClr val="tx1"/>
                </a:solidFill>
              </a:rPr>
              <a:t>Soutěžení žáků mezi sebou (body za správnost a rychlost odpovědí)</a:t>
            </a:r>
          </a:p>
        </p:txBody>
      </p:sp>
      <p:pic>
        <p:nvPicPr>
          <p:cNvPr id="7" name="Graphic 6" descr="Smart Phone">
            <a:extLst>
              <a:ext uri="{FF2B5EF4-FFF2-40B4-BE49-F238E27FC236}">
                <a16:creationId xmlns:a16="http://schemas.microsoft.com/office/drawing/2014/main" id="{5F7DB5F0-D2A5-89D8-2EAA-659CCFFEC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7533" y="2286001"/>
            <a:ext cx="3619499" cy="361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275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A25E78-22C4-BAAC-4223-19EEFA168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4357499" cy="1320855"/>
          </a:xfrm>
        </p:spPr>
        <p:txBody>
          <a:bodyPr>
            <a:normAutofit/>
          </a:bodyPr>
          <a:lstStyle/>
          <a:p>
            <a:r>
              <a:rPr lang="cs-CZ" sz="4400"/>
              <a:t>Jak kahoot funguje?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EAFA5F0-0483-71A2-FBCD-16EA977AF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4363595" cy="359359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cs-CZ" sz="1600">
                <a:solidFill>
                  <a:schemeClr val="tx1"/>
                </a:solidFill>
              </a:rPr>
              <a:t>Lektor předem připraví kvízové otázky (pravda/lež či otázky s variantami odpovědí)</a:t>
            </a:r>
          </a:p>
          <a:p>
            <a:pPr>
              <a:lnSpc>
                <a:spcPct val="100000"/>
              </a:lnSpc>
            </a:pPr>
            <a:r>
              <a:rPr lang="cs-CZ" sz="1600">
                <a:solidFill>
                  <a:schemeClr val="tx1"/>
                </a:solidFill>
              </a:rPr>
              <a:t>Na začátku hry je vygenerován QR kód či PIN pro přístup žáků do kvízu</a:t>
            </a:r>
          </a:p>
          <a:p>
            <a:pPr>
              <a:lnSpc>
                <a:spcPct val="100000"/>
              </a:lnSpc>
            </a:pPr>
            <a:r>
              <a:rPr lang="cs-CZ" sz="1600">
                <a:solidFill>
                  <a:schemeClr val="tx1"/>
                </a:solidFill>
              </a:rPr>
              <a:t>Ve free verzi se ke hře může připojit 10 osob, v prémiových verzích více</a:t>
            </a:r>
          </a:p>
          <a:p>
            <a:pPr>
              <a:lnSpc>
                <a:spcPct val="100000"/>
              </a:lnSpc>
            </a:pPr>
            <a:r>
              <a:rPr lang="cs-CZ" sz="1600">
                <a:solidFill>
                  <a:schemeClr val="tx1"/>
                </a:solidFill>
              </a:rPr>
              <a:t>Kvíz je spuštěn, každý ze žáků pomocí svého mobilního telefonu odpovídá na otázky, které učitel promítá na plátno</a:t>
            </a:r>
          </a:p>
          <a:p>
            <a:pPr>
              <a:lnSpc>
                <a:spcPct val="100000"/>
              </a:lnSpc>
            </a:pPr>
            <a:r>
              <a:rPr lang="cs-CZ" sz="1600">
                <a:solidFill>
                  <a:schemeClr val="tx1"/>
                </a:solidFill>
              </a:rPr>
              <a:t>Vyhrává ten, kdo odpovídá správně a nejrychleji</a:t>
            </a:r>
          </a:p>
          <a:p>
            <a:pPr>
              <a:lnSpc>
                <a:spcPct val="100000"/>
              </a:lnSpc>
            </a:pPr>
            <a:r>
              <a:rPr lang="cs-CZ" sz="1600">
                <a:solidFill>
                  <a:schemeClr val="tx1"/>
                </a:solidFill>
              </a:rPr>
              <a:t>Po každé otázce se zobrazí průběžné pořadí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E8FF7E1-92BE-E01E-1ACF-91E399DAD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193" y="1850281"/>
            <a:ext cx="5176744" cy="318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338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B217C2AD-51B4-40CE-A71F-F5D3F846D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1BF92E-23CF-4BFE-9E1F-C359BACFA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D21332B-FE15-41A6-8919-8563A89EA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13C9C10-43E9-3951-E0AF-9D5975378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77" y="317942"/>
            <a:ext cx="10134198" cy="18579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6100" spc="800" dirty="0"/>
              <a:t>Jak to </a:t>
            </a:r>
            <a:r>
              <a:rPr lang="en-US" sz="6100" spc="800" dirty="0" err="1"/>
              <a:t>vypadá</a:t>
            </a:r>
            <a:r>
              <a:rPr lang="en-US" sz="6100" spc="800" dirty="0"/>
              <a:t> v </a:t>
            </a:r>
            <a:r>
              <a:rPr lang="en-US" sz="6100" spc="800" dirty="0" err="1"/>
              <a:t>praxi</a:t>
            </a:r>
            <a:r>
              <a:rPr lang="en-US" sz="6100" spc="800" dirty="0"/>
              <a:t>?</a:t>
            </a:r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439F6CA3-780D-4C3A-A889-C705E7E7D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EE502926-BB73-CF98-D4AB-A0FD4953A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185" y="1723863"/>
            <a:ext cx="9817989" cy="463899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335BA4-3C40-424B-A885-29B1007B8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31721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DD0AEE21-CF4B-4395-A100-EFB0EB995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8DBD9A-1B56-4D4B-856B-89CC682C6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079F42-5C7A-44DD-9E9F-A34795A48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9091" y="0"/>
            <a:ext cx="114729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09777E15-6D68-4808-AD20-82EA7377F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3285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CE79CAD8-9F7F-4756-BD12-8463CA4C6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923A21-5790-4667-B5C7-ADA793B4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4448" y="643466"/>
            <a:ext cx="9600802" cy="55710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162EDD75-0603-E351-D3D7-D95626C20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180" y="1592746"/>
            <a:ext cx="8957335" cy="3672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407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Freeform 6">
            <a:extLst>
              <a:ext uri="{FF2B5EF4-FFF2-40B4-BE49-F238E27FC236}">
                <a16:creationId xmlns:a16="http://schemas.microsoft.com/office/drawing/2014/main" id="{9FBC1FA0-1C3A-4F90-B7AE-0DD17DE71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B0FF02D1-83B9-404A-94F8-41B0747E1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BB37D614-467C-42C5-9FFB-1C1494110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919FBD83-3265-4FB4-9940-5AF7FA9BE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4499015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opis není dostupný.">
            <a:extLst>
              <a:ext uri="{FF2B5EF4-FFF2-40B4-BE49-F238E27FC236}">
                <a16:creationId xmlns:a16="http://schemas.microsoft.com/office/drawing/2014/main" id="{67688121-4914-7A2C-DB6A-038C82D19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10711" y="796343"/>
            <a:ext cx="2435208" cy="526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Rectangle 1038">
            <a:extLst>
              <a:ext uri="{FF2B5EF4-FFF2-40B4-BE49-F238E27FC236}">
                <a16:creationId xmlns:a16="http://schemas.microsoft.com/office/drawing/2014/main" id="{F33744F8-0E2E-48A1-AA47-43A0B7364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3694" y="477799"/>
            <a:ext cx="6421293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604BB97-F4D1-B573-086C-E165AAC17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3901" y="2863252"/>
            <a:ext cx="5779353" cy="112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922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Freeform 6">
            <a:extLst>
              <a:ext uri="{FF2B5EF4-FFF2-40B4-BE49-F238E27FC236}">
                <a16:creationId xmlns:a16="http://schemas.microsoft.com/office/drawing/2014/main" id="{13B69D06-4090-4D0B-96BD-510952773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D405EE01-D2A1-4DA0-B509-02DF58A10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ACF12C87-4BE3-48BD-AB28-044591C9A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Popis není dostupný.">
            <a:extLst>
              <a:ext uri="{FF2B5EF4-FFF2-40B4-BE49-F238E27FC236}">
                <a16:creationId xmlns:a16="http://schemas.microsoft.com/office/drawing/2014/main" id="{3A80DF92-2B0E-EDFD-4B5A-2D052BF0DB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9" r="-1" b="31479"/>
          <a:stretch/>
        </p:blipFill>
        <p:spPr bwMode="auto">
          <a:xfrm>
            <a:off x="643467" y="643467"/>
            <a:ext cx="4010829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58962A64-E4C3-8B59-DDC5-52FABA3131B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29" r="5286" b="-2"/>
          <a:stretch/>
        </p:blipFill>
        <p:spPr>
          <a:xfrm>
            <a:off x="4978611" y="643467"/>
            <a:ext cx="656475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87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DE1A4C-BB61-D3EF-1260-74F4A89CE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4357499" cy="1320855"/>
          </a:xfrm>
        </p:spPr>
        <p:txBody>
          <a:bodyPr>
            <a:normAutofit/>
          </a:bodyPr>
          <a:lstStyle/>
          <a:p>
            <a:r>
              <a:rPr lang="cs-CZ" sz="4400"/>
              <a:t>závěr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DD421EE-ACBC-9FA9-BC86-EA8A0A189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4363595" cy="3593591"/>
          </a:xfrm>
        </p:spPr>
        <p:txBody>
          <a:bodyPr>
            <a:normAutofit/>
          </a:bodyPr>
          <a:lstStyle/>
          <a:p>
            <a:r>
              <a:rPr lang="cs-CZ" dirty="0"/>
              <a:t>Zkoušela jsem </a:t>
            </a:r>
            <a:r>
              <a:rPr lang="cs-CZ" dirty="0" err="1"/>
              <a:t>Kahoot</a:t>
            </a:r>
            <a:r>
              <a:rPr lang="cs-CZ" dirty="0"/>
              <a:t> ve třídě při pedagogické praxi</a:t>
            </a:r>
          </a:p>
          <a:p>
            <a:r>
              <a:rPr lang="cs-CZ" dirty="0"/>
              <a:t>Děti opakování tímto způsobem bavilo a získala jsem pozitivní zpětnou vazbu i od cvičného učitele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50ABCFF-FE5D-140C-627C-5BAF97B46E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31" r="3" b="3"/>
          <a:stretch/>
        </p:blipFill>
        <p:spPr>
          <a:xfrm>
            <a:off x="6096000" y="580713"/>
            <a:ext cx="5414304" cy="5407737"/>
          </a:xfrm>
          <a:custGeom>
            <a:avLst/>
            <a:gdLst/>
            <a:ahLst/>
            <a:cxnLst/>
            <a:rect l="l" t="t" r="r" b="b"/>
            <a:pathLst>
              <a:path w="3860171" h="3855489">
                <a:moveTo>
                  <a:pt x="1930086" y="0"/>
                </a:moveTo>
                <a:lnTo>
                  <a:pt x="1967540" y="3511"/>
                </a:lnTo>
                <a:lnTo>
                  <a:pt x="2003824" y="12875"/>
                </a:lnTo>
                <a:lnTo>
                  <a:pt x="2038938" y="26920"/>
                </a:lnTo>
                <a:lnTo>
                  <a:pt x="2075222" y="44477"/>
                </a:lnTo>
                <a:lnTo>
                  <a:pt x="2109166" y="64375"/>
                </a:lnTo>
                <a:lnTo>
                  <a:pt x="2144279" y="85443"/>
                </a:lnTo>
                <a:lnTo>
                  <a:pt x="2179393" y="104171"/>
                </a:lnTo>
                <a:lnTo>
                  <a:pt x="2214507" y="122898"/>
                </a:lnTo>
                <a:lnTo>
                  <a:pt x="2248450" y="136943"/>
                </a:lnTo>
                <a:lnTo>
                  <a:pt x="2285905" y="146307"/>
                </a:lnTo>
                <a:lnTo>
                  <a:pt x="2322189" y="150989"/>
                </a:lnTo>
                <a:lnTo>
                  <a:pt x="2360814" y="150989"/>
                </a:lnTo>
                <a:lnTo>
                  <a:pt x="2400610" y="148648"/>
                </a:lnTo>
                <a:lnTo>
                  <a:pt x="2440405" y="143966"/>
                </a:lnTo>
                <a:lnTo>
                  <a:pt x="2480201" y="138114"/>
                </a:lnTo>
                <a:lnTo>
                  <a:pt x="2519996" y="133432"/>
                </a:lnTo>
                <a:lnTo>
                  <a:pt x="2559792" y="129921"/>
                </a:lnTo>
                <a:lnTo>
                  <a:pt x="2597247" y="131091"/>
                </a:lnTo>
                <a:lnTo>
                  <a:pt x="2633531" y="135773"/>
                </a:lnTo>
                <a:lnTo>
                  <a:pt x="2668644" y="146307"/>
                </a:lnTo>
                <a:lnTo>
                  <a:pt x="2697906" y="161523"/>
                </a:lnTo>
                <a:lnTo>
                  <a:pt x="2725997" y="181421"/>
                </a:lnTo>
                <a:lnTo>
                  <a:pt x="2750577" y="204830"/>
                </a:lnTo>
                <a:lnTo>
                  <a:pt x="2775156" y="231750"/>
                </a:lnTo>
                <a:lnTo>
                  <a:pt x="2797395" y="259841"/>
                </a:lnTo>
                <a:lnTo>
                  <a:pt x="2819634" y="289103"/>
                </a:lnTo>
                <a:lnTo>
                  <a:pt x="2841872" y="318364"/>
                </a:lnTo>
                <a:lnTo>
                  <a:pt x="2864111" y="346455"/>
                </a:lnTo>
                <a:lnTo>
                  <a:pt x="2887520" y="373376"/>
                </a:lnTo>
                <a:lnTo>
                  <a:pt x="2914441" y="396785"/>
                </a:lnTo>
                <a:lnTo>
                  <a:pt x="2940191" y="417853"/>
                </a:lnTo>
                <a:lnTo>
                  <a:pt x="2969452" y="434240"/>
                </a:lnTo>
                <a:lnTo>
                  <a:pt x="3001055" y="448285"/>
                </a:lnTo>
                <a:lnTo>
                  <a:pt x="3034998" y="459990"/>
                </a:lnTo>
                <a:lnTo>
                  <a:pt x="3070112" y="470524"/>
                </a:lnTo>
                <a:lnTo>
                  <a:pt x="3105226" y="479888"/>
                </a:lnTo>
                <a:lnTo>
                  <a:pt x="3141510" y="489251"/>
                </a:lnTo>
                <a:lnTo>
                  <a:pt x="3175453" y="499785"/>
                </a:lnTo>
                <a:lnTo>
                  <a:pt x="3209396" y="511490"/>
                </a:lnTo>
                <a:lnTo>
                  <a:pt x="3240999" y="525535"/>
                </a:lnTo>
                <a:lnTo>
                  <a:pt x="3269090" y="543092"/>
                </a:lnTo>
                <a:lnTo>
                  <a:pt x="3294840" y="564161"/>
                </a:lnTo>
                <a:lnTo>
                  <a:pt x="3315908" y="589911"/>
                </a:lnTo>
                <a:lnTo>
                  <a:pt x="3333465" y="618002"/>
                </a:lnTo>
                <a:lnTo>
                  <a:pt x="3347510" y="649604"/>
                </a:lnTo>
                <a:lnTo>
                  <a:pt x="3359215" y="683547"/>
                </a:lnTo>
                <a:lnTo>
                  <a:pt x="3369749" y="717491"/>
                </a:lnTo>
                <a:lnTo>
                  <a:pt x="3379113" y="753775"/>
                </a:lnTo>
                <a:lnTo>
                  <a:pt x="3388476" y="788889"/>
                </a:lnTo>
                <a:lnTo>
                  <a:pt x="3399010" y="824002"/>
                </a:lnTo>
                <a:lnTo>
                  <a:pt x="3410715" y="857946"/>
                </a:lnTo>
                <a:lnTo>
                  <a:pt x="3424760" y="889548"/>
                </a:lnTo>
                <a:lnTo>
                  <a:pt x="3441147" y="918809"/>
                </a:lnTo>
                <a:lnTo>
                  <a:pt x="3462215" y="944560"/>
                </a:lnTo>
                <a:lnTo>
                  <a:pt x="3485624" y="971480"/>
                </a:lnTo>
                <a:lnTo>
                  <a:pt x="3512545" y="994889"/>
                </a:lnTo>
                <a:lnTo>
                  <a:pt x="3540636" y="1017128"/>
                </a:lnTo>
                <a:lnTo>
                  <a:pt x="3571068" y="1039367"/>
                </a:lnTo>
                <a:lnTo>
                  <a:pt x="3600329" y="1061605"/>
                </a:lnTo>
                <a:lnTo>
                  <a:pt x="3628420" y="1083844"/>
                </a:lnTo>
                <a:lnTo>
                  <a:pt x="3655341" y="1108424"/>
                </a:lnTo>
                <a:lnTo>
                  <a:pt x="3678750" y="1133003"/>
                </a:lnTo>
                <a:lnTo>
                  <a:pt x="3698648" y="1161094"/>
                </a:lnTo>
                <a:lnTo>
                  <a:pt x="3713864" y="1190356"/>
                </a:lnTo>
                <a:lnTo>
                  <a:pt x="3724398" y="1225469"/>
                </a:lnTo>
                <a:lnTo>
                  <a:pt x="3729080" y="1261754"/>
                </a:lnTo>
                <a:lnTo>
                  <a:pt x="3730250" y="1299208"/>
                </a:lnTo>
                <a:lnTo>
                  <a:pt x="3726739" y="1339004"/>
                </a:lnTo>
                <a:lnTo>
                  <a:pt x="3722057" y="1378799"/>
                </a:lnTo>
                <a:lnTo>
                  <a:pt x="3716205" y="1418595"/>
                </a:lnTo>
                <a:lnTo>
                  <a:pt x="3711523" y="1458391"/>
                </a:lnTo>
                <a:lnTo>
                  <a:pt x="3709182" y="1498186"/>
                </a:lnTo>
                <a:lnTo>
                  <a:pt x="3709182" y="1536811"/>
                </a:lnTo>
                <a:lnTo>
                  <a:pt x="3713864" y="1573096"/>
                </a:lnTo>
                <a:lnTo>
                  <a:pt x="3723228" y="1609380"/>
                </a:lnTo>
                <a:lnTo>
                  <a:pt x="3737273" y="1643323"/>
                </a:lnTo>
                <a:lnTo>
                  <a:pt x="3756000" y="1678437"/>
                </a:lnTo>
                <a:lnTo>
                  <a:pt x="3774728" y="1713550"/>
                </a:lnTo>
                <a:lnTo>
                  <a:pt x="3795796" y="1748664"/>
                </a:lnTo>
                <a:lnTo>
                  <a:pt x="3815694" y="1782608"/>
                </a:lnTo>
                <a:lnTo>
                  <a:pt x="3833250" y="1818892"/>
                </a:lnTo>
                <a:lnTo>
                  <a:pt x="3847296" y="1854005"/>
                </a:lnTo>
                <a:lnTo>
                  <a:pt x="3856660" y="1890290"/>
                </a:lnTo>
                <a:lnTo>
                  <a:pt x="3860171" y="1927744"/>
                </a:lnTo>
                <a:lnTo>
                  <a:pt x="3856660" y="1965199"/>
                </a:lnTo>
                <a:lnTo>
                  <a:pt x="3847296" y="2001483"/>
                </a:lnTo>
                <a:lnTo>
                  <a:pt x="3833250" y="2036597"/>
                </a:lnTo>
                <a:lnTo>
                  <a:pt x="3815694" y="2072881"/>
                </a:lnTo>
                <a:lnTo>
                  <a:pt x="3795796" y="2106824"/>
                </a:lnTo>
                <a:lnTo>
                  <a:pt x="3774728" y="2141938"/>
                </a:lnTo>
                <a:lnTo>
                  <a:pt x="3756000" y="2177052"/>
                </a:lnTo>
                <a:lnTo>
                  <a:pt x="3737273" y="2212166"/>
                </a:lnTo>
                <a:lnTo>
                  <a:pt x="3723228" y="2246109"/>
                </a:lnTo>
                <a:lnTo>
                  <a:pt x="3713864" y="2282393"/>
                </a:lnTo>
                <a:lnTo>
                  <a:pt x="3709182" y="2318677"/>
                </a:lnTo>
                <a:lnTo>
                  <a:pt x="3709182" y="2357302"/>
                </a:lnTo>
                <a:lnTo>
                  <a:pt x="3711523" y="2397098"/>
                </a:lnTo>
                <a:lnTo>
                  <a:pt x="3716205" y="2436894"/>
                </a:lnTo>
                <a:lnTo>
                  <a:pt x="3722057" y="2476689"/>
                </a:lnTo>
                <a:lnTo>
                  <a:pt x="3726739" y="2516485"/>
                </a:lnTo>
                <a:lnTo>
                  <a:pt x="3730250" y="2556280"/>
                </a:lnTo>
                <a:lnTo>
                  <a:pt x="3729080" y="2593735"/>
                </a:lnTo>
                <a:lnTo>
                  <a:pt x="3724398" y="2630019"/>
                </a:lnTo>
                <a:lnTo>
                  <a:pt x="3713864" y="2665133"/>
                </a:lnTo>
                <a:lnTo>
                  <a:pt x="3698648" y="2694394"/>
                </a:lnTo>
                <a:lnTo>
                  <a:pt x="3678750" y="2722485"/>
                </a:lnTo>
                <a:lnTo>
                  <a:pt x="3655341" y="2747065"/>
                </a:lnTo>
                <a:lnTo>
                  <a:pt x="3628420" y="2771645"/>
                </a:lnTo>
                <a:lnTo>
                  <a:pt x="3600329" y="2793883"/>
                </a:lnTo>
                <a:lnTo>
                  <a:pt x="3571068" y="2816122"/>
                </a:lnTo>
                <a:lnTo>
                  <a:pt x="3540636" y="2838361"/>
                </a:lnTo>
                <a:lnTo>
                  <a:pt x="3512545" y="2860599"/>
                </a:lnTo>
                <a:lnTo>
                  <a:pt x="3485624" y="2884009"/>
                </a:lnTo>
                <a:lnTo>
                  <a:pt x="3462215" y="2910929"/>
                </a:lnTo>
                <a:lnTo>
                  <a:pt x="3441147" y="2936679"/>
                </a:lnTo>
                <a:lnTo>
                  <a:pt x="3424760" y="2965941"/>
                </a:lnTo>
                <a:lnTo>
                  <a:pt x="3410715" y="2997543"/>
                </a:lnTo>
                <a:lnTo>
                  <a:pt x="3399010" y="3031486"/>
                </a:lnTo>
                <a:lnTo>
                  <a:pt x="3388476" y="3066600"/>
                </a:lnTo>
                <a:lnTo>
                  <a:pt x="3379113" y="3101714"/>
                </a:lnTo>
                <a:lnTo>
                  <a:pt x="3369749" y="3137998"/>
                </a:lnTo>
                <a:lnTo>
                  <a:pt x="3359215" y="3171941"/>
                </a:lnTo>
                <a:lnTo>
                  <a:pt x="3347510" y="3205885"/>
                </a:lnTo>
                <a:lnTo>
                  <a:pt x="3333465" y="3237487"/>
                </a:lnTo>
                <a:lnTo>
                  <a:pt x="3315908" y="3265578"/>
                </a:lnTo>
                <a:lnTo>
                  <a:pt x="3294840" y="3291328"/>
                </a:lnTo>
                <a:lnTo>
                  <a:pt x="3269090" y="3312396"/>
                </a:lnTo>
                <a:lnTo>
                  <a:pt x="3240999" y="3329953"/>
                </a:lnTo>
                <a:lnTo>
                  <a:pt x="3209396" y="3343999"/>
                </a:lnTo>
                <a:lnTo>
                  <a:pt x="3175453" y="3355703"/>
                </a:lnTo>
                <a:lnTo>
                  <a:pt x="3141510" y="3366237"/>
                </a:lnTo>
                <a:lnTo>
                  <a:pt x="3105226" y="3375601"/>
                </a:lnTo>
                <a:lnTo>
                  <a:pt x="3070112" y="3384965"/>
                </a:lnTo>
                <a:lnTo>
                  <a:pt x="3034998" y="3395499"/>
                </a:lnTo>
                <a:lnTo>
                  <a:pt x="3001055" y="3407203"/>
                </a:lnTo>
                <a:lnTo>
                  <a:pt x="2969452" y="3421249"/>
                </a:lnTo>
                <a:lnTo>
                  <a:pt x="2940191" y="3437635"/>
                </a:lnTo>
                <a:lnTo>
                  <a:pt x="2914441" y="3458704"/>
                </a:lnTo>
                <a:lnTo>
                  <a:pt x="2887520" y="3482113"/>
                </a:lnTo>
                <a:lnTo>
                  <a:pt x="2864111" y="3509033"/>
                </a:lnTo>
                <a:lnTo>
                  <a:pt x="2841872" y="3537124"/>
                </a:lnTo>
                <a:lnTo>
                  <a:pt x="2819634" y="3566386"/>
                </a:lnTo>
                <a:lnTo>
                  <a:pt x="2797395" y="3595647"/>
                </a:lnTo>
                <a:lnTo>
                  <a:pt x="2775156" y="3623738"/>
                </a:lnTo>
                <a:lnTo>
                  <a:pt x="2750577" y="3650659"/>
                </a:lnTo>
                <a:lnTo>
                  <a:pt x="2725997" y="3674068"/>
                </a:lnTo>
                <a:lnTo>
                  <a:pt x="2697906" y="3693966"/>
                </a:lnTo>
                <a:lnTo>
                  <a:pt x="2668644" y="3709182"/>
                </a:lnTo>
                <a:lnTo>
                  <a:pt x="2633531" y="3719716"/>
                </a:lnTo>
                <a:lnTo>
                  <a:pt x="2597247" y="3724398"/>
                </a:lnTo>
                <a:lnTo>
                  <a:pt x="2559792" y="3725568"/>
                </a:lnTo>
                <a:lnTo>
                  <a:pt x="2519996" y="3722057"/>
                </a:lnTo>
                <a:lnTo>
                  <a:pt x="2480201" y="3717375"/>
                </a:lnTo>
                <a:lnTo>
                  <a:pt x="2440405" y="3711523"/>
                </a:lnTo>
                <a:lnTo>
                  <a:pt x="2400610" y="3706841"/>
                </a:lnTo>
                <a:lnTo>
                  <a:pt x="2360814" y="3704500"/>
                </a:lnTo>
                <a:lnTo>
                  <a:pt x="2322189" y="3704500"/>
                </a:lnTo>
                <a:lnTo>
                  <a:pt x="2285905" y="3709182"/>
                </a:lnTo>
                <a:lnTo>
                  <a:pt x="2248450" y="3718545"/>
                </a:lnTo>
                <a:lnTo>
                  <a:pt x="2214507" y="3732591"/>
                </a:lnTo>
                <a:lnTo>
                  <a:pt x="2179393" y="3751318"/>
                </a:lnTo>
                <a:lnTo>
                  <a:pt x="2144279" y="3770045"/>
                </a:lnTo>
                <a:lnTo>
                  <a:pt x="2109166" y="3791114"/>
                </a:lnTo>
                <a:lnTo>
                  <a:pt x="2075222" y="3811011"/>
                </a:lnTo>
                <a:lnTo>
                  <a:pt x="2038938" y="3828568"/>
                </a:lnTo>
                <a:lnTo>
                  <a:pt x="2003824" y="3842614"/>
                </a:lnTo>
                <a:lnTo>
                  <a:pt x="1967540" y="3851978"/>
                </a:lnTo>
                <a:lnTo>
                  <a:pt x="1930086" y="3855489"/>
                </a:lnTo>
                <a:lnTo>
                  <a:pt x="1892631" y="3851978"/>
                </a:lnTo>
                <a:lnTo>
                  <a:pt x="1856347" y="3842614"/>
                </a:lnTo>
                <a:lnTo>
                  <a:pt x="1821233" y="3828568"/>
                </a:lnTo>
                <a:lnTo>
                  <a:pt x="1784949" y="3811011"/>
                </a:lnTo>
                <a:lnTo>
                  <a:pt x="1751005" y="3791114"/>
                </a:lnTo>
                <a:lnTo>
                  <a:pt x="1715892" y="3770045"/>
                </a:lnTo>
                <a:lnTo>
                  <a:pt x="1680778" y="3751318"/>
                </a:lnTo>
                <a:lnTo>
                  <a:pt x="1645664" y="3732591"/>
                </a:lnTo>
                <a:lnTo>
                  <a:pt x="1610550" y="3718545"/>
                </a:lnTo>
                <a:lnTo>
                  <a:pt x="1574266" y="3709182"/>
                </a:lnTo>
                <a:lnTo>
                  <a:pt x="1537982" y="3704500"/>
                </a:lnTo>
                <a:lnTo>
                  <a:pt x="1499357" y="3704500"/>
                </a:lnTo>
                <a:lnTo>
                  <a:pt x="1459561" y="3706841"/>
                </a:lnTo>
                <a:lnTo>
                  <a:pt x="1419766" y="3711523"/>
                </a:lnTo>
                <a:lnTo>
                  <a:pt x="1379970" y="3717375"/>
                </a:lnTo>
                <a:lnTo>
                  <a:pt x="1340175" y="3722057"/>
                </a:lnTo>
                <a:lnTo>
                  <a:pt x="1300379" y="3725568"/>
                </a:lnTo>
                <a:lnTo>
                  <a:pt x="1262924" y="3724398"/>
                </a:lnTo>
                <a:lnTo>
                  <a:pt x="1226640" y="3719716"/>
                </a:lnTo>
                <a:lnTo>
                  <a:pt x="1191526" y="3709182"/>
                </a:lnTo>
                <a:lnTo>
                  <a:pt x="1162265" y="3693966"/>
                </a:lnTo>
                <a:lnTo>
                  <a:pt x="1134174" y="3674068"/>
                </a:lnTo>
                <a:lnTo>
                  <a:pt x="1109594" y="3650659"/>
                </a:lnTo>
                <a:lnTo>
                  <a:pt x="1085015" y="3623738"/>
                </a:lnTo>
                <a:lnTo>
                  <a:pt x="1062776" y="3595647"/>
                </a:lnTo>
                <a:lnTo>
                  <a:pt x="1040537" y="3566386"/>
                </a:lnTo>
                <a:lnTo>
                  <a:pt x="1018299" y="3537124"/>
                </a:lnTo>
                <a:lnTo>
                  <a:pt x="996060" y="3509033"/>
                </a:lnTo>
                <a:lnTo>
                  <a:pt x="972651" y="3482113"/>
                </a:lnTo>
                <a:lnTo>
                  <a:pt x="945730" y="3458704"/>
                </a:lnTo>
                <a:lnTo>
                  <a:pt x="919980" y="3437635"/>
                </a:lnTo>
                <a:lnTo>
                  <a:pt x="890719" y="3421249"/>
                </a:lnTo>
                <a:lnTo>
                  <a:pt x="859116" y="3407203"/>
                </a:lnTo>
                <a:lnTo>
                  <a:pt x="825173" y="3395499"/>
                </a:lnTo>
                <a:lnTo>
                  <a:pt x="790059" y="3384965"/>
                </a:lnTo>
                <a:lnTo>
                  <a:pt x="754946" y="3375601"/>
                </a:lnTo>
                <a:lnTo>
                  <a:pt x="718662" y="3366237"/>
                </a:lnTo>
                <a:lnTo>
                  <a:pt x="684718" y="3355703"/>
                </a:lnTo>
                <a:lnTo>
                  <a:pt x="650775" y="3343999"/>
                </a:lnTo>
                <a:lnTo>
                  <a:pt x="619173" y="3329953"/>
                </a:lnTo>
                <a:lnTo>
                  <a:pt x="591082" y="3312396"/>
                </a:lnTo>
                <a:lnTo>
                  <a:pt x="565332" y="3291328"/>
                </a:lnTo>
                <a:lnTo>
                  <a:pt x="544263" y="3265578"/>
                </a:lnTo>
                <a:lnTo>
                  <a:pt x="526706" y="3237487"/>
                </a:lnTo>
                <a:lnTo>
                  <a:pt x="512661" y="3205885"/>
                </a:lnTo>
                <a:lnTo>
                  <a:pt x="500956" y="3171941"/>
                </a:lnTo>
                <a:lnTo>
                  <a:pt x="490422" y="3137998"/>
                </a:lnTo>
                <a:lnTo>
                  <a:pt x="481059" y="3101714"/>
                </a:lnTo>
                <a:lnTo>
                  <a:pt x="471695" y="3066600"/>
                </a:lnTo>
                <a:lnTo>
                  <a:pt x="461161" y="3031486"/>
                </a:lnTo>
                <a:lnTo>
                  <a:pt x="449456" y="2997543"/>
                </a:lnTo>
                <a:lnTo>
                  <a:pt x="435411" y="2965941"/>
                </a:lnTo>
                <a:lnTo>
                  <a:pt x="419024" y="2936679"/>
                </a:lnTo>
                <a:lnTo>
                  <a:pt x="397956" y="2910929"/>
                </a:lnTo>
                <a:lnTo>
                  <a:pt x="374547" y="2884009"/>
                </a:lnTo>
                <a:lnTo>
                  <a:pt x="347626" y="2860599"/>
                </a:lnTo>
                <a:lnTo>
                  <a:pt x="318365" y="2838361"/>
                </a:lnTo>
                <a:lnTo>
                  <a:pt x="289103" y="2816122"/>
                </a:lnTo>
                <a:lnTo>
                  <a:pt x="259842" y="2793883"/>
                </a:lnTo>
                <a:lnTo>
                  <a:pt x="231751" y="2771645"/>
                </a:lnTo>
                <a:lnTo>
                  <a:pt x="204830" y="2747065"/>
                </a:lnTo>
                <a:lnTo>
                  <a:pt x="181421" y="2722485"/>
                </a:lnTo>
                <a:lnTo>
                  <a:pt x="161523" y="2694394"/>
                </a:lnTo>
                <a:lnTo>
                  <a:pt x="146308" y="2665133"/>
                </a:lnTo>
                <a:lnTo>
                  <a:pt x="135773" y="2630019"/>
                </a:lnTo>
                <a:lnTo>
                  <a:pt x="131092" y="2593735"/>
                </a:lnTo>
                <a:lnTo>
                  <a:pt x="129921" y="2556280"/>
                </a:lnTo>
                <a:lnTo>
                  <a:pt x="133432" y="2516485"/>
                </a:lnTo>
                <a:lnTo>
                  <a:pt x="138114" y="2476689"/>
                </a:lnTo>
                <a:lnTo>
                  <a:pt x="143967" y="2436894"/>
                </a:lnTo>
                <a:lnTo>
                  <a:pt x="148648" y="2397098"/>
                </a:lnTo>
                <a:lnTo>
                  <a:pt x="150989" y="2357302"/>
                </a:lnTo>
                <a:lnTo>
                  <a:pt x="150989" y="2318677"/>
                </a:lnTo>
                <a:lnTo>
                  <a:pt x="146308" y="2282393"/>
                </a:lnTo>
                <a:lnTo>
                  <a:pt x="136944" y="2246109"/>
                </a:lnTo>
                <a:lnTo>
                  <a:pt x="122898" y="2212166"/>
                </a:lnTo>
                <a:lnTo>
                  <a:pt x="105341" y="2177052"/>
                </a:lnTo>
                <a:lnTo>
                  <a:pt x="85444" y="2141938"/>
                </a:lnTo>
                <a:lnTo>
                  <a:pt x="64375" y="2106824"/>
                </a:lnTo>
                <a:lnTo>
                  <a:pt x="44478" y="2072881"/>
                </a:lnTo>
                <a:lnTo>
                  <a:pt x="26921" y="2036597"/>
                </a:lnTo>
                <a:lnTo>
                  <a:pt x="12875" y="2001483"/>
                </a:lnTo>
                <a:lnTo>
                  <a:pt x="3512" y="1965199"/>
                </a:lnTo>
                <a:lnTo>
                  <a:pt x="0" y="1927744"/>
                </a:lnTo>
                <a:lnTo>
                  <a:pt x="3512" y="1890290"/>
                </a:lnTo>
                <a:lnTo>
                  <a:pt x="12875" y="1854005"/>
                </a:lnTo>
                <a:lnTo>
                  <a:pt x="26921" y="1818892"/>
                </a:lnTo>
                <a:lnTo>
                  <a:pt x="44478" y="1782608"/>
                </a:lnTo>
                <a:lnTo>
                  <a:pt x="64375" y="1748664"/>
                </a:lnTo>
                <a:lnTo>
                  <a:pt x="85444" y="1713550"/>
                </a:lnTo>
                <a:lnTo>
                  <a:pt x="105341" y="1678437"/>
                </a:lnTo>
                <a:lnTo>
                  <a:pt x="122898" y="1643323"/>
                </a:lnTo>
                <a:lnTo>
                  <a:pt x="136944" y="1609380"/>
                </a:lnTo>
                <a:lnTo>
                  <a:pt x="146308" y="1573096"/>
                </a:lnTo>
                <a:lnTo>
                  <a:pt x="150989" y="1536811"/>
                </a:lnTo>
                <a:lnTo>
                  <a:pt x="150989" y="1498186"/>
                </a:lnTo>
                <a:lnTo>
                  <a:pt x="148648" y="1458391"/>
                </a:lnTo>
                <a:lnTo>
                  <a:pt x="143967" y="1418595"/>
                </a:lnTo>
                <a:lnTo>
                  <a:pt x="138114" y="1378799"/>
                </a:lnTo>
                <a:lnTo>
                  <a:pt x="133432" y="1339004"/>
                </a:lnTo>
                <a:lnTo>
                  <a:pt x="129921" y="1299208"/>
                </a:lnTo>
                <a:lnTo>
                  <a:pt x="131092" y="1261754"/>
                </a:lnTo>
                <a:lnTo>
                  <a:pt x="135773" y="1225469"/>
                </a:lnTo>
                <a:lnTo>
                  <a:pt x="146308" y="1190356"/>
                </a:lnTo>
                <a:lnTo>
                  <a:pt x="161523" y="1161094"/>
                </a:lnTo>
                <a:lnTo>
                  <a:pt x="181421" y="1133003"/>
                </a:lnTo>
                <a:lnTo>
                  <a:pt x="204830" y="1108424"/>
                </a:lnTo>
                <a:lnTo>
                  <a:pt x="231751" y="1083844"/>
                </a:lnTo>
                <a:lnTo>
                  <a:pt x="259842" y="1061605"/>
                </a:lnTo>
                <a:lnTo>
                  <a:pt x="289103" y="1039367"/>
                </a:lnTo>
                <a:lnTo>
                  <a:pt x="318365" y="1017128"/>
                </a:lnTo>
                <a:lnTo>
                  <a:pt x="347626" y="994889"/>
                </a:lnTo>
                <a:lnTo>
                  <a:pt x="374547" y="971480"/>
                </a:lnTo>
                <a:lnTo>
                  <a:pt x="397956" y="944560"/>
                </a:lnTo>
                <a:lnTo>
                  <a:pt x="419024" y="918809"/>
                </a:lnTo>
                <a:lnTo>
                  <a:pt x="435411" y="889548"/>
                </a:lnTo>
                <a:lnTo>
                  <a:pt x="449456" y="857946"/>
                </a:lnTo>
                <a:lnTo>
                  <a:pt x="461161" y="824002"/>
                </a:lnTo>
                <a:lnTo>
                  <a:pt x="471695" y="788889"/>
                </a:lnTo>
                <a:lnTo>
                  <a:pt x="481059" y="753775"/>
                </a:lnTo>
                <a:lnTo>
                  <a:pt x="490422" y="717491"/>
                </a:lnTo>
                <a:lnTo>
                  <a:pt x="500956" y="683547"/>
                </a:lnTo>
                <a:lnTo>
                  <a:pt x="512661" y="649604"/>
                </a:lnTo>
                <a:lnTo>
                  <a:pt x="526706" y="618002"/>
                </a:lnTo>
                <a:lnTo>
                  <a:pt x="544263" y="589911"/>
                </a:lnTo>
                <a:lnTo>
                  <a:pt x="565332" y="564161"/>
                </a:lnTo>
                <a:lnTo>
                  <a:pt x="591082" y="543092"/>
                </a:lnTo>
                <a:lnTo>
                  <a:pt x="619173" y="525535"/>
                </a:lnTo>
                <a:lnTo>
                  <a:pt x="650775" y="511490"/>
                </a:lnTo>
                <a:lnTo>
                  <a:pt x="684718" y="499785"/>
                </a:lnTo>
                <a:lnTo>
                  <a:pt x="718662" y="489251"/>
                </a:lnTo>
                <a:lnTo>
                  <a:pt x="754946" y="479888"/>
                </a:lnTo>
                <a:lnTo>
                  <a:pt x="790059" y="470524"/>
                </a:lnTo>
                <a:lnTo>
                  <a:pt x="825173" y="459990"/>
                </a:lnTo>
                <a:lnTo>
                  <a:pt x="859116" y="448285"/>
                </a:lnTo>
                <a:lnTo>
                  <a:pt x="890719" y="434240"/>
                </a:lnTo>
                <a:lnTo>
                  <a:pt x="919980" y="417853"/>
                </a:lnTo>
                <a:lnTo>
                  <a:pt x="945730" y="396785"/>
                </a:lnTo>
                <a:lnTo>
                  <a:pt x="972651" y="373376"/>
                </a:lnTo>
                <a:lnTo>
                  <a:pt x="996060" y="346455"/>
                </a:lnTo>
                <a:lnTo>
                  <a:pt x="1018299" y="318364"/>
                </a:lnTo>
                <a:lnTo>
                  <a:pt x="1040537" y="289103"/>
                </a:lnTo>
                <a:lnTo>
                  <a:pt x="1062776" y="259841"/>
                </a:lnTo>
                <a:lnTo>
                  <a:pt x="1085015" y="231750"/>
                </a:lnTo>
                <a:lnTo>
                  <a:pt x="1109594" y="204830"/>
                </a:lnTo>
                <a:lnTo>
                  <a:pt x="1134174" y="181421"/>
                </a:lnTo>
                <a:lnTo>
                  <a:pt x="1162265" y="161523"/>
                </a:lnTo>
                <a:lnTo>
                  <a:pt x="1191526" y="146307"/>
                </a:lnTo>
                <a:lnTo>
                  <a:pt x="1226640" y="135773"/>
                </a:lnTo>
                <a:lnTo>
                  <a:pt x="1262924" y="131091"/>
                </a:lnTo>
                <a:lnTo>
                  <a:pt x="1300379" y="129921"/>
                </a:lnTo>
                <a:lnTo>
                  <a:pt x="1340175" y="133432"/>
                </a:lnTo>
                <a:lnTo>
                  <a:pt x="1379970" y="138114"/>
                </a:lnTo>
                <a:lnTo>
                  <a:pt x="1419766" y="143966"/>
                </a:lnTo>
                <a:lnTo>
                  <a:pt x="1459561" y="148648"/>
                </a:lnTo>
                <a:lnTo>
                  <a:pt x="1499357" y="150989"/>
                </a:lnTo>
                <a:lnTo>
                  <a:pt x="1537982" y="150989"/>
                </a:lnTo>
                <a:lnTo>
                  <a:pt x="1574266" y="146307"/>
                </a:lnTo>
                <a:lnTo>
                  <a:pt x="1610550" y="136943"/>
                </a:lnTo>
                <a:lnTo>
                  <a:pt x="1645664" y="122898"/>
                </a:lnTo>
                <a:lnTo>
                  <a:pt x="1680778" y="104171"/>
                </a:lnTo>
                <a:lnTo>
                  <a:pt x="1715892" y="85443"/>
                </a:lnTo>
                <a:lnTo>
                  <a:pt x="1751005" y="64375"/>
                </a:lnTo>
                <a:lnTo>
                  <a:pt x="1784949" y="44477"/>
                </a:lnTo>
                <a:lnTo>
                  <a:pt x="1821233" y="26920"/>
                </a:lnTo>
                <a:lnTo>
                  <a:pt x="1856347" y="12875"/>
                </a:lnTo>
                <a:lnTo>
                  <a:pt x="1892631" y="351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23011119"/>
      </p:ext>
    </p:extLst>
  </p:cSld>
  <p:clrMapOvr>
    <a:masterClrMapping/>
  </p:clrMapOvr>
</p:sld>
</file>

<file path=ppt/theme/theme1.xml><?xml version="1.0" encoding="utf-8"?>
<a:theme xmlns:a="http://schemas.openxmlformats.org/drawingml/2006/main" name="Odznáček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TM10001106[[fn=Odznáček]]</Template>
  <TotalTime>21</TotalTime>
  <Words>238</Words>
  <Application>Microsoft Office PowerPoint</Application>
  <PresentationFormat>Širokoúhlá obrazovka</PresentationFormat>
  <Paragraphs>27</Paragraphs>
  <Slides>8</Slides>
  <Notes>4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3" baseType="lpstr">
      <vt:lpstr>Arial</vt:lpstr>
      <vt:lpstr>Calibri</vt:lpstr>
      <vt:lpstr>Gill Sans MT</vt:lpstr>
      <vt:lpstr>Impact</vt:lpstr>
      <vt:lpstr>Odznáček</vt:lpstr>
      <vt:lpstr>Kahoot!</vt:lpstr>
      <vt:lpstr>K čemu lze kahoot využít?</vt:lpstr>
      <vt:lpstr>Jak kahoot funguje?</vt:lpstr>
      <vt:lpstr>Jak to vypadá v praxi?</vt:lpstr>
      <vt:lpstr>Prezentace aplikace PowerPoint</vt:lpstr>
      <vt:lpstr>Prezentace aplikace PowerPoint</vt:lpstr>
      <vt:lpstr>Prezentace aplikace PowerPoint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Kahoot!</dc:title>
  <dc:creator>Bulušková Kamila</dc:creator>
  <cp:lastModifiedBy>Bulušková Kamila</cp:lastModifiedBy>
  <cp:revision>1</cp:revision>
  <dcterms:created xsi:type="dcterms:W3CDTF">2023-03-24T10:10:33Z</dcterms:created>
  <dcterms:modified xsi:type="dcterms:W3CDTF">2023-03-24T10:32:31Z</dcterms:modified>
</cp:coreProperties>
</file>