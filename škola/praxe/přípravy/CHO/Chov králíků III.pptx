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61" r:id="rId4"/>
    <p:sldId id="259" r:id="rId5"/>
    <p:sldId id="263" r:id="rId6"/>
    <p:sldId id="265" r:id="rId7"/>
    <p:sldId id="262" r:id="rId8"/>
    <p:sldId id="268" r:id="rId9"/>
    <p:sldId id="260" r:id="rId10"/>
    <p:sldId id="266" r:id="rId11"/>
    <p:sldId id="267" r:id="rId12"/>
    <p:sldId id="264" r:id="rId13"/>
    <p:sldId id="258" r:id="rId14"/>
    <p:sldId id="269" r:id="rId15"/>
    <p:sldId id="270" r:id="rId16"/>
    <p:sldId id="271" r:id="rId17"/>
    <p:sldId id="272" r:id="rId18"/>
    <p:sldId id="273" r:id="rId19"/>
    <p:sldId id="274" r:id="rId20"/>
    <p:sldId id="279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20551-4481-49B2-AD5E-290439D245FF}" v="21" dt="2023-03-20T08:50:32.1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ulušková Kamila" userId="b14598a1-bbdf-4794-a95a-12c2c16168d9" providerId="ADAL" clId="{53B20551-4481-49B2-AD5E-290439D245FF}"/>
    <pc:docChg chg="undo custSel addSld modSld sldOrd">
      <pc:chgData name="Bulušková Kamila" userId="b14598a1-bbdf-4794-a95a-12c2c16168d9" providerId="ADAL" clId="{53B20551-4481-49B2-AD5E-290439D245FF}" dt="2023-03-22T11:19:40.397" v="4345"/>
      <pc:docMkLst>
        <pc:docMk/>
      </pc:docMkLst>
      <pc:sldChg chg="ord">
        <pc:chgData name="Bulušková Kamila" userId="b14598a1-bbdf-4794-a95a-12c2c16168d9" providerId="ADAL" clId="{53B20551-4481-49B2-AD5E-290439D245FF}" dt="2023-03-22T11:19:29.715" v="4339"/>
        <pc:sldMkLst>
          <pc:docMk/>
          <pc:sldMk cId="2046424867" sldId="258"/>
        </pc:sldMkLst>
      </pc:sldChg>
      <pc:sldChg chg="ord">
        <pc:chgData name="Bulušková Kamila" userId="b14598a1-bbdf-4794-a95a-12c2c16168d9" providerId="ADAL" clId="{53B20551-4481-49B2-AD5E-290439D245FF}" dt="2023-03-22T11:19:24.631" v="4335"/>
        <pc:sldMkLst>
          <pc:docMk/>
          <pc:sldMk cId="1780757875" sldId="260"/>
        </pc:sldMkLst>
      </pc:sldChg>
      <pc:sldChg chg="ord">
        <pc:chgData name="Bulušková Kamila" userId="b14598a1-bbdf-4794-a95a-12c2c16168d9" providerId="ADAL" clId="{53B20551-4481-49B2-AD5E-290439D245FF}" dt="2023-03-22T11:19:20.464" v="4331"/>
        <pc:sldMkLst>
          <pc:docMk/>
          <pc:sldMk cId="1636165609" sldId="261"/>
        </pc:sldMkLst>
      </pc:sldChg>
      <pc:sldChg chg="ord">
        <pc:chgData name="Bulušková Kamila" userId="b14598a1-bbdf-4794-a95a-12c2c16168d9" providerId="ADAL" clId="{53B20551-4481-49B2-AD5E-290439D245FF}" dt="2023-03-22T11:19:22.976" v="4333"/>
        <pc:sldMkLst>
          <pc:docMk/>
          <pc:sldMk cId="1272405124" sldId="263"/>
        </pc:sldMkLst>
      </pc:sldChg>
      <pc:sldChg chg="ord">
        <pc:chgData name="Bulušková Kamila" userId="b14598a1-bbdf-4794-a95a-12c2c16168d9" providerId="ADAL" clId="{53B20551-4481-49B2-AD5E-290439D245FF}" dt="2023-03-22T11:19:27.416" v="4337"/>
        <pc:sldMkLst>
          <pc:docMk/>
          <pc:sldMk cId="2631684273" sldId="265"/>
        </pc:sldMkLst>
      </pc:sldChg>
      <pc:sldChg chg="ord">
        <pc:chgData name="Bulušková Kamila" userId="b14598a1-bbdf-4794-a95a-12c2c16168d9" providerId="ADAL" clId="{53B20551-4481-49B2-AD5E-290439D245FF}" dt="2023-03-22T11:19:40.397" v="4345"/>
        <pc:sldMkLst>
          <pc:docMk/>
          <pc:sldMk cId="2845435586" sldId="266"/>
        </pc:sldMkLst>
      </pc:sldChg>
      <pc:sldChg chg="ord">
        <pc:chgData name="Bulušková Kamila" userId="b14598a1-bbdf-4794-a95a-12c2c16168d9" providerId="ADAL" clId="{53B20551-4481-49B2-AD5E-290439D245FF}" dt="2023-03-22T11:19:32.216" v="4341"/>
        <pc:sldMkLst>
          <pc:docMk/>
          <pc:sldMk cId="1029993548" sldId="267"/>
        </pc:sldMkLst>
      </pc:sldChg>
      <pc:sldChg chg="ord">
        <pc:chgData name="Bulušková Kamila" userId="b14598a1-bbdf-4794-a95a-12c2c16168d9" providerId="ADAL" clId="{53B20551-4481-49B2-AD5E-290439D245FF}" dt="2023-03-22T11:19:37.382" v="4343"/>
        <pc:sldMkLst>
          <pc:docMk/>
          <pc:sldMk cId="2893394587" sldId="268"/>
        </pc:sldMkLst>
      </pc:sldChg>
      <pc:sldChg chg="modNotesTx">
        <pc:chgData name="Bulušková Kamila" userId="b14598a1-bbdf-4794-a95a-12c2c16168d9" providerId="ADAL" clId="{53B20551-4481-49B2-AD5E-290439D245FF}" dt="2023-03-20T08:17:15.634" v="4182"/>
        <pc:sldMkLst>
          <pc:docMk/>
          <pc:sldMk cId="1932322378" sldId="269"/>
        </pc:sldMkLst>
      </pc:sldChg>
      <pc:sldChg chg="modSp mod">
        <pc:chgData name="Bulušková Kamila" userId="b14598a1-bbdf-4794-a95a-12c2c16168d9" providerId="ADAL" clId="{53B20551-4481-49B2-AD5E-290439D245FF}" dt="2023-03-18T10:52:04.580" v="81" actId="20577"/>
        <pc:sldMkLst>
          <pc:docMk/>
          <pc:sldMk cId="3947627056" sldId="270"/>
        </pc:sldMkLst>
        <pc:spChg chg="mod">
          <ac:chgData name="Bulušková Kamila" userId="b14598a1-bbdf-4794-a95a-12c2c16168d9" providerId="ADAL" clId="{53B20551-4481-49B2-AD5E-290439D245FF}" dt="2023-03-18T10:52:04.580" v="81" actId="20577"/>
          <ac:spMkLst>
            <pc:docMk/>
            <pc:sldMk cId="3947627056" sldId="270"/>
            <ac:spMk id="3" creationId="{0653C9F2-264E-EED8-F994-F91F73680410}"/>
          </ac:spMkLst>
        </pc:spChg>
      </pc:sldChg>
      <pc:sldChg chg="addSp delSp modSp new mod setBg">
        <pc:chgData name="Bulušková Kamila" userId="b14598a1-bbdf-4794-a95a-12c2c16168d9" providerId="ADAL" clId="{53B20551-4481-49B2-AD5E-290439D245FF}" dt="2023-03-18T12:27:19.317" v="4169" actId="26606"/>
        <pc:sldMkLst>
          <pc:docMk/>
          <pc:sldMk cId="2655839824" sldId="271"/>
        </pc:sldMkLst>
        <pc:spChg chg="del mod">
          <ac:chgData name="Bulušková Kamila" userId="b14598a1-bbdf-4794-a95a-12c2c16168d9" providerId="ADAL" clId="{53B20551-4481-49B2-AD5E-290439D245FF}" dt="2023-03-18T10:58:27.902" v="86" actId="478"/>
          <ac:spMkLst>
            <pc:docMk/>
            <pc:sldMk cId="2655839824" sldId="271"/>
            <ac:spMk id="2" creationId="{8DD163A8-6FE6-CB1F-B036-CDCF8263393D}"/>
          </ac:spMkLst>
        </pc:spChg>
        <pc:spChg chg="del">
          <ac:chgData name="Bulušková Kamila" userId="b14598a1-bbdf-4794-a95a-12c2c16168d9" providerId="ADAL" clId="{53B20551-4481-49B2-AD5E-290439D245FF}" dt="2023-03-18T10:58:21.809" v="83"/>
          <ac:spMkLst>
            <pc:docMk/>
            <pc:sldMk cId="2655839824" sldId="271"/>
            <ac:spMk id="3" creationId="{E6AE5DCB-DFE4-469D-D59E-ACC6BB7123C5}"/>
          </ac:spMkLst>
        </pc:spChg>
        <pc:spChg chg="add del">
          <ac:chgData name="Bulušková Kamila" userId="b14598a1-bbdf-4794-a95a-12c2c16168d9" providerId="ADAL" clId="{53B20551-4481-49B2-AD5E-290439D245FF}" dt="2023-03-18T11:16:33.586" v="95" actId="478"/>
          <ac:spMkLst>
            <pc:docMk/>
            <pc:sldMk cId="2655839824" sldId="271"/>
            <ac:spMk id="1032" creationId="{37045061-BEFE-ADEF-1966-573C048B72E2}"/>
          </ac:spMkLst>
        </pc:spChg>
        <pc:spChg chg="add del">
          <ac:chgData name="Bulušková Kamila" userId="b14598a1-bbdf-4794-a95a-12c2c16168d9" providerId="ADAL" clId="{53B20551-4481-49B2-AD5E-290439D245FF}" dt="2023-03-18T11:17:46.694" v="102" actId="26606"/>
          <ac:spMkLst>
            <pc:docMk/>
            <pc:sldMk cId="2655839824" sldId="271"/>
            <ac:spMk id="1035" creationId="{2A578294-C359-4F70-B076-FA2EA25904EA}"/>
          </ac:spMkLst>
        </pc:spChg>
        <pc:spChg chg="add del">
          <ac:chgData name="Bulušková Kamila" userId="b14598a1-bbdf-4794-a95a-12c2c16168d9" providerId="ADAL" clId="{53B20551-4481-49B2-AD5E-290439D245FF}" dt="2023-03-18T11:17:46.694" v="102" actId="26606"/>
          <ac:spMkLst>
            <pc:docMk/>
            <pc:sldMk cId="2655839824" sldId="271"/>
            <ac:spMk id="1037" creationId="{6B0EA01C-7F9F-41A9-AC23-10FEFCB9E176}"/>
          </ac:spMkLst>
        </pc:spChg>
        <pc:spChg chg="add del">
          <ac:chgData name="Bulušková Kamila" userId="b14598a1-bbdf-4794-a95a-12c2c16168d9" providerId="ADAL" clId="{53B20551-4481-49B2-AD5E-290439D245FF}" dt="2023-03-18T11:17:38.060" v="99" actId="26606"/>
          <ac:spMkLst>
            <pc:docMk/>
            <pc:sldMk cId="2655839824" sldId="271"/>
            <ac:spMk id="1042" creationId="{56827C3C-D52F-46CE-A441-3CD6A1A6A0A2}"/>
          </ac:spMkLst>
        </pc:spChg>
        <pc:spChg chg="add del">
          <ac:chgData name="Bulušková Kamila" userId="b14598a1-bbdf-4794-a95a-12c2c16168d9" providerId="ADAL" clId="{53B20551-4481-49B2-AD5E-290439D245FF}" dt="2023-03-18T11:17:38.060" v="99" actId="26606"/>
          <ac:spMkLst>
            <pc:docMk/>
            <pc:sldMk cId="2655839824" sldId="271"/>
            <ac:spMk id="1044" creationId="{F52A8B51-0A89-497B-B882-6658E029A3F9}"/>
          </ac:spMkLst>
        </pc:spChg>
        <pc:spChg chg="add del">
          <ac:chgData name="Bulušková Kamila" userId="b14598a1-bbdf-4794-a95a-12c2c16168d9" providerId="ADAL" clId="{53B20551-4481-49B2-AD5E-290439D245FF}" dt="2023-03-18T11:17:38.060" v="99" actId="26606"/>
          <ac:spMkLst>
            <pc:docMk/>
            <pc:sldMk cId="2655839824" sldId="271"/>
            <ac:spMk id="1046" creationId="{EB1CEFBF-6F09-4052-862B-E219DA15757E}"/>
          </ac:spMkLst>
        </pc:spChg>
        <pc:spChg chg="add del">
          <ac:chgData name="Bulušková Kamila" userId="b14598a1-bbdf-4794-a95a-12c2c16168d9" providerId="ADAL" clId="{53B20551-4481-49B2-AD5E-290439D245FF}" dt="2023-03-18T11:17:38.060" v="99" actId="26606"/>
          <ac:spMkLst>
            <pc:docMk/>
            <pc:sldMk cId="2655839824" sldId="271"/>
            <ac:spMk id="1048" creationId="{BCB5D417-2A71-445D-B4C7-9E814D633D33}"/>
          </ac:spMkLst>
        </pc:spChg>
        <pc:spChg chg="add del">
          <ac:chgData name="Bulušková Kamila" userId="b14598a1-bbdf-4794-a95a-12c2c16168d9" providerId="ADAL" clId="{53B20551-4481-49B2-AD5E-290439D245FF}" dt="2023-03-18T11:17:46.693" v="101" actId="26606"/>
          <ac:spMkLst>
            <pc:docMk/>
            <pc:sldMk cId="2655839824" sldId="271"/>
            <ac:spMk id="1051" creationId="{C96C8BAF-68F3-4B78-B238-35DF5D86560D}"/>
          </ac:spMkLst>
        </pc:spChg>
        <pc:grpChg chg="add del">
          <ac:chgData name="Bulušková Kamila" userId="b14598a1-bbdf-4794-a95a-12c2c16168d9" providerId="ADAL" clId="{53B20551-4481-49B2-AD5E-290439D245FF}" dt="2023-03-18T11:17:46.693" v="101" actId="26606"/>
          <ac:grpSpMkLst>
            <pc:docMk/>
            <pc:sldMk cId="2655839824" sldId="271"/>
            <ac:grpSpMk id="1052" creationId="{6EFC3492-86BD-4D75-B5B4-C2DBFE0BD106}"/>
          </ac:grpSpMkLst>
        </pc:grpChg>
        <pc:grpChg chg="add del">
          <ac:chgData name="Bulušková Kamila" userId="b14598a1-bbdf-4794-a95a-12c2c16168d9" providerId="ADAL" clId="{53B20551-4481-49B2-AD5E-290439D245FF}" dt="2023-03-18T11:17:46.693" v="101" actId="26606"/>
          <ac:grpSpMkLst>
            <pc:docMk/>
            <pc:sldMk cId="2655839824" sldId="271"/>
            <ac:grpSpMk id="1055" creationId="{4F4CD6D0-5A87-4BA2-A13A-0E40511C3CFA}"/>
          </ac:grpSpMkLst>
        </pc:grpChg>
        <pc:grpChg chg="add del">
          <ac:chgData name="Bulušková Kamila" userId="b14598a1-bbdf-4794-a95a-12c2c16168d9" providerId="ADAL" clId="{53B20551-4481-49B2-AD5E-290439D245FF}" dt="2023-03-18T11:17:46.693" v="101" actId="26606"/>
          <ac:grpSpMkLst>
            <pc:docMk/>
            <pc:sldMk cId="2655839824" sldId="271"/>
            <ac:grpSpMk id="1057" creationId="{E9537076-EF48-4F72-9164-FD8260D550AC}"/>
          </ac:grpSpMkLst>
        </pc:grpChg>
        <pc:picChg chg="add mod">
          <ac:chgData name="Bulušková Kamila" userId="b14598a1-bbdf-4794-a95a-12c2c16168d9" providerId="ADAL" clId="{53B20551-4481-49B2-AD5E-290439D245FF}" dt="2023-03-18T12:27:19.317" v="4169" actId="26606"/>
          <ac:picMkLst>
            <pc:docMk/>
            <pc:sldMk cId="2655839824" sldId="271"/>
            <ac:picMk id="5" creationId="{65E91E36-7FD5-C40F-EEA2-30DAB5F1BC43}"/>
          </ac:picMkLst>
        </pc:picChg>
        <pc:picChg chg="add mod ord">
          <ac:chgData name="Bulušková Kamila" userId="b14598a1-bbdf-4794-a95a-12c2c16168d9" providerId="ADAL" clId="{53B20551-4481-49B2-AD5E-290439D245FF}" dt="2023-03-18T12:27:19.317" v="4169" actId="26606"/>
          <ac:picMkLst>
            <pc:docMk/>
            <pc:sldMk cId="2655839824" sldId="271"/>
            <ac:picMk id="1026" creationId="{7AFB0C4D-FF1C-963A-99DA-8C967394D7FF}"/>
          </ac:picMkLst>
        </pc:picChg>
        <pc:picChg chg="add mod ord">
          <ac:chgData name="Bulušková Kamila" userId="b14598a1-bbdf-4794-a95a-12c2c16168d9" providerId="ADAL" clId="{53B20551-4481-49B2-AD5E-290439D245FF}" dt="2023-03-18T12:27:19.317" v="4169" actId="26606"/>
          <ac:picMkLst>
            <pc:docMk/>
            <pc:sldMk cId="2655839824" sldId="271"/>
            <ac:picMk id="1028" creationId="{BDECFCC5-B546-8643-E356-CDA9DD1418C2}"/>
          </ac:picMkLst>
        </pc:picChg>
        <pc:cxnChg chg="add del">
          <ac:chgData name="Bulušková Kamila" userId="b14598a1-bbdf-4794-a95a-12c2c16168d9" providerId="ADAL" clId="{53B20551-4481-49B2-AD5E-290439D245FF}" dt="2023-03-18T12:27:19.317" v="4169" actId="26606"/>
          <ac:cxnSpMkLst>
            <pc:docMk/>
            <pc:sldMk cId="2655839824" sldId="271"/>
            <ac:cxnSpMk id="1059" creationId="{DCD67800-37AC-4E14-89B0-F79DCB3FB86D}"/>
          </ac:cxnSpMkLst>
        </pc:cxnChg>
        <pc:cxnChg chg="add del">
          <ac:chgData name="Bulušková Kamila" userId="b14598a1-bbdf-4794-a95a-12c2c16168d9" providerId="ADAL" clId="{53B20551-4481-49B2-AD5E-290439D245FF}" dt="2023-03-18T12:27:19.317" v="4169" actId="26606"/>
          <ac:cxnSpMkLst>
            <pc:docMk/>
            <pc:sldMk cId="2655839824" sldId="271"/>
            <ac:cxnSpMk id="1060" creationId="{20F1788F-A5AE-4188-8274-F7F2E3833ECD}"/>
          </ac:cxnSpMkLst>
        </pc:cxnChg>
      </pc:sldChg>
      <pc:sldChg chg="modSp new mod">
        <pc:chgData name="Bulušková Kamila" userId="b14598a1-bbdf-4794-a95a-12c2c16168d9" providerId="ADAL" clId="{53B20551-4481-49B2-AD5E-290439D245FF}" dt="2023-03-18T11:25:19.509" v="581" actId="115"/>
        <pc:sldMkLst>
          <pc:docMk/>
          <pc:sldMk cId="2339003162" sldId="272"/>
        </pc:sldMkLst>
        <pc:spChg chg="mod">
          <ac:chgData name="Bulušková Kamila" userId="b14598a1-bbdf-4794-a95a-12c2c16168d9" providerId="ADAL" clId="{53B20551-4481-49B2-AD5E-290439D245FF}" dt="2023-03-18T11:18:54.068" v="123" actId="20577"/>
          <ac:spMkLst>
            <pc:docMk/>
            <pc:sldMk cId="2339003162" sldId="272"/>
            <ac:spMk id="2" creationId="{DEF2AE12-F681-69D3-2108-A824781689E6}"/>
          </ac:spMkLst>
        </pc:spChg>
        <pc:spChg chg="mod">
          <ac:chgData name="Bulušková Kamila" userId="b14598a1-bbdf-4794-a95a-12c2c16168d9" providerId="ADAL" clId="{53B20551-4481-49B2-AD5E-290439D245FF}" dt="2023-03-18T11:25:19.509" v="581" actId="115"/>
          <ac:spMkLst>
            <pc:docMk/>
            <pc:sldMk cId="2339003162" sldId="272"/>
            <ac:spMk id="3" creationId="{673F9236-1342-C088-78A6-4248C2E7E994}"/>
          </ac:spMkLst>
        </pc:spChg>
      </pc:sldChg>
      <pc:sldChg chg="addSp modSp new mod">
        <pc:chgData name="Bulušková Kamila" userId="b14598a1-bbdf-4794-a95a-12c2c16168d9" providerId="ADAL" clId="{53B20551-4481-49B2-AD5E-290439D245FF}" dt="2023-03-18T11:36:14.452" v="1017" actId="1076"/>
        <pc:sldMkLst>
          <pc:docMk/>
          <pc:sldMk cId="1681802573" sldId="273"/>
        </pc:sldMkLst>
        <pc:spChg chg="mod">
          <ac:chgData name="Bulušková Kamila" userId="b14598a1-bbdf-4794-a95a-12c2c16168d9" providerId="ADAL" clId="{53B20551-4481-49B2-AD5E-290439D245FF}" dt="2023-03-18T11:36:12.624" v="1016" actId="1076"/>
          <ac:spMkLst>
            <pc:docMk/>
            <pc:sldMk cId="1681802573" sldId="273"/>
            <ac:spMk id="2" creationId="{A3A9E4E7-C3FA-D00C-C984-2EB9DD145977}"/>
          </ac:spMkLst>
        </pc:spChg>
        <pc:spChg chg="mod">
          <ac:chgData name="Bulušková Kamila" userId="b14598a1-bbdf-4794-a95a-12c2c16168d9" providerId="ADAL" clId="{53B20551-4481-49B2-AD5E-290439D245FF}" dt="2023-03-18T11:36:14.452" v="1017" actId="1076"/>
          <ac:spMkLst>
            <pc:docMk/>
            <pc:sldMk cId="1681802573" sldId="273"/>
            <ac:spMk id="3" creationId="{D9E3902A-00FD-2D13-80F7-9A8D4289E728}"/>
          </ac:spMkLst>
        </pc:spChg>
        <pc:picChg chg="add mod">
          <ac:chgData name="Bulušková Kamila" userId="b14598a1-bbdf-4794-a95a-12c2c16168d9" providerId="ADAL" clId="{53B20551-4481-49B2-AD5E-290439D245FF}" dt="2023-03-18T11:36:05.429" v="1014" actId="1076"/>
          <ac:picMkLst>
            <pc:docMk/>
            <pc:sldMk cId="1681802573" sldId="273"/>
            <ac:picMk id="2050" creationId="{EC3CC554-E978-DB5D-D336-956D31003933}"/>
          </ac:picMkLst>
        </pc:picChg>
      </pc:sldChg>
      <pc:sldChg chg="addSp modSp new mod setBg">
        <pc:chgData name="Bulušková Kamila" userId="b14598a1-bbdf-4794-a95a-12c2c16168d9" providerId="ADAL" clId="{53B20551-4481-49B2-AD5E-290439D245FF}" dt="2023-03-20T08:28:03.498" v="4190" actId="255"/>
        <pc:sldMkLst>
          <pc:docMk/>
          <pc:sldMk cId="2793062086" sldId="274"/>
        </pc:sldMkLst>
        <pc:spChg chg="mod">
          <ac:chgData name="Bulušková Kamila" userId="b14598a1-bbdf-4794-a95a-12c2c16168d9" providerId="ADAL" clId="{53B20551-4481-49B2-AD5E-290439D245FF}" dt="2023-03-18T11:50:44.470" v="2059" actId="26606"/>
          <ac:spMkLst>
            <pc:docMk/>
            <pc:sldMk cId="2793062086" sldId="274"/>
            <ac:spMk id="2" creationId="{EE9136D2-354D-0258-08DB-DB6C145F29B8}"/>
          </ac:spMkLst>
        </pc:spChg>
        <pc:spChg chg="mod">
          <ac:chgData name="Bulušková Kamila" userId="b14598a1-bbdf-4794-a95a-12c2c16168d9" providerId="ADAL" clId="{53B20551-4481-49B2-AD5E-290439D245FF}" dt="2023-03-20T08:28:03.498" v="4190" actId="255"/>
          <ac:spMkLst>
            <pc:docMk/>
            <pc:sldMk cId="2793062086" sldId="274"/>
            <ac:spMk id="3" creationId="{DA6102F0-2470-5616-33E7-CC6CAC557BFF}"/>
          </ac:spMkLst>
        </pc:spChg>
        <pc:picChg chg="add mod">
          <ac:chgData name="Bulušková Kamila" userId="b14598a1-bbdf-4794-a95a-12c2c16168d9" providerId="ADAL" clId="{53B20551-4481-49B2-AD5E-290439D245FF}" dt="2023-03-18T11:51:24.373" v="2065" actId="1076"/>
          <ac:picMkLst>
            <pc:docMk/>
            <pc:sldMk cId="2793062086" sldId="274"/>
            <ac:picMk id="3074" creationId="{47326B1A-2BA7-5415-BA91-590007FCC4BB}"/>
          </ac:picMkLst>
        </pc:picChg>
      </pc:sldChg>
      <pc:sldChg chg="addSp modSp new mod setBg">
        <pc:chgData name="Bulušková Kamila" userId="b14598a1-bbdf-4794-a95a-12c2c16168d9" providerId="ADAL" clId="{53B20551-4481-49B2-AD5E-290439D245FF}" dt="2023-03-18T12:11:50.584" v="3286" actId="255"/>
        <pc:sldMkLst>
          <pc:docMk/>
          <pc:sldMk cId="123891884" sldId="275"/>
        </pc:sldMkLst>
        <pc:spChg chg="mod">
          <ac:chgData name="Bulušková Kamila" userId="b14598a1-bbdf-4794-a95a-12c2c16168d9" providerId="ADAL" clId="{53B20551-4481-49B2-AD5E-290439D245FF}" dt="2023-03-18T12:11:36.665" v="3284" actId="26606"/>
          <ac:spMkLst>
            <pc:docMk/>
            <pc:sldMk cId="123891884" sldId="275"/>
            <ac:spMk id="2" creationId="{E73F64C3-7E96-BFB3-8AB6-D6C980D19766}"/>
          </ac:spMkLst>
        </pc:spChg>
        <pc:spChg chg="mod">
          <ac:chgData name="Bulušková Kamila" userId="b14598a1-bbdf-4794-a95a-12c2c16168d9" providerId="ADAL" clId="{53B20551-4481-49B2-AD5E-290439D245FF}" dt="2023-03-18T12:11:50.584" v="3286" actId="255"/>
          <ac:spMkLst>
            <pc:docMk/>
            <pc:sldMk cId="123891884" sldId="275"/>
            <ac:spMk id="3" creationId="{5F19BD7C-D468-5DAF-ED0C-8EC9F50F8C74}"/>
          </ac:spMkLst>
        </pc:spChg>
        <pc:spChg chg="add">
          <ac:chgData name="Bulušková Kamila" userId="b14598a1-bbdf-4794-a95a-12c2c16168d9" providerId="ADAL" clId="{53B20551-4481-49B2-AD5E-290439D245FF}" dt="2023-03-18T12:11:36.665" v="3284" actId="26606"/>
          <ac:spMkLst>
            <pc:docMk/>
            <pc:sldMk cId="123891884" sldId="275"/>
            <ac:spMk id="4103" creationId="{CA77D789-9DE0-43A3-B196-F13CFECFAC1F}"/>
          </ac:spMkLst>
        </pc:spChg>
        <pc:spChg chg="add">
          <ac:chgData name="Bulušková Kamila" userId="b14598a1-bbdf-4794-a95a-12c2c16168d9" providerId="ADAL" clId="{53B20551-4481-49B2-AD5E-290439D245FF}" dt="2023-03-18T12:11:36.665" v="3284" actId="26606"/>
          <ac:spMkLst>
            <pc:docMk/>
            <pc:sldMk cId="123891884" sldId="275"/>
            <ac:spMk id="4105" creationId="{F9BC648B-BC3C-4674-B1FD-2F9F1C6D753E}"/>
          </ac:spMkLst>
        </pc:spChg>
        <pc:picChg chg="add mod">
          <ac:chgData name="Bulušková Kamila" userId="b14598a1-bbdf-4794-a95a-12c2c16168d9" providerId="ADAL" clId="{53B20551-4481-49B2-AD5E-290439D245FF}" dt="2023-03-18T12:11:36.665" v="3284" actId="26606"/>
          <ac:picMkLst>
            <pc:docMk/>
            <pc:sldMk cId="123891884" sldId="275"/>
            <ac:picMk id="4098" creationId="{1C801C4C-7041-7893-1031-CA6EB50B8558}"/>
          </ac:picMkLst>
        </pc:picChg>
      </pc:sldChg>
      <pc:sldChg chg="addSp modSp new mod setBg modNotesTx">
        <pc:chgData name="Bulušková Kamila" userId="b14598a1-bbdf-4794-a95a-12c2c16168d9" providerId="ADAL" clId="{53B20551-4481-49B2-AD5E-290439D245FF}" dt="2023-03-20T08:48:22.653" v="4325" actId="20577"/>
        <pc:sldMkLst>
          <pc:docMk/>
          <pc:sldMk cId="1832098741" sldId="276"/>
        </pc:sldMkLst>
        <pc:spChg chg="mod">
          <ac:chgData name="Bulušková Kamila" userId="b14598a1-bbdf-4794-a95a-12c2c16168d9" providerId="ADAL" clId="{53B20551-4481-49B2-AD5E-290439D245FF}" dt="2023-03-18T12:11:27.620" v="3282" actId="1076"/>
          <ac:spMkLst>
            <pc:docMk/>
            <pc:sldMk cId="1832098741" sldId="276"/>
            <ac:spMk id="2" creationId="{43D410C1-3757-5AB0-B9BD-8EE6CE3455D0}"/>
          </ac:spMkLst>
        </pc:spChg>
        <pc:spChg chg="mod">
          <ac:chgData name="Bulušková Kamila" userId="b14598a1-bbdf-4794-a95a-12c2c16168d9" providerId="ADAL" clId="{53B20551-4481-49B2-AD5E-290439D245FF}" dt="2023-03-18T12:11:29.705" v="3283" actId="1076"/>
          <ac:spMkLst>
            <pc:docMk/>
            <pc:sldMk cId="1832098741" sldId="276"/>
            <ac:spMk id="3" creationId="{D0BA619E-067F-F764-6647-0057ABD35068}"/>
          </ac:spMkLst>
        </pc:spChg>
        <pc:spChg chg="add">
          <ac:chgData name="Bulušková Kamila" userId="b14598a1-bbdf-4794-a95a-12c2c16168d9" providerId="ADAL" clId="{53B20551-4481-49B2-AD5E-290439D245FF}" dt="2023-03-18T12:10:52.606" v="3278" actId="26606"/>
          <ac:spMkLst>
            <pc:docMk/>
            <pc:sldMk cId="1832098741" sldId="276"/>
            <ac:spMk id="5127" creationId="{CA77D789-9DE0-43A3-B196-F13CFECFAC1F}"/>
          </ac:spMkLst>
        </pc:spChg>
        <pc:spChg chg="add">
          <ac:chgData name="Bulušková Kamila" userId="b14598a1-bbdf-4794-a95a-12c2c16168d9" providerId="ADAL" clId="{53B20551-4481-49B2-AD5E-290439D245FF}" dt="2023-03-18T12:10:52.606" v="3278" actId="26606"/>
          <ac:spMkLst>
            <pc:docMk/>
            <pc:sldMk cId="1832098741" sldId="276"/>
            <ac:spMk id="5129" creationId="{F9BC648B-BC3C-4674-B1FD-2F9F1C6D753E}"/>
          </ac:spMkLst>
        </pc:spChg>
        <pc:picChg chg="add mod">
          <ac:chgData name="Bulušková Kamila" userId="b14598a1-bbdf-4794-a95a-12c2c16168d9" providerId="ADAL" clId="{53B20551-4481-49B2-AD5E-290439D245FF}" dt="2023-03-18T12:10:52.606" v="3278" actId="26606"/>
          <ac:picMkLst>
            <pc:docMk/>
            <pc:sldMk cId="1832098741" sldId="276"/>
            <ac:picMk id="5122" creationId="{3A85BDC6-EE63-E511-2039-0589F62B2854}"/>
          </ac:picMkLst>
        </pc:picChg>
      </pc:sldChg>
      <pc:sldChg chg="addSp modSp new mod ord setBg modNotesTx">
        <pc:chgData name="Bulušková Kamila" userId="b14598a1-bbdf-4794-a95a-12c2c16168d9" providerId="ADAL" clId="{53B20551-4481-49B2-AD5E-290439D245FF}" dt="2023-03-20T08:37:11.105" v="4243" actId="20577"/>
        <pc:sldMkLst>
          <pc:docMk/>
          <pc:sldMk cId="4222907672" sldId="277"/>
        </pc:sldMkLst>
        <pc:spChg chg="mod">
          <ac:chgData name="Bulušková Kamila" userId="b14598a1-bbdf-4794-a95a-12c2c16168d9" providerId="ADAL" clId="{53B20551-4481-49B2-AD5E-290439D245FF}" dt="2023-03-18T12:25:50.832" v="4163" actId="26606"/>
          <ac:spMkLst>
            <pc:docMk/>
            <pc:sldMk cId="4222907672" sldId="277"/>
            <ac:spMk id="2" creationId="{E8B3F8C3-E4C3-031E-16CD-91663061131E}"/>
          </ac:spMkLst>
        </pc:spChg>
        <pc:spChg chg="mod">
          <ac:chgData name="Bulušková Kamila" userId="b14598a1-bbdf-4794-a95a-12c2c16168d9" providerId="ADAL" clId="{53B20551-4481-49B2-AD5E-290439D245FF}" dt="2023-03-18T12:26:12.731" v="4168" actId="255"/>
          <ac:spMkLst>
            <pc:docMk/>
            <pc:sldMk cId="4222907672" sldId="277"/>
            <ac:spMk id="3" creationId="{1ACC8561-A31B-A92C-92D4-04A8CCAEE925}"/>
          </ac:spMkLst>
        </pc:spChg>
        <pc:picChg chg="add mod">
          <ac:chgData name="Bulušková Kamila" userId="b14598a1-bbdf-4794-a95a-12c2c16168d9" providerId="ADAL" clId="{53B20551-4481-49B2-AD5E-290439D245FF}" dt="2023-03-18T12:25:56.405" v="4164" actId="14100"/>
          <ac:picMkLst>
            <pc:docMk/>
            <pc:sldMk cId="4222907672" sldId="277"/>
            <ac:picMk id="6146" creationId="{972E633C-EC65-C1F8-28D3-C24D2BBCE1E1}"/>
          </ac:picMkLst>
        </pc:picChg>
      </pc:sldChg>
      <pc:sldChg chg="addSp delSp modSp new mod setBg modNotesTx">
        <pc:chgData name="Bulušková Kamila" userId="b14598a1-bbdf-4794-a95a-12c2c16168d9" providerId="ADAL" clId="{53B20551-4481-49B2-AD5E-290439D245FF}" dt="2023-03-20T08:50:40.879" v="4329" actId="26606"/>
        <pc:sldMkLst>
          <pc:docMk/>
          <pc:sldMk cId="62496717" sldId="278"/>
        </pc:sldMkLst>
        <pc:spChg chg="mod">
          <ac:chgData name="Bulušková Kamila" userId="b14598a1-bbdf-4794-a95a-12c2c16168d9" providerId="ADAL" clId="{53B20551-4481-49B2-AD5E-290439D245FF}" dt="2023-03-20T08:50:40.879" v="4329" actId="26606"/>
          <ac:spMkLst>
            <pc:docMk/>
            <pc:sldMk cId="62496717" sldId="278"/>
            <ac:spMk id="2" creationId="{6920A285-8B93-C0FB-C479-A7F4064C423F}"/>
          </ac:spMkLst>
        </pc:spChg>
        <pc:spChg chg="del">
          <ac:chgData name="Bulušková Kamila" userId="b14598a1-bbdf-4794-a95a-12c2c16168d9" providerId="ADAL" clId="{53B20551-4481-49B2-AD5E-290439D245FF}" dt="2023-03-18T12:27:42.393" v="4171" actId="478"/>
          <ac:spMkLst>
            <pc:docMk/>
            <pc:sldMk cId="62496717" sldId="278"/>
            <ac:spMk id="3" creationId="{B703F547-F103-C3C9-0ACC-C1C50F14E584}"/>
          </ac:spMkLst>
        </pc:spChg>
        <pc:spChg chg="add del">
          <ac:chgData name="Bulušková Kamila" userId="b14598a1-bbdf-4794-a95a-12c2c16168d9" providerId="ADAL" clId="{53B20551-4481-49B2-AD5E-290439D245FF}" dt="2023-03-20T08:50:40.879" v="4329" actId="26606"/>
          <ac:spMkLst>
            <pc:docMk/>
            <pc:sldMk cId="62496717" sldId="278"/>
            <ac:spMk id="7" creationId="{7520F84D-966A-41CD-B818-16BF32EF1E9D}"/>
          </ac:spMkLst>
        </pc:spChg>
        <pc:spChg chg="add del">
          <ac:chgData name="Bulušková Kamila" userId="b14598a1-bbdf-4794-a95a-12c2c16168d9" providerId="ADAL" clId="{53B20551-4481-49B2-AD5E-290439D245FF}" dt="2023-03-20T08:50:40.879" v="4329" actId="26606"/>
          <ac:spMkLst>
            <pc:docMk/>
            <pc:sldMk cId="62496717" sldId="278"/>
            <ac:spMk id="9" creationId="{57510D23-E323-4577-A8EA-12C6C6019BA1}"/>
          </ac:spMkLst>
        </pc:spChg>
        <pc:spChg chg="add del">
          <ac:chgData name="Bulušková Kamila" userId="b14598a1-bbdf-4794-a95a-12c2c16168d9" providerId="ADAL" clId="{53B20551-4481-49B2-AD5E-290439D245FF}" dt="2023-03-20T08:50:40.879" v="4329" actId="26606"/>
          <ac:spMkLst>
            <pc:docMk/>
            <pc:sldMk cId="62496717" sldId="278"/>
            <ac:spMk id="11" creationId="{AB4FFECA-0832-4FE3-B587-054A0F2D8054}"/>
          </ac:spMkLst>
        </pc:spChg>
        <pc:spChg chg="add del">
          <ac:chgData name="Bulušková Kamila" userId="b14598a1-bbdf-4794-a95a-12c2c16168d9" providerId="ADAL" clId="{53B20551-4481-49B2-AD5E-290439D245FF}" dt="2023-03-20T08:50:40.879" v="4329" actId="26606"/>
          <ac:spMkLst>
            <pc:docMk/>
            <pc:sldMk cId="62496717" sldId="278"/>
            <ac:spMk id="13" creationId="{C65858E6-5C0F-4AAE-A1AC-29BA07FFEE5C}"/>
          </ac:spMkLst>
        </pc:spChg>
        <pc:spChg chg="add">
          <ac:chgData name="Bulušková Kamila" userId="b14598a1-bbdf-4794-a95a-12c2c16168d9" providerId="ADAL" clId="{53B20551-4481-49B2-AD5E-290439D245FF}" dt="2023-03-20T08:50:40.879" v="4329" actId="26606"/>
          <ac:spMkLst>
            <pc:docMk/>
            <pc:sldMk cId="62496717" sldId="278"/>
            <ac:spMk id="2055" creationId="{AD447701-5C61-47D2-A56F-5FDCC544073C}"/>
          </ac:spMkLst>
        </pc:spChg>
        <pc:spChg chg="add">
          <ac:chgData name="Bulušková Kamila" userId="b14598a1-bbdf-4794-a95a-12c2c16168d9" providerId="ADAL" clId="{53B20551-4481-49B2-AD5E-290439D245FF}" dt="2023-03-20T08:50:40.879" v="4329" actId="26606"/>
          <ac:spMkLst>
            <pc:docMk/>
            <pc:sldMk cId="62496717" sldId="278"/>
            <ac:spMk id="2057" creationId="{7D5ECDCF-19AC-4A65-B2EF-088F9B7E1C62}"/>
          </ac:spMkLst>
        </pc:spChg>
        <pc:spChg chg="add">
          <ac:chgData name="Bulušková Kamila" userId="b14598a1-bbdf-4794-a95a-12c2c16168d9" providerId="ADAL" clId="{53B20551-4481-49B2-AD5E-290439D245FF}" dt="2023-03-20T08:50:40.879" v="4329" actId="26606"/>
          <ac:spMkLst>
            <pc:docMk/>
            <pc:sldMk cId="62496717" sldId="278"/>
            <ac:spMk id="2059" creationId="{6E069A34-7BF8-45FF-803F-4A62CCA207A4}"/>
          </ac:spMkLst>
        </pc:spChg>
        <pc:spChg chg="add">
          <ac:chgData name="Bulušková Kamila" userId="b14598a1-bbdf-4794-a95a-12c2c16168d9" providerId="ADAL" clId="{53B20551-4481-49B2-AD5E-290439D245FF}" dt="2023-03-20T08:50:40.879" v="4329" actId="26606"/>
          <ac:spMkLst>
            <pc:docMk/>
            <pc:sldMk cId="62496717" sldId="278"/>
            <ac:spMk id="2061" creationId="{FF061E99-D838-4E6E-AA01-00FB1CD5EE38}"/>
          </ac:spMkLst>
        </pc:spChg>
        <pc:spChg chg="add">
          <ac:chgData name="Bulušková Kamila" userId="b14598a1-bbdf-4794-a95a-12c2c16168d9" providerId="ADAL" clId="{53B20551-4481-49B2-AD5E-290439D245FF}" dt="2023-03-20T08:50:40.879" v="4329" actId="26606"/>
          <ac:spMkLst>
            <pc:docMk/>
            <pc:sldMk cId="62496717" sldId="278"/>
            <ac:spMk id="2063" creationId="{B0E1F691-4DE9-4310-A05E-A94F4630FC52}"/>
          </ac:spMkLst>
        </pc:spChg>
        <pc:picChg chg="add mod">
          <ac:chgData name="Bulušková Kamila" userId="b14598a1-bbdf-4794-a95a-12c2c16168d9" providerId="ADAL" clId="{53B20551-4481-49B2-AD5E-290439D245FF}" dt="2023-03-20T08:50:40.879" v="4329" actId="26606"/>
          <ac:picMkLst>
            <pc:docMk/>
            <pc:sldMk cId="62496717" sldId="278"/>
            <ac:picMk id="2050" creationId="{78E58FEE-818F-AA07-9DA2-0FF7EC13F8FC}"/>
          </ac:picMkLst>
        </pc:picChg>
      </pc:sldChg>
      <pc:sldChg chg="addSp delSp modSp add mod">
        <pc:chgData name="Bulušková Kamila" userId="b14598a1-bbdf-4794-a95a-12c2c16168d9" providerId="ADAL" clId="{53B20551-4481-49B2-AD5E-290439D245FF}" dt="2023-03-20T08:29:13.622" v="4194" actId="26606"/>
        <pc:sldMkLst>
          <pc:docMk/>
          <pc:sldMk cId="1933896500" sldId="279"/>
        </pc:sldMkLst>
        <pc:spChg chg="mod">
          <ac:chgData name="Bulušková Kamila" userId="b14598a1-bbdf-4794-a95a-12c2c16168d9" providerId="ADAL" clId="{53B20551-4481-49B2-AD5E-290439D245FF}" dt="2023-03-20T08:29:13.622" v="4194" actId="26606"/>
          <ac:spMkLst>
            <pc:docMk/>
            <pc:sldMk cId="1933896500" sldId="279"/>
            <ac:spMk id="2" creationId="{EE9136D2-354D-0258-08DB-DB6C145F29B8}"/>
          </ac:spMkLst>
        </pc:spChg>
        <pc:spChg chg="mod">
          <ac:chgData name="Bulušková Kamila" userId="b14598a1-bbdf-4794-a95a-12c2c16168d9" providerId="ADAL" clId="{53B20551-4481-49B2-AD5E-290439D245FF}" dt="2023-03-20T08:29:13.622" v="4194" actId="26606"/>
          <ac:spMkLst>
            <pc:docMk/>
            <pc:sldMk cId="1933896500" sldId="279"/>
            <ac:spMk id="3" creationId="{DA6102F0-2470-5616-33E7-CC6CAC557BFF}"/>
          </ac:spMkLst>
        </pc:spChg>
        <pc:picChg chg="add mod">
          <ac:chgData name="Bulušková Kamila" userId="b14598a1-bbdf-4794-a95a-12c2c16168d9" providerId="ADAL" clId="{53B20551-4481-49B2-AD5E-290439D245FF}" dt="2023-03-20T08:29:13.622" v="4194" actId="26606"/>
          <ac:picMkLst>
            <pc:docMk/>
            <pc:sldMk cId="1933896500" sldId="279"/>
            <ac:picMk id="1026" creationId="{0EE7F4E9-20E6-0BAD-2ACB-98053CD98274}"/>
          </ac:picMkLst>
        </pc:picChg>
        <pc:picChg chg="del">
          <ac:chgData name="Bulušková Kamila" userId="b14598a1-bbdf-4794-a95a-12c2c16168d9" providerId="ADAL" clId="{53B20551-4481-49B2-AD5E-290439D245FF}" dt="2023-03-20T08:29:08.754" v="4192" actId="478"/>
          <ac:picMkLst>
            <pc:docMk/>
            <pc:sldMk cId="1933896500" sldId="279"/>
            <ac:picMk id="3074" creationId="{47326B1A-2BA7-5415-BA91-590007FCC4B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90CDB-ECFA-42FE-AC32-414FAFE170B5}" type="datetimeFigureOut">
              <a:rPr lang="cs-CZ" smtClean="0"/>
              <a:t>22.03.2023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7B3AB4-0641-4BC4-958A-31BE1AB4943B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1074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Jaký způsob ustájení je nejčastěji používán v intenzivních chovech? (klecový chov – haly bez oken)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Jmenujte výhody klecového chovu králíků. (malé požadavky na prostor – více etáží, nejsou náklady na podestýlku, možnost částečné automatizace – krmení, voda)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Na jaké povětrnostní podmínky jsou králíci citliví? (průvan, nízké a vysoké teploty)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jsou nevýhody malochovů (králíkárny)? (nemožnost regulace podmínek)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Jaká znáte velká plemena králíků? (Belgický obr, Moravský modrý)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Z jakého plemene lze získat vlnu? (Angora)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 je to genofond ČR? (populace, kterou je nezbytné chránit a uchovat pro další generace)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Která plemena králíků se řadí do genofondu České republiky? (český luštič, český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strakáč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Jmenujte zástupce zakrslých plemen králíků. (zakrslý </a:t>
            </a:r>
            <a:r>
              <a:rPr lang="cs-CZ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Teddy</a:t>
            </a: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zakrslý beran)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B3AB4-0641-4BC4-958A-31BE1AB4943B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54512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dirty="0"/>
              <a:t>Porod většinou trvá 20 – 30 minut, po jeho skončení samice znovu trvá svou srst a mláďata jí přikrývá</a:t>
            </a:r>
          </a:p>
          <a:p>
            <a:r>
              <a:rPr lang="cs-CZ" dirty="0"/>
              <a:t>Může se stát, že porod neproběhne úspěšně – následkem toho je, že samice mláďata neuloží do hnízda, nekojí je či je dokonce sežere.</a:t>
            </a:r>
          </a:p>
          <a:p>
            <a:r>
              <a:rPr lang="cs-CZ" dirty="0"/>
              <a:t>Příčinou může mít: nedostatečný klid v průběhu porodu, nevhodná příprava kotce na porod, nesprávná výživa, abnormálně nízká teplota vnějšího prostředí.</a:t>
            </a:r>
          </a:p>
          <a:p>
            <a:r>
              <a:rPr lang="cs-CZ" dirty="0"/>
              <a:t>Většinou rodí 6-10 mláďat. Čím menší plemeno, tím menší počet mláďat ve vrhu.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B3AB4-0641-4BC4-958A-31BE1AB4943B}" type="slidenum">
              <a:rPr lang="cs-CZ" smtClean="0"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9644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Mléčnost - </a:t>
            </a:r>
            <a:r>
              <a:rPr lang="cs-CZ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produkce mléka pouze pro potřeby výživy mláďat – </a:t>
            </a:r>
            <a:r>
              <a:rPr lang="cs-CZ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zjistíme zvážením vrhu 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B3AB4-0641-4BC4-958A-31BE1AB4943B}" type="slidenum">
              <a:rPr lang="cs-CZ" smtClean="0"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41816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 dlouho trvá březost králice? (31 dní)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Jací králíci jsou povinně označováni? (čistokrevný registrovaný chov)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 jakém věku králíci dosahují chovatelské dospělosti? (cca 6 měsíců)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Při individuální přirozené plemenitbě se dává samec k samici do kotce anebo naopak? (samice k samci)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Jeden samec v malochovu stačí na kolik samic? (8-15)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jsou nevýhody skupinové plemenitby králíků? (vyčerpání samce, neznáme přesný datum porodu)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 jakých chovech se prování inseminace králíků? (velkochovy nad 100 samic)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Jaké jsou příznaky březosti? (větší žravost, palpace (od 12. dne), vytrhávání srsti před porodem, stavění hnízda)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449580">
              <a:lnSpc>
                <a:spcPct val="150000"/>
              </a:lnSpc>
              <a:spcAft>
                <a:spcPts val="600"/>
              </a:spcAft>
            </a:pPr>
            <a:r>
              <a:rPr lang="cs-CZ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 jakém věku mláďata odstavujeme? (brojleři 28-32 dnů, malochov 42-56 dnů)</a:t>
            </a:r>
            <a:endParaRPr lang="cs-CZ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7B3AB4-0641-4BC4-958A-31BE1AB4943B}" type="slidenum">
              <a:rPr lang="cs-CZ" smtClean="0"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554968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3/22/2023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3/22/2023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3/22/2023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3/22/2023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3/22/2023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23B5E1-8749-3A7F-7048-04A672FE74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Chov králíků III.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45A1328-B592-14B8-2332-2483FCC88D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Chov zvířat</a:t>
            </a:r>
          </a:p>
          <a:p>
            <a:r>
              <a:rPr lang="cs-CZ" dirty="0"/>
              <a:t>Kamila Bulušková</a:t>
            </a:r>
          </a:p>
        </p:txBody>
      </p:sp>
    </p:spTree>
    <p:extLst>
      <p:ext uri="{BB962C8B-B14F-4D97-AF65-F5344CB8AC3E}">
        <p14:creationId xmlns:p14="http://schemas.microsoft.com/office/powerpoint/2010/main" val="3733304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7520F84D-966A-41CD-B818-16BF32EF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10D23-E323-4577-A8EA-12C6C601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BE72405-C86F-532E-82AD-9B8633273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spc="800"/>
              <a:t>Poznávačka – plemena králíků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114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32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Činčila malá 0,1 šampionka speciální výstavy 95,5 b., V. Pavlovice 2013, chovatel Karel Straňák">
            <a:extLst>
              <a:ext uri="{FF2B5EF4-FFF2-40B4-BE49-F238E27FC236}">
                <a16:creationId xmlns:a16="http://schemas.microsoft.com/office/drawing/2014/main" id="{30E04DA8-E43D-0F03-D412-C473E1483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9780" y="965199"/>
            <a:ext cx="6570134" cy="492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6165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Český luštič z chovu Stanislava Reka">
            <a:extLst>
              <a:ext uri="{FF2B5EF4-FFF2-40B4-BE49-F238E27FC236}">
                <a16:creationId xmlns:a16="http://schemas.microsoft.com/office/drawing/2014/main" id="{3193430B-BB5C-DD86-CF7C-700F0A763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90694" y="965199"/>
            <a:ext cx="6548307" cy="49276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046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0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2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Zakrslý teddy siamský, 2021, chov a foto Kamila Štenclová">
            <a:extLst>
              <a:ext uri="{FF2B5EF4-FFF2-40B4-BE49-F238E27FC236}">
                <a16:creationId xmlns:a16="http://schemas.microsoft.com/office/drawing/2014/main" id="{B4A2CD4A-B4DA-F092-1933-2D1BF3B5B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0062" y="965199"/>
            <a:ext cx="7729570" cy="492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2405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0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2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Obrázek 1" descr="Český strakáč černý 97,0 b. z chovu Jana Maliny">
            <a:extLst>
              <a:ext uri="{FF2B5EF4-FFF2-40B4-BE49-F238E27FC236}">
                <a16:creationId xmlns:a16="http://schemas.microsoft.com/office/drawing/2014/main" id="{BAE4C0CC-1701-02AB-8A42-9A943D97519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90694" y="965199"/>
            <a:ext cx="6548307" cy="49276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1684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5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47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Holandský divoce zbarvený 96,0 b. z chovu Pavla Trešla">
            <a:extLst>
              <a:ext uri="{FF2B5EF4-FFF2-40B4-BE49-F238E27FC236}">
                <a16:creationId xmlns:a16="http://schemas.microsoft.com/office/drawing/2014/main" id="{BD729EB8-F7D1-06F6-88D7-DAB1C2CA7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90694" y="965199"/>
            <a:ext cx="6548306" cy="492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1923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5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37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Zakrslý beran divoce modrý z chovu Ing. Pavla Kopečného, oc. 96,0 b.">
            <a:extLst>
              <a:ext uri="{FF2B5EF4-FFF2-40B4-BE49-F238E27FC236}">
                <a16:creationId xmlns:a16="http://schemas.microsoft.com/office/drawing/2014/main" id="{21252D53-EDC1-7F46-1B75-AA8FE431B3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9780" y="965199"/>
            <a:ext cx="6570134" cy="492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394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Belgický obr divoce zbarvený, z CVMK Nasobůrky, 2014">
            <a:extLst>
              <a:ext uri="{FF2B5EF4-FFF2-40B4-BE49-F238E27FC236}">
                <a16:creationId xmlns:a16="http://schemas.microsoft.com/office/drawing/2014/main" id="{CC74116D-39B0-0CA8-3302-0AA170B10E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2" r="14757" b="1"/>
          <a:stretch/>
        </p:blipFill>
        <p:spPr bwMode="auto">
          <a:xfrm>
            <a:off x="3824251" y="965199"/>
            <a:ext cx="5281193" cy="492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07578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5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07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473743BB-FD65-F181-27E4-A4094BBB65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706"/>
          <a:stretch/>
        </p:blipFill>
        <p:spPr>
          <a:xfrm>
            <a:off x="2656839" y="965199"/>
            <a:ext cx="7616017" cy="492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4355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2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Angora bílá červenooká 0,1 95,5 b., pohár, CV Lysá n. L. 2013, chovatel Jaroslav Šťastný">
            <a:extLst>
              <a:ext uri="{FF2B5EF4-FFF2-40B4-BE49-F238E27FC236}">
                <a16:creationId xmlns:a16="http://schemas.microsoft.com/office/drawing/2014/main" id="{0A23FAB5-C79D-0E17-70CB-4927F7E7EB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9780" y="965199"/>
            <a:ext cx="6570134" cy="492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9993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5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7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brázek 2" descr="4a - Moravský modrý - chovatel Jaroslav Drejček">
            <a:extLst>
              <a:ext uri="{FF2B5EF4-FFF2-40B4-BE49-F238E27FC236}">
                <a16:creationId xmlns:a16="http://schemas.microsoft.com/office/drawing/2014/main" id="{DFF581A0-DCE7-A11C-C6D7-E1FC121CBC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55951" y="965199"/>
            <a:ext cx="6217793" cy="49276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33319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6">
            <a:extLst>
              <a:ext uri="{FF2B5EF4-FFF2-40B4-BE49-F238E27FC236}">
                <a16:creationId xmlns:a16="http://schemas.microsoft.com/office/drawing/2014/main" id="{DD0AEE21-CF4B-4395-A100-EFB0EB995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9F8DBD9A-1B56-4D4B-856B-89CC682C6B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EE079F42-5C7A-44DD-9E9F-A34795A48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9091" y="0"/>
            <a:ext cx="114729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09777E15-6D68-4808-AD20-82EA7377F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3285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7" name="Freeform 6">
            <a:extLst>
              <a:ext uri="{FF2B5EF4-FFF2-40B4-BE49-F238E27FC236}">
                <a16:creationId xmlns:a16="http://schemas.microsoft.com/office/drawing/2014/main" id="{CE79CAD8-9F7F-4756-BD12-8463CA4C6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923A21-5790-4667-B5C7-ADA793B49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4448" y="643466"/>
            <a:ext cx="9600802" cy="55710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Kalifornský černý, výstava Náš chovatel 2012">
            <a:extLst>
              <a:ext uri="{FF2B5EF4-FFF2-40B4-BE49-F238E27FC236}">
                <a16:creationId xmlns:a16="http://schemas.microsoft.com/office/drawing/2014/main" id="{6F636445-5BD5-4921-48B1-AB83D7EDD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79780" y="965199"/>
            <a:ext cx="6570134" cy="49276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6424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7520F84D-966A-41CD-B818-16BF32EF1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510D23-E323-4577-A8EA-12C6C6019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B4FFECA-0832-4FE3-B587-054A0F2D8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081124D-BF45-161F-4905-F72CA02E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257" y="864911"/>
            <a:ext cx="9031484" cy="346728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000" spc="800"/>
              <a:t>Opakování z minulé hodiny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C65858E6-5C0F-4AAE-A1AC-29BA07FFE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070707"/>
            <a:ext cx="12192000" cy="1787292"/>
          </a:xfrm>
          <a:custGeom>
            <a:avLst/>
            <a:gdLst>
              <a:gd name="connsiteX0" fmla="*/ 619389 w 12192000"/>
              <a:gd name="connsiteY0" fmla="*/ 0 h 1787292"/>
              <a:gd name="connsiteX1" fmla="*/ 687652 w 12192000"/>
              <a:gd name="connsiteY1" fmla="*/ 3175 h 1787292"/>
              <a:gd name="connsiteX2" fmla="*/ 747977 w 12192000"/>
              <a:gd name="connsiteY2" fmla="*/ 9525 h 1787292"/>
              <a:gd name="connsiteX3" fmla="*/ 800364 w 12192000"/>
              <a:gd name="connsiteY3" fmla="*/ 20637 h 1787292"/>
              <a:gd name="connsiteX4" fmla="*/ 846402 w 12192000"/>
              <a:gd name="connsiteY4" fmla="*/ 36512 h 1787292"/>
              <a:gd name="connsiteX5" fmla="*/ 887677 w 12192000"/>
              <a:gd name="connsiteY5" fmla="*/ 52387 h 1787292"/>
              <a:gd name="connsiteX6" fmla="*/ 924189 w 12192000"/>
              <a:gd name="connsiteY6" fmla="*/ 68262 h 1787292"/>
              <a:gd name="connsiteX7" fmla="*/ 962289 w 12192000"/>
              <a:gd name="connsiteY7" fmla="*/ 87312 h 1787292"/>
              <a:gd name="connsiteX8" fmla="*/ 1000389 w 12192000"/>
              <a:gd name="connsiteY8" fmla="*/ 106362 h 1787292"/>
              <a:gd name="connsiteX9" fmla="*/ 1036902 w 12192000"/>
              <a:gd name="connsiteY9" fmla="*/ 125412 h 1787292"/>
              <a:gd name="connsiteX10" fmla="*/ 1078177 w 12192000"/>
              <a:gd name="connsiteY10" fmla="*/ 141287 h 1787292"/>
              <a:gd name="connsiteX11" fmla="*/ 1124214 w 12192000"/>
              <a:gd name="connsiteY11" fmla="*/ 155575 h 1787292"/>
              <a:gd name="connsiteX12" fmla="*/ 1176602 w 12192000"/>
              <a:gd name="connsiteY12" fmla="*/ 166687 h 1787292"/>
              <a:gd name="connsiteX13" fmla="*/ 1236927 w 12192000"/>
              <a:gd name="connsiteY13" fmla="*/ 174625 h 1787292"/>
              <a:gd name="connsiteX14" fmla="*/ 1305189 w 12192000"/>
              <a:gd name="connsiteY14" fmla="*/ 176212 h 1787292"/>
              <a:gd name="connsiteX15" fmla="*/ 1373452 w 12192000"/>
              <a:gd name="connsiteY15" fmla="*/ 174625 h 1787292"/>
              <a:gd name="connsiteX16" fmla="*/ 1433777 w 12192000"/>
              <a:gd name="connsiteY16" fmla="*/ 166687 h 1787292"/>
              <a:gd name="connsiteX17" fmla="*/ 1486164 w 12192000"/>
              <a:gd name="connsiteY17" fmla="*/ 155575 h 1787292"/>
              <a:gd name="connsiteX18" fmla="*/ 1532202 w 12192000"/>
              <a:gd name="connsiteY18" fmla="*/ 141287 h 1787292"/>
              <a:gd name="connsiteX19" fmla="*/ 1573477 w 12192000"/>
              <a:gd name="connsiteY19" fmla="*/ 125412 h 1787292"/>
              <a:gd name="connsiteX20" fmla="*/ 1609989 w 12192000"/>
              <a:gd name="connsiteY20" fmla="*/ 106362 h 1787292"/>
              <a:gd name="connsiteX21" fmla="*/ 1648089 w 12192000"/>
              <a:gd name="connsiteY21" fmla="*/ 87312 h 1787292"/>
              <a:gd name="connsiteX22" fmla="*/ 1686189 w 12192000"/>
              <a:gd name="connsiteY22" fmla="*/ 68262 h 1787292"/>
              <a:gd name="connsiteX23" fmla="*/ 1722702 w 12192000"/>
              <a:gd name="connsiteY23" fmla="*/ 52387 h 1787292"/>
              <a:gd name="connsiteX24" fmla="*/ 1763977 w 12192000"/>
              <a:gd name="connsiteY24" fmla="*/ 36512 h 1787292"/>
              <a:gd name="connsiteX25" fmla="*/ 1810014 w 12192000"/>
              <a:gd name="connsiteY25" fmla="*/ 20637 h 1787292"/>
              <a:gd name="connsiteX26" fmla="*/ 1862402 w 12192000"/>
              <a:gd name="connsiteY26" fmla="*/ 9525 h 1787292"/>
              <a:gd name="connsiteX27" fmla="*/ 1922727 w 12192000"/>
              <a:gd name="connsiteY27" fmla="*/ 3175 h 1787292"/>
              <a:gd name="connsiteX28" fmla="*/ 1990989 w 12192000"/>
              <a:gd name="connsiteY28" fmla="*/ 0 h 1787292"/>
              <a:gd name="connsiteX29" fmla="*/ 2059252 w 12192000"/>
              <a:gd name="connsiteY29" fmla="*/ 3175 h 1787292"/>
              <a:gd name="connsiteX30" fmla="*/ 2119577 w 12192000"/>
              <a:gd name="connsiteY30" fmla="*/ 9525 h 1787292"/>
              <a:gd name="connsiteX31" fmla="*/ 2171964 w 12192000"/>
              <a:gd name="connsiteY31" fmla="*/ 20637 h 1787292"/>
              <a:gd name="connsiteX32" fmla="*/ 2218002 w 12192000"/>
              <a:gd name="connsiteY32" fmla="*/ 36512 h 1787292"/>
              <a:gd name="connsiteX33" fmla="*/ 2259277 w 12192000"/>
              <a:gd name="connsiteY33" fmla="*/ 52387 h 1787292"/>
              <a:gd name="connsiteX34" fmla="*/ 2295789 w 12192000"/>
              <a:gd name="connsiteY34" fmla="*/ 68262 h 1787292"/>
              <a:gd name="connsiteX35" fmla="*/ 2333889 w 12192000"/>
              <a:gd name="connsiteY35" fmla="*/ 87312 h 1787292"/>
              <a:gd name="connsiteX36" fmla="*/ 2371989 w 12192000"/>
              <a:gd name="connsiteY36" fmla="*/ 106362 h 1787292"/>
              <a:gd name="connsiteX37" fmla="*/ 2408502 w 12192000"/>
              <a:gd name="connsiteY37" fmla="*/ 125412 h 1787292"/>
              <a:gd name="connsiteX38" fmla="*/ 2449777 w 12192000"/>
              <a:gd name="connsiteY38" fmla="*/ 141287 h 1787292"/>
              <a:gd name="connsiteX39" fmla="*/ 2495814 w 12192000"/>
              <a:gd name="connsiteY39" fmla="*/ 155575 h 1787292"/>
              <a:gd name="connsiteX40" fmla="*/ 2548202 w 12192000"/>
              <a:gd name="connsiteY40" fmla="*/ 166687 h 1787292"/>
              <a:gd name="connsiteX41" fmla="*/ 2608527 w 12192000"/>
              <a:gd name="connsiteY41" fmla="*/ 174625 h 1787292"/>
              <a:gd name="connsiteX42" fmla="*/ 2676789 w 12192000"/>
              <a:gd name="connsiteY42" fmla="*/ 176212 h 1787292"/>
              <a:gd name="connsiteX43" fmla="*/ 2745052 w 12192000"/>
              <a:gd name="connsiteY43" fmla="*/ 174625 h 1787292"/>
              <a:gd name="connsiteX44" fmla="*/ 2805377 w 12192000"/>
              <a:gd name="connsiteY44" fmla="*/ 166687 h 1787292"/>
              <a:gd name="connsiteX45" fmla="*/ 2857764 w 12192000"/>
              <a:gd name="connsiteY45" fmla="*/ 155575 h 1787292"/>
              <a:gd name="connsiteX46" fmla="*/ 2903802 w 12192000"/>
              <a:gd name="connsiteY46" fmla="*/ 141287 h 1787292"/>
              <a:gd name="connsiteX47" fmla="*/ 2945077 w 12192000"/>
              <a:gd name="connsiteY47" fmla="*/ 125412 h 1787292"/>
              <a:gd name="connsiteX48" fmla="*/ 2981589 w 12192000"/>
              <a:gd name="connsiteY48" fmla="*/ 106362 h 1787292"/>
              <a:gd name="connsiteX49" fmla="*/ 3019689 w 12192000"/>
              <a:gd name="connsiteY49" fmla="*/ 87312 h 1787292"/>
              <a:gd name="connsiteX50" fmla="*/ 3057789 w 12192000"/>
              <a:gd name="connsiteY50" fmla="*/ 68262 h 1787292"/>
              <a:gd name="connsiteX51" fmla="*/ 3094302 w 12192000"/>
              <a:gd name="connsiteY51" fmla="*/ 52387 h 1787292"/>
              <a:gd name="connsiteX52" fmla="*/ 3135577 w 12192000"/>
              <a:gd name="connsiteY52" fmla="*/ 36512 h 1787292"/>
              <a:gd name="connsiteX53" fmla="*/ 3181614 w 12192000"/>
              <a:gd name="connsiteY53" fmla="*/ 20637 h 1787292"/>
              <a:gd name="connsiteX54" fmla="*/ 3234002 w 12192000"/>
              <a:gd name="connsiteY54" fmla="*/ 9525 h 1787292"/>
              <a:gd name="connsiteX55" fmla="*/ 3294327 w 12192000"/>
              <a:gd name="connsiteY55" fmla="*/ 3175 h 1787292"/>
              <a:gd name="connsiteX56" fmla="*/ 3361002 w 12192000"/>
              <a:gd name="connsiteY56" fmla="*/ 0 h 1787292"/>
              <a:gd name="connsiteX57" fmla="*/ 3430852 w 12192000"/>
              <a:gd name="connsiteY57" fmla="*/ 3175 h 1787292"/>
              <a:gd name="connsiteX58" fmla="*/ 3491177 w 12192000"/>
              <a:gd name="connsiteY58" fmla="*/ 9525 h 1787292"/>
              <a:gd name="connsiteX59" fmla="*/ 3543564 w 12192000"/>
              <a:gd name="connsiteY59" fmla="*/ 20637 h 1787292"/>
              <a:gd name="connsiteX60" fmla="*/ 3589602 w 12192000"/>
              <a:gd name="connsiteY60" fmla="*/ 36512 h 1787292"/>
              <a:gd name="connsiteX61" fmla="*/ 3630877 w 12192000"/>
              <a:gd name="connsiteY61" fmla="*/ 52387 h 1787292"/>
              <a:gd name="connsiteX62" fmla="*/ 3667389 w 12192000"/>
              <a:gd name="connsiteY62" fmla="*/ 68262 h 1787292"/>
              <a:gd name="connsiteX63" fmla="*/ 3705489 w 12192000"/>
              <a:gd name="connsiteY63" fmla="*/ 87312 h 1787292"/>
              <a:gd name="connsiteX64" fmla="*/ 3743589 w 12192000"/>
              <a:gd name="connsiteY64" fmla="*/ 106362 h 1787292"/>
              <a:gd name="connsiteX65" fmla="*/ 3780102 w 12192000"/>
              <a:gd name="connsiteY65" fmla="*/ 125412 h 1787292"/>
              <a:gd name="connsiteX66" fmla="*/ 3821377 w 12192000"/>
              <a:gd name="connsiteY66" fmla="*/ 141287 h 1787292"/>
              <a:gd name="connsiteX67" fmla="*/ 3867414 w 12192000"/>
              <a:gd name="connsiteY67" fmla="*/ 155575 h 1787292"/>
              <a:gd name="connsiteX68" fmla="*/ 3919802 w 12192000"/>
              <a:gd name="connsiteY68" fmla="*/ 166687 h 1787292"/>
              <a:gd name="connsiteX69" fmla="*/ 3980127 w 12192000"/>
              <a:gd name="connsiteY69" fmla="*/ 174625 h 1787292"/>
              <a:gd name="connsiteX70" fmla="*/ 4048389 w 12192000"/>
              <a:gd name="connsiteY70" fmla="*/ 176212 h 1787292"/>
              <a:gd name="connsiteX71" fmla="*/ 4116652 w 12192000"/>
              <a:gd name="connsiteY71" fmla="*/ 174625 h 1787292"/>
              <a:gd name="connsiteX72" fmla="*/ 4176977 w 12192000"/>
              <a:gd name="connsiteY72" fmla="*/ 166687 h 1787292"/>
              <a:gd name="connsiteX73" fmla="*/ 4229364 w 12192000"/>
              <a:gd name="connsiteY73" fmla="*/ 155575 h 1787292"/>
              <a:gd name="connsiteX74" fmla="*/ 4275402 w 12192000"/>
              <a:gd name="connsiteY74" fmla="*/ 141287 h 1787292"/>
              <a:gd name="connsiteX75" fmla="*/ 4316677 w 12192000"/>
              <a:gd name="connsiteY75" fmla="*/ 125412 h 1787292"/>
              <a:gd name="connsiteX76" fmla="*/ 4353189 w 12192000"/>
              <a:gd name="connsiteY76" fmla="*/ 106362 h 1787292"/>
              <a:gd name="connsiteX77" fmla="*/ 4429389 w 12192000"/>
              <a:gd name="connsiteY77" fmla="*/ 68262 h 1787292"/>
              <a:gd name="connsiteX78" fmla="*/ 4465902 w 12192000"/>
              <a:gd name="connsiteY78" fmla="*/ 52387 h 1787292"/>
              <a:gd name="connsiteX79" fmla="*/ 4507177 w 12192000"/>
              <a:gd name="connsiteY79" fmla="*/ 36512 h 1787292"/>
              <a:gd name="connsiteX80" fmla="*/ 4553214 w 12192000"/>
              <a:gd name="connsiteY80" fmla="*/ 20637 h 1787292"/>
              <a:gd name="connsiteX81" fmla="*/ 4605602 w 12192000"/>
              <a:gd name="connsiteY81" fmla="*/ 9525 h 1787292"/>
              <a:gd name="connsiteX82" fmla="*/ 4665928 w 12192000"/>
              <a:gd name="connsiteY82" fmla="*/ 3175 h 1787292"/>
              <a:gd name="connsiteX83" fmla="*/ 4734189 w 12192000"/>
              <a:gd name="connsiteY83" fmla="*/ 0 h 1787292"/>
              <a:gd name="connsiteX84" fmla="*/ 4802453 w 12192000"/>
              <a:gd name="connsiteY84" fmla="*/ 3175 h 1787292"/>
              <a:gd name="connsiteX85" fmla="*/ 4862777 w 12192000"/>
              <a:gd name="connsiteY85" fmla="*/ 9525 h 1787292"/>
              <a:gd name="connsiteX86" fmla="*/ 4915165 w 12192000"/>
              <a:gd name="connsiteY86" fmla="*/ 20637 h 1787292"/>
              <a:gd name="connsiteX87" fmla="*/ 4961201 w 12192000"/>
              <a:gd name="connsiteY87" fmla="*/ 36512 h 1787292"/>
              <a:gd name="connsiteX88" fmla="*/ 5002476 w 12192000"/>
              <a:gd name="connsiteY88" fmla="*/ 52387 h 1787292"/>
              <a:gd name="connsiteX89" fmla="*/ 5038989 w 12192000"/>
              <a:gd name="connsiteY89" fmla="*/ 68262 h 1787292"/>
              <a:gd name="connsiteX90" fmla="*/ 5077089 w 12192000"/>
              <a:gd name="connsiteY90" fmla="*/ 87312 h 1787292"/>
              <a:gd name="connsiteX91" fmla="*/ 5115189 w 12192000"/>
              <a:gd name="connsiteY91" fmla="*/ 106362 h 1787292"/>
              <a:gd name="connsiteX92" fmla="*/ 5151701 w 12192000"/>
              <a:gd name="connsiteY92" fmla="*/ 125412 h 1787292"/>
              <a:gd name="connsiteX93" fmla="*/ 5192976 w 12192000"/>
              <a:gd name="connsiteY93" fmla="*/ 141287 h 1787292"/>
              <a:gd name="connsiteX94" fmla="*/ 5239014 w 12192000"/>
              <a:gd name="connsiteY94" fmla="*/ 155575 h 1787292"/>
              <a:gd name="connsiteX95" fmla="*/ 5291401 w 12192000"/>
              <a:gd name="connsiteY95" fmla="*/ 166687 h 1787292"/>
              <a:gd name="connsiteX96" fmla="*/ 5351727 w 12192000"/>
              <a:gd name="connsiteY96" fmla="*/ 174625 h 1787292"/>
              <a:gd name="connsiteX97" fmla="*/ 5410199 w 12192000"/>
              <a:gd name="connsiteY97" fmla="*/ 175985 h 1787292"/>
              <a:gd name="connsiteX98" fmla="*/ 5468671 w 12192000"/>
              <a:gd name="connsiteY98" fmla="*/ 174625 h 1787292"/>
              <a:gd name="connsiteX99" fmla="*/ 5528996 w 12192000"/>
              <a:gd name="connsiteY99" fmla="*/ 166687 h 1787292"/>
              <a:gd name="connsiteX100" fmla="*/ 5581383 w 12192000"/>
              <a:gd name="connsiteY100" fmla="*/ 155575 h 1787292"/>
              <a:gd name="connsiteX101" fmla="*/ 5627421 w 12192000"/>
              <a:gd name="connsiteY101" fmla="*/ 141287 h 1787292"/>
              <a:gd name="connsiteX102" fmla="*/ 5668696 w 12192000"/>
              <a:gd name="connsiteY102" fmla="*/ 125412 h 1787292"/>
              <a:gd name="connsiteX103" fmla="*/ 5705209 w 12192000"/>
              <a:gd name="connsiteY103" fmla="*/ 106362 h 1787292"/>
              <a:gd name="connsiteX104" fmla="*/ 5743308 w 12192000"/>
              <a:gd name="connsiteY104" fmla="*/ 87312 h 1787292"/>
              <a:gd name="connsiteX105" fmla="*/ 5781408 w 12192000"/>
              <a:gd name="connsiteY105" fmla="*/ 68262 h 1787292"/>
              <a:gd name="connsiteX106" fmla="*/ 5817921 w 12192000"/>
              <a:gd name="connsiteY106" fmla="*/ 52387 h 1787292"/>
              <a:gd name="connsiteX107" fmla="*/ 5859196 w 12192000"/>
              <a:gd name="connsiteY107" fmla="*/ 36512 h 1787292"/>
              <a:gd name="connsiteX108" fmla="*/ 5905234 w 12192000"/>
              <a:gd name="connsiteY108" fmla="*/ 20637 h 1787292"/>
              <a:gd name="connsiteX109" fmla="*/ 5957621 w 12192000"/>
              <a:gd name="connsiteY109" fmla="*/ 9525 h 1787292"/>
              <a:gd name="connsiteX110" fmla="*/ 6017947 w 12192000"/>
              <a:gd name="connsiteY110" fmla="*/ 3175 h 1787292"/>
              <a:gd name="connsiteX111" fmla="*/ 6086208 w 12192000"/>
              <a:gd name="connsiteY111" fmla="*/ 0 h 1787292"/>
              <a:gd name="connsiteX112" fmla="*/ 6095999 w 12192000"/>
              <a:gd name="connsiteY112" fmla="*/ 455 h 1787292"/>
              <a:gd name="connsiteX113" fmla="*/ 6105789 w 12192000"/>
              <a:gd name="connsiteY113" fmla="*/ 0 h 1787292"/>
              <a:gd name="connsiteX114" fmla="*/ 6174052 w 12192000"/>
              <a:gd name="connsiteY114" fmla="*/ 3175 h 1787292"/>
              <a:gd name="connsiteX115" fmla="*/ 6234377 w 12192000"/>
              <a:gd name="connsiteY115" fmla="*/ 9525 h 1787292"/>
              <a:gd name="connsiteX116" fmla="*/ 6286764 w 12192000"/>
              <a:gd name="connsiteY116" fmla="*/ 20637 h 1787292"/>
              <a:gd name="connsiteX117" fmla="*/ 6332802 w 12192000"/>
              <a:gd name="connsiteY117" fmla="*/ 36512 h 1787292"/>
              <a:gd name="connsiteX118" fmla="*/ 6374077 w 12192000"/>
              <a:gd name="connsiteY118" fmla="*/ 52387 h 1787292"/>
              <a:gd name="connsiteX119" fmla="*/ 6410589 w 12192000"/>
              <a:gd name="connsiteY119" fmla="*/ 68262 h 1787292"/>
              <a:gd name="connsiteX120" fmla="*/ 6448689 w 12192000"/>
              <a:gd name="connsiteY120" fmla="*/ 87312 h 1787292"/>
              <a:gd name="connsiteX121" fmla="*/ 6486789 w 12192000"/>
              <a:gd name="connsiteY121" fmla="*/ 106362 h 1787292"/>
              <a:gd name="connsiteX122" fmla="*/ 6523302 w 12192000"/>
              <a:gd name="connsiteY122" fmla="*/ 125412 h 1787292"/>
              <a:gd name="connsiteX123" fmla="*/ 6564577 w 12192000"/>
              <a:gd name="connsiteY123" fmla="*/ 141287 h 1787292"/>
              <a:gd name="connsiteX124" fmla="*/ 6610614 w 12192000"/>
              <a:gd name="connsiteY124" fmla="*/ 155575 h 1787292"/>
              <a:gd name="connsiteX125" fmla="*/ 6663002 w 12192000"/>
              <a:gd name="connsiteY125" fmla="*/ 166687 h 1787292"/>
              <a:gd name="connsiteX126" fmla="*/ 6723327 w 12192000"/>
              <a:gd name="connsiteY126" fmla="*/ 174625 h 1787292"/>
              <a:gd name="connsiteX127" fmla="*/ 6781799 w 12192000"/>
              <a:gd name="connsiteY127" fmla="*/ 175985 h 1787292"/>
              <a:gd name="connsiteX128" fmla="*/ 6840271 w 12192000"/>
              <a:gd name="connsiteY128" fmla="*/ 174625 h 1787292"/>
              <a:gd name="connsiteX129" fmla="*/ 6900596 w 12192000"/>
              <a:gd name="connsiteY129" fmla="*/ 166687 h 1787292"/>
              <a:gd name="connsiteX130" fmla="*/ 6952983 w 12192000"/>
              <a:gd name="connsiteY130" fmla="*/ 155575 h 1787292"/>
              <a:gd name="connsiteX131" fmla="*/ 6999021 w 12192000"/>
              <a:gd name="connsiteY131" fmla="*/ 141287 h 1787292"/>
              <a:gd name="connsiteX132" fmla="*/ 7040296 w 12192000"/>
              <a:gd name="connsiteY132" fmla="*/ 125412 h 1787292"/>
              <a:gd name="connsiteX133" fmla="*/ 7076808 w 12192000"/>
              <a:gd name="connsiteY133" fmla="*/ 106362 h 1787292"/>
              <a:gd name="connsiteX134" fmla="*/ 7114908 w 12192000"/>
              <a:gd name="connsiteY134" fmla="*/ 87312 h 1787292"/>
              <a:gd name="connsiteX135" fmla="*/ 7153008 w 12192000"/>
              <a:gd name="connsiteY135" fmla="*/ 68262 h 1787292"/>
              <a:gd name="connsiteX136" fmla="*/ 7189521 w 12192000"/>
              <a:gd name="connsiteY136" fmla="*/ 52387 h 1787292"/>
              <a:gd name="connsiteX137" fmla="*/ 7230796 w 12192000"/>
              <a:gd name="connsiteY137" fmla="*/ 36512 h 1787292"/>
              <a:gd name="connsiteX138" fmla="*/ 7276833 w 12192000"/>
              <a:gd name="connsiteY138" fmla="*/ 20637 h 1787292"/>
              <a:gd name="connsiteX139" fmla="*/ 7329221 w 12192000"/>
              <a:gd name="connsiteY139" fmla="*/ 9525 h 1787292"/>
              <a:gd name="connsiteX140" fmla="*/ 7389546 w 12192000"/>
              <a:gd name="connsiteY140" fmla="*/ 3175 h 1787292"/>
              <a:gd name="connsiteX141" fmla="*/ 7457808 w 12192000"/>
              <a:gd name="connsiteY141" fmla="*/ 0 h 1787292"/>
              <a:gd name="connsiteX142" fmla="*/ 7526071 w 12192000"/>
              <a:gd name="connsiteY142" fmla="*/ 3175 h 1787292"/>
              <a:gd name="connsiteX143" fmla="*/ 7586396 w 12192000"/>
              <a:gd name="connsiteY143" fmla="*/ 9525 h 1787292"/>
              <a:gd name="connsiteX144" fmla="*/ 7638783 w 12192000"/>
              <a:gd name="connsiteY144" fmla="*/ 20637 h 1787292"/>
              <a:gd name="connsiteX145" fmla="*/ 7684821 w 12192000"/>
              <a:gd name="connsiteY145" fmla="*/ 36512 h 1787292"/>
              <a:gd name="connsiteX146" fmla="*/ 7726096 w 12192000"/>
              <a:gd name="connsiteY146" fmla="*/ 52387 h 1787292"/>
              <a:gd name="connsiteX147" fmla="*/ 7762608 w 12192000"/>
              <a:gd name="connsiteY147" fmla="*/ 68262 h 1787292"/>
              <a:gd name="connsiteX148" fmla="*/ 7800708 w 12192000"/>
              <a:gd name="connsiteY148" fmla="*/ 87312 h 1787292"/>
              <a:gd name="connsiteX149" fmla="*/ 7838808 w 12192000"/>
              <a:gd name="connsiteY149" fmla="*/ 106362 h 1787292"/>
              <a:gd name="connsiteX150" fmla="*/ 7875321 w 12192000"/>
              <a:gd name="connsiteY150" fmla="*/ 125412 h 1787292"/>
              <a:gd name="connsiteX151" fmla="*/ 7916596 w 12192000"/>
              <a:gd name="connsiteY151" fmla="*/ 141287 h 1787292"/>
              <a:gd name="connsiteX152" fmla="*/ 7962633 w 12192000"/>
              <a:gd name="connsiteY152" fmla="*/ 155575 h 1787292"/>
              <a:gd name="connsiteX153" fmla="*/ 8015021 w 12192000"/>
              <a:gd name="connsiteY153" fmla="*/ 166687 h 1787292"/>
              <a:gd name="connsiteX154" fmla="*/ 8075346 w 12192000"/>
              <a:gd name="connsiteY154" fmla="*/ 174625 h 1787292"/>
              <a:gd name="connsiteX155" fmla="*/ 8143608 w 12192000"/>
              <a:gd name="connsiteY155" fmla="*/ 176212 h 1787292"/>
              <a:gd name="connsiteX156" fmla="*/ 8211871 w 12192000"/>
              <a:gd name="connsiteY156" fmla="*/ 174625 h 1787292"/>
              <a:gd name="connsiteX157" fmla="*/ 8272196 w 12192000"/>
              <a:gd name="connsiteY157" fmla="*/ 166687 h 1787292"/>
              <a:gd name="connsiteX158" fmla="*/ 8324583 w 12192000"/>
              <a:gd name="connsiteY158" fmla="*/ 155575 h 1787292"/>
              <a:gd name="connsiteX159" fmla="*/ 8370621 w 12192000"/>
              <a:gd name="connsiteY159" fmla="*/ 141287 h 1787292"/>
              <a:gd name="connsiteX160" fmla="*/ 8411896 w 12192000"/>
              <a:gd name="connsiteY160" fmla="*/ 125412 h 1787292"/>
              <a:gd name="connsiteX161" fmla="*/ 8448408 w 12192000"/>
              <a:gd name="connsiteY161" fmla="*/ 106362 h 1787292"/>
              <a:gd name="connsiteX162" fmla="*/ 8486508 w 12192000"/>
              <a:gd name="connsiteY162" fmla="*/ 87312 h 1787292"/>
              <a:gd name="connsiteX163" fmla="*/ 8524608 w 12192000"/>
              <a:gd name="connsiteY163" fmla="*/ 68262 h 1787292"/>
              <a:gd name="connsiteX164" fmla="*/ 8561120 w 12192000"/>
              <a:gd name="connsiteY164" fmla="*/ 52387 h 1787292"/>
              <a:gd name="connsiteX165" fmla="*/ 8602396 w 12192000"/>
              <a:gd name="connsiteY165" fmla="*/ 36512 h 1787292"/>
              <a:gd name="connsiteX166" fmla="*/ 8648432 w 12192000"/>
              <a:gd name="connsiteY166" fmla="*/ 20637 h 1787292"/>
              <a:gd name="connsiteX167" fmla="*/ 8700820 w 12192000"/>
              <a:gd name="connsiteY167" fmla="*/ 9525 h 1787292"/>
              <a:gd name="connsiteX168" fmla="*/ 8761146 w 12192000"/>
              <a:gd name="connsiteY168" fmla="*/ 3175 h 1787292"/>
              <a:gd name="connsiteX169" fmla="*/ 8827820 w 12192000"/>
              <a:gd name="connsiteY169" fmla="*/ 0 h 1787292"/>
              <a:gd name="connsiteX170" fmla="*/ 8897670 w 12192000"/>
              <a:gd name="connsiteY170" fmla="*/ 3175 h 1787292"/>
              <a:gd name="connsiteX171" fmla="*/ 8957996 w 12192000"/>
              <a:gd name="connsiteY171" fmla="*/ 9525 h 1787292"/>
              <a:gd name="connsiteX172" fmla="*/ 9010382 w 12192000"/>
              <a:gd name="connsiteY172" fmla="*/ 20637 h 1787292"/>
              <a:gd name="connsiteX173" fmla="*/ 9056420 w 12192000"/>
              <a:gd name="connsiteY173" fmla="*/ 36512 h 1787292"/>
              <a:gd name="connsiteX174" fmla="*/ 9097696 w 12192000"/>
              <a:gd name="connsiteY174" fmla="*/ 52387 h 1787292"/>
              <a:gd name="connsiteX175" fmla="*/ 9134208 w 12192000"/>
              <a:gd name="connsiteY175" fmla="*/ 68262 h 1787292"/>
              <a:gd name="connsiteX176" fmla="*/ 9172308 w 12192000"/>
              <a:gd name="connsiteY176" fmla="*/ 87312 h 1787292"/>
              <a:gd name="connsiteX177" fmla="*/ 9210408 w 12192000"/>
              <a:gd name="connsiteY177" fmla="*/ 106362 h 1787292"/>
              <a:gd name="connsiteX178" fmla="*/ 9246920 w 12192000"/>
              <a:gd name="connsiteY178" fmla="*/ 125412 h 1787292"/>
              <a:gd name="connsiteX179" fmla="*/ 9288196 w 12192000"/>
              <a:gd name="connsiteY179" fmla="*/ 141287 h 1787292"/>
              <a:gd name="connsiteX180" fmla="*/ 9334232 w 12192000"/>
              <a:gd name="connsiteY180" fmla="*/ 155575 h 1787292"/>
              <a:gd name="connsiteX181" fmla="*/ 9386620 w 12192000"/>
              <a:gd name="connsiteY181" fmla="*/ 166687 h 1787292"/>
              <a:gd name="connsiteX182" fmla="*/ 9446946 w 12192000"/>
              <a:gd name="connsiteY182" fmla="*/ 174625 h 1787292"/>
              <a:gd name="connsiteX183" fmla="*/ 9515208 w 12192000"/>
              <a:gd name="connsiteY183" fmla="*/ 176212 h 1787292"/>
              <a:gd name="connsiteX184" fmla="*/ 9583470 w 12192000"/>
              <a:gd name="connsiteY184" fmla="*/ 174625 h 1787292"/>
              <a:gd name="connsiteX185" fmla="*/ 9643796 w 12192000"/>
              <a:gd name="connsiteY185" fmla="*/ 166687 h 1787292"/>
              <a:gd name="connsiteX186" fmla="*/ 9696182 w 12192000"/>
              <a:gd name="connsiteY186" fmla="*/ 155575 h 1787292"/>
              <a:gd name="connsiteX187" fmla="*/ 9742220 w 12192000"/>
              <a:gd name="connsiteY187" fmla="*/ 141287 h 1787292"/>
              <a:gd name="connsiteX188" fmla="*/ 9783496 w 12192000"/>
              <a:gd name="connsiteY188" fmla="*/ 125412 h 1787292"/>
              <a:gd name="connsiteX189" fmla="*/ 9820008 w 12192000"/>
              <a:gd name="connsiteY189" fmla="*/ 106362 h 1787292"/>
              <a:gd name="connsiteX190" fmla="*/ 9896208 w 12192000"/>
              <a:gd name="connsiteY190" fmla="*/ 68262 h 1787292"/>
              <a:gd name="connsiteX191" fmla="*/ 9932720 w 12192000"/>
              <a:gd name="connsiteY191" fmla="*/ 52387 h 1787292"/>
              <a:gd name="connsiteX192" fmla="*/ 9973996 w 12192000"/>
              <a:gd name="connsiteY192" fmla="*/ 36512 h 1787292"/>
              <a:gd name="connsiteX193" fmla="*/ 10020032 w 12192000"/>
              <a:gd name="connsiteY193" fmla="*/ 20637 h 1787292"/>
              <a:gd name="connsiteX194" fmla="*/ 10072420 w 12192000"/>
              <a:gd name="connsiteY194" fmla="*/ 9525 h 1787292"/>
              <a:gd name="connsiteX195" fmla="*/ 10132746 w 12192000"/>
              <a:gd name="connsiteY195" fmla="*/ 3175 h 1787292"/>
              <a:gd name="connsiteX196" fmla="*/ 10201008 w 12192000"/>
              <a:gd name="connsiteY196" fmla="*/ 0 h 1787292"/>
              <a:gd name="connsiteX197" fmla="*/ 10269270 w 12192000"/>
              <a:gd name="connsiteY197" fmla="*/ 3175 h 1787292"/>
              <a:gd name="connsiteX198" fmla="*/ 10329596 w 12192000"/>
              <a:gd name="connsiteY198" fmla="*/ 9525 h 1787292"/>
              <a:gd name="connsiteX199" fmla="*/ 10381982 w 12192000"/>
              <a:gd name="connsiteY199" fmla="*/ 20637 h 1787292"/>
              <a:gd name="connsiteX200" fmla="*/ 10428020 w 12192000"/>
              <a:gd name="connsiteY200" fmla="*/ 36512 h 1787292"/>
              <a:gd name="connsiteX201" fmla="*/ 10469296 w 12192000"/>
              <a:gd name="connsiteY201" fmla="*/ 52387 h 1787292"/>
              <a:gd name="connsiteX202" fmla="*/ 10505808 w 12192000"/>
              <a:gd name="connsiteY202" fmla="*/ 68262 h 1787292"/>
              <a:gd name="connsiteX203" fmla="*/ 10543908 w 12192000"/>
              <a:gd name="connsiteY203" fmla="*/ 87312 h 1787292"/>
              <a:gd name="connsiteX204" fmla="*/ 10582008 w 12192000"/>
              <a:gd name="connsiteY204" fmla="*/ 106362 h 1787292"/>
              <a:gd name="connsiteX205" fmla="*/ 10618520 w 12192000"/>
              <a:gd name="connsiteY205" fmla="*/ 125412 h 1787292"/>
              <a:gd name="connsiteX206" fmla="*/ 10659796 w 12192000"/>
              <a:gd name="connsiteY206" fmla="*/ 141287 h 1787292"/>
              <a:gd name="connsiteX207" fmla="*/ 10705832 w 12192000"/>
              <a:gd name="connsiteY207" fmla="*/ 155575 h 1787292"/>
              <a:gd name="connsiteX208" fmla="*/ 10758220 w 12192000"/>
              <a:gd name="connsiteY208" fmla="*/ 166687 h 1787292"/>
              <a:gd name="connsiteX209" fmla="*/ 10818546 w 12192000"/>
              <a:gd name="connsiteY209" fmla="*/ 174625 h 1787292"/>
              <a:gd name="connsiteX210" fmla="*/ 10886808 w 12192000"/>
              <a:gd name="connsiteY210" fmla="*/ 176212 h 1787292"/>
              <a:gd name="connsiteX211" fmla="*/ 10955070 w 12192000"/>
              <a:gd name="connsiteY211" fmla="*/ 174625 h 1787292"/>
              <a:gd name="connsiteX212" fmla="*/ 11015396 w 12192000"/>
              <a:gd name="connsiteY212" fmla="*/ 166687 h 1787292"/>
              <a:gd name="connsiteX213" fmla="*/ 11067782 w 12192000"/>
              <a:gd name="connsiteY213" fmla="*/ 155575 h 1787292"/>
              <a:gd name="connsiteX214" fmla="*/ 11113820 w 12192000"/>
              <a:gd name="connsiteY214" fmla="*/ 141287 h 1787292"/>
              <a:gd name="connsiteX215" fmla="*/ 11155096 w 12192000"/>
              <a:gd name="connsiteY215" fmla="*/ 125412 h 1787292"/>
              <a:gd name="connsiteX216" fmla="*/ 11191608 w 12192000"/>
              <a:gd name="connsiteY216" fmla="*/ 106362 h 1787292"/>
              <a:gd name="connsiteX217" fmla="*/ 11229708 w 12192000"/>
              <a:gd name="connsiteY217" fmla="*/ 87312 h 1787292"/>
              <a:gd name="connsiteX218" fmla="*/ 11267808 w 12192000"/>
              <a:gd name="connsiteY218" fmla="*/ 68262 h 1787292"/>
              <a:gd name="connsiteX219" fmla="*/ 11304320 w 12192000"/>
              <a:gd name="connsiteY219" fmla="*/ 52387 h 1787292"/>
              <a:gd name="connsiteX220" fmla="*/ 11345596 w 12192000"/>
              <a:gd name="connsiteY220" fmla="*/ 36512 h 1787292"/>
              <a:gd name="connsiteX221" fmla="*/ 11391632 w 12192000"/>
              <a:gd name="connsiteY221" fmla="*/ 20637 h 1787292"/>
              <a:gd name="connsiteX222" fmla="*/ 11444020 w 12192000"/>
              <a:gd name="connsiteY222" fmla="*/ 9525 h 1787292"/>
              <a:gd name="connsiteX223" fmla="*/ 11504346 w 12192000"/>
              <a:gd name="connsiteY223" fmla="*/ 3175 h 1787292"/>
              <a:gd name="connsiteX224" fmla="*/ 11572608 w 12192000"/>
              <a:gd name="connsiteY224" fmla="*/ 0 h 1787292"/>
              <a:gd name="connsiteX225" fmla="*/ 11640870 w 12192000"/>
              <a:gd name="connsiteY225" fmla="*/ 3175 h 1787292"/>
              <a:gd name="connsiteX226" fmla="*/ 11701196 w 12192000"/>
              <a:gd name="connsiteY226" fmla="*/ 9525 h 1787292"/>
              <a:gd name="connsiteX227" fmla="*/ 11753582 w 12192000"/>
              <a:gd name="connsiteY227" fmla="*/ 20637 h 1787292"/>
              <a:gd name="connsiteX228" fmla="*/ 11799620 w 12192000"/>
              <a:gd name="connsiteY228" fmla="*/ 36512 h 1787292"/>
              <a:gd name="connsiteX229" fmla="*/ 11840896 w 12192000"/>
              <a:gd name="connsiteY229" fmla="*/ 52387 h 1787292"/>
              <a:gd name="connsiteX230" fmla="*/ 11877408 w 12192000"/>
              <a:gd name="connsiteY230" fmla="*/ 68262 h 1787292"/>
              <a:gd name="connsiteX231" fmla="*/ 11915508 w 12192000"/>
              <a:gd name="connsiteY231" fmla="*/ 87312 h 1787292"/>
              <a:gd name="connsiteX232" fmla="*/ 11953608 w 12192000"/>
              <a:gd name="connsiteY232" fmla="*/ 106362 h 1787292"/>
              <a:gd name="connsiteX233" fmla="*/ 11990120 w 12192000"/>
              <a:gd name="connsiteY233" fmla="*/ 125412 h 1787292"/>
              <a:gd name="connsiteX234" fmla="*/ 12031396 w 12192000"/>
              <a:gd name="connsiteY234" fmla="*/ 141287 h 1787292"/>
              <a:gd name="connsiteX235" fmla="*/ 12077432 w 12192000"/>
              <a:gd name="connsiteY235" fmla="*/ 155575 h 1787292"/>
              <a:gd name="connsiteX236" fmla="*/ 12129820 w 12192000"/>
              <a:gd name="connsiteY236" fmla="*/ 166688 h 1787292"/>
              <a:gd name="connsiteX237" fmla="*/ 12190146 w 12192000"/>
              <a:gd name="connsiteY237" fmla="*/ 174625 h 1787292"/>
              <a:gd name="connsiteX238" fmla="*/ 12192000 w 12192000"/>
              <a:gd name="connsiteY238" fmla="*/ 174668 h 1787292"/>
              <a:gd name="connsiteX239" fmla="*/ 12192000 w 12192000"/>
              <a:gd name="connsiteY239" fmla="*/ 885826 h 1787292"/>
              <a:gd name="connsiteX240" fmla="*/ 12192000 w 12192000"/>
              <a:gd name="connsiteY240" fmla="*/ 1787292 h 1787292"/>
              <a:gd name="connsiteX241" fmla="*/ 0 w 12192000"/>
              <a:gd name="connsiteY241" fmla="*/ 1787292 h 1787292"/>
              <a:gd name="connsiteX242" fmla="*/ 0 w 12192000"/>
              <a:gd name="connsiteY242" fmla="*/ 885826 h 1787292"/>
              <a:gd name="connsiteX243" fmla="*/ 0 w 12192000"/>
              <a:gd name="connsiteY243" fmla="*/ 174668 h 1787292"/>
              <a:gd name="connsiteX244" fmla="*/ 1852 w 12192000"/>
              <a:gd name="connsiteY244" fmla="*/ 174625 h 1787292"/>
              <a:gd name="connsiteX245" fmla="*/ 62177 w 12192000"/>
              <a:gd name="connsiteY245" fmla="*/ 166687 h 1787292"/>
              <a:gd name="connsiteX246" fmla="*/ 114564 w 12192000"/>
              <a:gd name="connsiteY246" fmla="*/ 155575 h 1787292"/>
              <a:gd name="connsiteX247" fmla="*/ 160602 w 12192000"/>
              <a:gd name="connsiteY247" fmla="*/ 141287 h 1787292"/>
              <a:gd name="connsiteX248" fmla="*/ 201877 w 12192000"/>
              <a:gd name="connsiteY248" fmla="*/ 125412 h 1787292"/>
              <a:gd name="connsiteX249" fmla="*/ 238389 w 12192000"/>
              <a:gd name="connsiteY249" fmla="*/ 106362 h 1787292"/>
              <a:gd name="connsiteX250" fmla="*/ 276489 w 12192000"/>
              <a:gd name="connsiteY250" fmla="*/ 87312 h 1787292"/>
              <a:gd name="connsiteX251" fmla="*/ 314589 w 12192000"/>
              <a:gd name="connsiteY251" fmla="*/ 68262 h 1787292"/>
              <a:gd name="connsiteX252" fmla="*/ 351102 w 12192000"/>
              <a:gd name="connsiteY252" fmla="*/ 52387 h 1787292"/>
              <a:gd name="connsiteX253" fmla="*/ 392377 w 12192000"/>
              <a:gd name="connsiteY253" fmla="*/ 36512 h 1787292"/>
              <a:gd name="connsiteX254" fmla="*/ 438414 w 12192000"/>
              <a:gd name="connsiteY254" fmla="*/ 20637 h 1787292"/>
              <a:gd name="connsiteX255" fmla="*/ 490802 w 12192000"/>
              <a:gd name="connsiteY255" fmla="*/ 9525 h 1787292"/>
              <a:gd name="connsiteX256" fmla="*/ 551127 w 12192000"/>
              <a:gd name="connsiteY256" fmla="*/ 3175 h 1787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</a:cxnLst>
            <a:rect l="l" t="t" r="r" b="b"/>
            <a:pathLst>
              <a:path w="12192000" h="1787292">
                <a:moveTo>
                  <a:pt x="619389" y="0"/>
                </a:moveTo>
                <a:lnTo>
                  <a:pt x="687652" y="3175"/>
                </a:lnTo>
                <a:lnTo>
                  <a:pt x="747977" y="9525"/>
                </a:lnTo>
                <a:lnTo>
                  <a:pt x="800364" y="20637"/>
                </a:lnTo>
                <a:lnTo>
                  <a:pt x="846402" y="36512"/>
                </a:lnTo>
                <a:lnTo>
                  <a:pt x="887677" y="52387"/>
                </a:lnTo>
                <a:lnTo>
                  <a:pt x="924189" y="68262"/>
                </a:lnTo>
                <a:lnTo>
                  <a:pt x="962289" y="87312"/>
                </a:lnTo>
                <a:lnTo>
                  <a:pt x="1000389" y="106362"/>
                </a:lnTo>
                <a:lnTo>
                  <a:pt x="1036902" y="125412"/>
                </a:lnTo>
                <a:lnTo>
                  <a:pt x="1078177" y="141287"/>
                </a:lnTo>
                <a:lnTo>
                  <a:pt x="1124214" y="155575"/>
                </a:lnTo>
                <a:lnTo>
                  <a:pt x="1176602" y="166687"/>
                </a:lnTo>
                <a:lnTo>
                  <a:pt x="1236927" y="174625"/>
                </a:lnTo>
                <a:lnTo>
                  <a:pt x="1305189" y="176212"/>
                </a:lnTo>
                <a:lnTo>
                  <a:pt x="1373452" y="174625"/>
                </a:lnTo>
                <a:lnTo>
                  <a:pt x="1433777" y="166687"/>
                </a:lnTo>
                <a:lnTo>
                  <a:pt x="1486164" y="155575"/>
                </a:lnTo>
                <a:lnTo>
                  <a:pt x="1532202" y="141287"/>
                </a:lnTo>
                <a:lnTo>
                  <a:pt x="1573477" y="125412"/>
                </a:lnTo>
                <a:lnTo>
                  <a:pt x="1609989" y="106362"/>
                </a:lnTo>
                <a:lnTo>
                  <a:pt x="1648089" y="87312"/>
                </a:lnTo>
                <a:lnTo>
                  <a:pt x="1686189" y="68262"/>
                </a:lnTo>
                <a:lnTo>
                  <a:pt x="1722702" y="52387"/>
                </a:lnTo>
                <a:lnTo>
                  <a:pt x="1763977" y="36512"/>
                </a:lnTo>
                <a:lnTo>
                  <a:pt x="1810014" y="20637"/>
                </a:lnTo>
                <a:lnTo>
                  <a:pt x="1862402" y="9525"/>
                </a:lnTo>
                <a:lnTo>
                  <a:pt x="1922727" y="3175"/>
                </a:lnTo>
                <a:lnTo>
                  <a:pt x="1990989" y="0"/>
                </a:lnTo>
                <a:lnTo>
                  <a:pt x="2059252" y="3175"/>
                </a:lnTo>
                <a:lnTo>
                  <a:pt x="2119577" y="9525"/>
                </a:lnTo>
                <a:lnTo>
                  <a:pt x="2171964" y="20637"/>
                </a:lnTo>
                <a:lnTo>
                  <a:pt x="2218002" y="36512"/>
                </a:lnTo>
                <a:lnTo>
                  <a:pt x="2259277" y="52387"/>
                </a:lnTo>
                <a:lnTo>
                  <a:pt x="2295789" y="68262"/>
                </a:lnTo>
                <a:lnTo>
                  <a:pt x="2333889" y="87312"/>
                </a:lnTo>
                <a:lnTo>
                  <a:pt x="2371989" y="106362"/>
                </a:lnTo>
                <a:lnTo>
                  <a:pt x="2408502" y="125412"/>
                </a:lnTo>
                <a:lnTo>
                  <a:pt x="2449777" y="141287"/>
                </a:lnTo>
                <a:lnTo>
                  <a:pt x="2495814" y="155575"/>
                </a:lnTo>
                <a:lnTo>
                  <a:pt x="2548202" y="166687"/>
                </a:lnTo>
                <a:lnTo>
                  <a:pt x="2608527" y="174625"/>
                </a:lnTo>
                <a:lnTo>
                  <a:pt x="2676789" y="176212"/>
                </a:lnTo>
                <a:lnTo>
                  <a:pt x="2745052" y="174625"/>
                </a:lnTo>
                <a:lnTo>
                  <a:pt x="2805377" y="166687"/>
                </a:lnTo>
                <a:lnTo>
                  <a:pt x="2857764" y="155575"/>
                </a:lnTo>
                <a:lnTo>
                  <a:pt x="2903802" y="141287"/>
                </a:lnTo>
                <a:lnTo>
                  <a:pt x="2945077" y="125412"/>
                </a:lnTo>
                <a:lnTo>
                  <a:pt x="2981589" y="106362"/>
                </a:lnTo>
                <a:lnTo>
                  <a:pt x="3019689" y="87312"/>
                </a:lnTo>
                <a:lnTo>
                  <a:pt x="3057789" y="68262"/>
                </a:lnTo>
                <a:lnTo>
                  <a:pt x="3094302" y="52387"/>
                </a:lnTo>
                <a:lnTo>
                  <a:pt x="3135577" y="36512"/>
                </a:lnTo>
                <a:lnTo>
                  <a:pt x="3181614" y="20637"/>
                </a:lnTo>
                <a:lnTo>
                  <a:pt x="3234002" y="9525"/>
                </a:lnTo>
                <a:lnTo>
                  <a:pt x="3294327" y="3175"/>
                </a:lnTo>
                <a:lnTo>
                  <a:pt x="3361002" y="0"/>
                </a:lnTo>
                <a:lnTo>
                  <a:pt x="3430852" y="3175"/>
                </a:lnTo>
                <a:lnTo>
                  <a:pt x="3491177" y="9525"/>
                </a:lnTo>
                <a:lnTo>
                  <a:pt x="3543564" y="20637"/>
                </a:lnTo>
                <a:lnTo>
                  <a:pt x="3589602" y="36512"/>
                </a:lnTo>
                <a:lnTo>
                  <a:pt x="3630877" y="52387"/>
                </a:lnTo>
                <a:lnTo>
                  <a:pt x="3667389" y="68262"/>
                </a:lnTo>
                <a:lnTo>
                  <a:pt x="3705489" y="87312"/>
                </a:lnTo>
                <a:lnTo>
                  <a:pt x="3743589" y="106362"/>
                </a:lnTo>
                <a:lnTo>
                  <a:pt x="3780102" y="125412"/>
                </a:lnTo>
                <a:lnTo>
                  <a:pt x="3821377" y="141287"/>
                </a:lnTo>
                <a:lnTo>
                  <a:pt x="3867414" y="155575"/>
                </a:lnTo>
                <a:lnTo>
                  <a:pt x="3919802" y="166687"/>
                </a:lnTo>
                <a:lnTo>
                  <a:pt x="3980127" y="174625"/>
                </a:lnTo>
                <a:lnTo>
                  <a:pt x="4048389" y="176212"/>
                </a:lnTo>
                <a:lnTo>
                  <a:pt x="4116652" y="174625"/>
                </a:lnTo>
                <a:lnTo>
                  <a:pt x="4176977" y="166687"/>
                </a:lnTo>
                <a:lnTo>
                  <a:pt x="4229364" y="155575"/>
                </a:lnTo>
                <a:lnTo>
                  <a:pt x="4275402" y="141287"/>
                </a:lnTo>
                <a:lnTo>
                  <a:pt x="4316677" y="125412"/>
                </a:lnTo>
                <a:lnTo>
                  <a:pt x="4353189" y="106362"/>
                </a:lnTo>
                <a:lnTo>
                  <a:pt x="4429389" y="68262"/>
                </a:lnTo>
                <a:lnTo>
                  <a:pt x="4465902" y="52387"/>
                </a:lnTo>
                <a:lnTo>
                  <a:pt x="4507177" y="36512"/>
                </a:lnTo>
                <a:lnTo>
                  <a:pt x="4553214" y="20637"/>
                </a:lnTo>
                <a:lnTo>
                  <a:pt x="4605602" y="9525"/>
                </a:lnTo>
                <a:lnTo>
                  <a:pt x="4665928" y="3175"/>
                </a:lnTo>
                <a:lnTo>
                  <a:pt x="4734189" y="0"/>
                </a:lnTo>
                <a:lnTo>
                  <a:pt x="4802453" y="3175"/>
                </a:lnTo>
                <a:lnTo>
                  <a:pt x="4862777" y="9525"/>
                </a:lnTo>
                <a:lnTo>
                  <a:pt x="4915165" y="20637"/>
                </a:lnTo>
                <a:lnTo>
                  <a:pt x="4961201" y="36512"/>
                </a:lnTo>
                <a:lnTo>
                  <a:pt x="5002476" y="52387"/>
                </a:lnTo>
                <a:lnTo>
                  <a:pt x="5038989" y="68262"/>
                </a:lnTo>
                <a:lnTo>
                  <a:pt x="5077089" y="87312"/>
                </a:lnTo>
                <a:lnTo>
                  <a:pt x="5115189" y="106362"/>
                </a:lnTo>
                <a:lnTo>
                  <a:pt x="5151701" y="125412"/>
                </a:lnTo>
                <a:lnTo>
                  <a:pt x="5192976" y="141287"/>
                </a:lnTo>
                <a:lnTo>
                  <a:pt x="5239014" y="155575"/>
                </a:lnTo>
                <a:lnTo>
                  <a:pt x="5291401" y="166687"/>
                </a:lnTo>
                <a:lnTo>
                  <a:pt x="5351727" y="174625"/>
                </a:lnTo>
                <a:lnTo>
                  <a:pt x="5410199" y="175985"/>
                </a:lnTo>
                <a:lnTo>
                  <a:pt x="5468671" y="174625"/>
                </a:lnTo>
                <a:lnTo>
                  <a:pt x="5528996" y="166687"/>
                </a:lnTo>
                <a:lnTo>
                  <a:pt x="5581383" y="155575"/>
                </a:lnTo>
                <a:lnTo>
                  <a:pt x="5627421" y="141287"/>
                </a:lnTo>
                <a:lnTo>
                  <a:pt x="5668696" y="125412"/>
                </a:lnTo>
                <a:lnTo>
                  <a:pt x="5705209" y="106362"/>
                </a:lnTo>
                <a:lnTo>
                  <a:pt x="5743308" y="87312"/>
                </a:lnTo>
                <a:lnTo>
                  <a:pt x="5781408" y="68262"/>
                </a:lnTo>
                <a:lnTo>
                  <a:pt x="5817921" y="52387"/>
                </a:lnTo>
                <a:lnTo>
                  <a:pt x="5859196" y="36512"/>
                </a:lnTo>
                <a:lnTo>
                  <a:pt x="5905234" y="20637"/>
                </a:lnTo>
                <a:lnTo>
                  <a:pt x="5957621" y="9525"/>
                </a:lnTo>
                <a:lnTo>
                  <a:pt x="6017947" y="3175"/>
                </a:lnTo>
                <a:lnTo>
                  <a:pt x="6086208" y="0"/>
                </a:lnTo>
                <a:lnTo>
                  <a:pt x="6095999" y="455"/>
                </a:lnTo>
                <a:lnTo>
                  <a:pt x="6105789" y="0"/>
                </a:lnTo>
                <a:lnTo>
                  <a:pt x="6174052" y="3175"/>
                </a:lnTo>
                <a:lnTo>
                  <a:pt x="6234377" y="9525"/>
                </a:lnTo>
                <a:lnTo>
                  <a:pt x="6286764" y="20637"/>
                </a:lnTo>
                <a:lnTo>
                  <a:pt x="6332802" y="36512"/>
                </a:lnTo>
                <a:lnTo>
                  <a:pt x="6374077" y="52387"/>
                </a:lnTo>
                <a:lnTo>
                  <a:pt x="6410589" y="68262"/>
                </a:lnTo>
                <a:lnTo>
                  <a:pt x="6448689" y="87312"/>
                </a:lnTo>
                <a:lnTo>
                  <a:pt x="6486789" y="106362"/>
                </a:lnTo>
                <a:lnTo>
                  <a:pt x="6523302" y="125412"/>
                </a:lnTo>
                <a:lnTo>
                  <a:pt x="6564577" y="141287"/>
                </a:lnTo>
                <a:lnTo>
                  <a:pt x="6610614" y="155575"/>
                </a:lnTo>
                <a:lnTo>
                  <a:pt x="6663002" y="166687"/>
                </a:lnTo>
                <a:lnTo>
                  <a:pt x="6723327" y="174625"/>
                </a:lnTo>
                <a:lnTo>
                  <a:pt x="6781799" y="175985"/>
                </a:lnTo>
                <a:lnTo>
                  <a:pt x="6840271" y="174625"/>
                </a:lnTo>
                <a:lnTo>
                  <a:pt x="6900596" y="166687"/>
                </a:lnTo>
                <a:lnTo>
                  <a:pt x="6952983" y="155575"/>
                </a:lnTo>
                <a:lnTo>
                  <a:pt x="6999021" y="141287"/>
                </a:lnTo>
                <a:lnTo>
                  <a:pt x="7040296" y="125412"/>
                </a:lnTo>
                <a:lnTo>
                  <a:pt x="7076808" y="106362"/>
                </a:lnTo>
                <a:lnTo>
                  <a:pt x="7114908" y="87312"/>
                </a:lnTo>
                <a:lnTo>
                  <a:pt x="7153008" y="68262"/>
                </a:lnTo>
                <a:lnTo>
                  <a:pt x="7189521" y="52387"/>
                </a:lnTo>
                <a:lnTo>
                  <a:pt x="7230796" y="36512"/>
                </a:lnTo>
                <a:lnTo>
                  <a:pt x="7276833" y="20637"/>
                </a:lnTo>
                <a:lnTo>
                  <a:pt x="7329221" y="9525"/>
                </a:lnTo>
                <a:lnTo>
                  <a:pt x="7389546" y="3175"/>
                </a:lnTo>
                <a:lnTo>
                  <a:pt x="7457808" y="0"/>
                </a:lnTo>
                <a:lnTo>
                  <a:pt x="7526071" y="3175"/>
                </a:lnTo>
                <a:lnTo>
                  <a:pt x="7586396" y="9525"/>
                </a:lnTo>
                <a:lnTo>
                  <a:pt x="7638783" y="20637"/>
                </a:lnTo>
                <a:lnTo>
                  <a:pt x="7684821" y="36512"/>
                </a:lnTo>
                <a:lnTo>
                  <a:pt x="7726096" y="52387"/>
                </a:lnTo>
                <a:lnTo>
                  <a:pt x="7762608" y="68262"/>
                </a:lnTo>
                <a:lnTo>
                  <a:pt x="7800708" y="87312"/>
                </a:lnTo>
                <a:lnTo>
                  <a:pt x="7838808" y="106362"/>
                </a:lnTo>
                <a:lnTo>
                  <a:pt x="7875321" y="125412"/>
                </a:lnTo>
                <a:lnTo>
                  <a:pt x="7916596" y="141287"/>
                </a:lnTo>
                <a:lnTo>
                  <a:pt x="7962633" y="155575"/>
                </a:lnTo>
                <a:lnTo>
                  <a:pt x="8015021" y="166687"/>
                </a:lnTo>
                <a:lnTo>
                  <a:pt x="8075346" y="174625"/>
                </a:lnTo>
                <a:lnTo>
                  <a:pt x="8143608" y="176212"/>
                </a:lnTo>
                <a:lnTo>
                  <a:pt x="8211871" y="174625"/>
                </a:lnTo>
                <a:lnTo>
                  <a:pt x="8272196" y="166687"/>
                </a:lnTo>
                <a:lnTo>
                  <a:pt x="8324583" y="155575"/>
                </a:lnTo>
                <a:lnTo>
                  <a:pt x="8370621" y="141287"/>
                </a:lnTo>
                <a:lnTo>
                  <a:pt x="8411896" y="125412"/>
                </a:lnTo>
                <a:lnTo>
                  <a:pt x="8448408" y="106362"/>
                </a:lnTo>
                <a:lnTo>
                  <a:pt x="8486508" y="87312"/>
                </a:lnTo>
                <a:lnTo>
                  <a:pt x="8524608" y="68262"/>
                </a:lnTo>
                <a:lnTo>
                  <a:pt x="8561120" y="52387"/>
                </a:lnTo>
                <a:lnTo>
                  <a:pt x="8602396" y="36512"/>
                </a:lnTo>
                <a:lnTo>
                  <a:pt x="8648432" y="20637"/>
                </a:lnTo>
                <a:lnTo>
                  <a:pt x="8700820" y="9525"/>
                </a:lnTo>
                <a:lnTo>
                  <a:pt x="8761146" y="3175"/>
                </a:lnTo>
                <a:lnTo>
                  <a:pt x="8827820" y="0"/>
                </a:lnTo>
                <a:lnTo>
                  <a:pt x="8897670" y="3175"/>
                </a:lnTo>
                <a:lnTo>
                  <a:pt x="8957996" y="9525"/>
                </a:lnTo>
                <a:lnTo>
                  <a:pt x="9010382" y="20637"/>
                </a:lnTo>
                <a:lnTo>
                  <a:pt x="9056420" y="36512"/>
                </a:lnTo>
                <a:lnTo>
                  <a:pt x="9097696" y="52387"/>
                </a:lnTo>
                <a:lnTo>
                  <a:pt x="9134208" y="68262"/>
                </a:lnTo>
                <a:lnTo>
                  <a:pt x="9172308" y="87312"/>
                </a:lnTo>
                <a:lnTo>
                  <a:pt x="9210408" y="106362"/>
                </a:lnTo>
                <a:lnTo>
                  <a:pt x="9246920" y="125412"/>
                </a:lnTo>
                <a:lnTo>
                  <a:pt x="9288196" y="141287"/>
                </a:lnTo>
                <a:lnTo>
                  <a:pt x="9334232" y="155575"/>
                </a:lnTo>
                <a:lnTo>
                  <a:pt x="9386620" y="166687"/>
                </a:lnTo>
                <a:lnTo>
                  <a:pt x="9446946" y="174625"/>
                </a:lnTo>
                <a:lnTo>
                  <a:pt x="9515208" y="176212"/>
                </a:lnTo>
                <a:lnTo>
                  <a:pt x="9583470" y="174625"/>
                </a:lnTo>
                <a:lnTo>
                  <a:pt x="9643796" y="166687"/>
                </a:lnTo>
                <a:lnTo>
                  <a:pt x="9696182" y="155575"/>
                </a:lnTo>
                <a:lnTo>
                  <a:pt x="9742220" y="141287"/>
                </a:lnTo>
                <a:lnTo>
                  <a:pt x="9783496" y="125412"/>
                </a:lnTo>
                <a:lnTo>
                  <a:pt x="9820008" y="106362"/>
                </a:lnTo>
                <a:lnTo>
                  <a:pt x="9896208" y="68262"/>
                </a:lnTo>
                <a:lnTo>
                  <a:pt x="9932720" y="52387"/>
                </a:lnTo>
                <a:lnTo>
                  <a:pt x="9973996" y="36512"/>
                </a:lnTo>
                <a:lnTo>
                  <a:pt x="10020032" y="20637"/>
                </a:lnTo>
                <a:lnTo>
                  <a:pt x="10072420" y="9525"/>
                </a:lnTo>
                <a:lnTo>
                  <a:pt x="10132746" y="3175"/>
                </a:lnTo>
                <a:lnTo>
                  <a:pt x="10201008" y="0"/>
                </a:lnTo>
                <a:lnTo>
                  <a:pt x="10269270" y="3175"/>
                </a:lnTo>
                <a:lnTo>
                  <a:pt x="10329596" y="9525"/>
                </a:lnTo>
                <a:lnTo>
                  <a:pt x="10381982" y="20637"/>
                </a:lnTo>
                <a:lnTo>
                  <a:pt x="10428020" y="36512"/>
                </a:lnTo>
                <a:lnTo>
                  <a:pt x="10469296" y="52387"/>
                </a:lnTo>
                <a:lnTo>
                  <a:pt x="10505808" y="68262"/>
                </a:lnTo>
                <a:lnTo>
                  <a:pt x="10543908" y="87312"/>
                </a:lnTo>
                <a:lnTo>
                  <a:pt x="10582008" y="106362"/>
                </a:lnTo>
                <a:lnTo>
                  <a:pt x="10618520" y="125412"/>
                </a:lnTo>
                <a:lnTo>
                  <a:pt x="10659796" y="141287"/>
                </a:lnTo>
                <a:lnTo>
                  <a:pt x="10705832" y="155575"/>
                </a:lnTo>
                <a:lnTo>
                  <a:pt x="10758220" y="166687"/>
                </a:lnTo>
                <a:lnTo>
                  <a:pt x="10818546" y="174625"/>
                </a:lnTo>
                <a:lnTo>
                  <a:pt x="10886808" y="176212"/>
                </a:lnTo>
                <a:lnTo>
                  <a:pt x="10955070" y="174625"/>
                </a:lnTo>
                <a:lnTo>
                  <a:pt x="11015396" y="166687"/>
                </a:lnTo>
                <a:lnTo>
                  <a:pt x="11067782" y="155575"/>
                </a:lnTo>
                <a:lnTo>
                  <a:pt x="11113820" y="141287"/>
                </a:lnTo>
                <a:lnTo>
                  <a:pt x="11155096" y="125412"/>
                </a:lnTo>
                <a:lnTo>
                  <a:pt x="11191608" y="106362"/>
                </a:lnTo>
                <a:lnTo>
                  <a:pt x="11229708" y="87312"/>
                </a:lnTo>
                <a:lnTo>
                  <a:pt x="11267808" y="68262"/>
                </a:lnTo>
                <a:lnTo>
                  <a:pt x="11304320" y="52387"/>
                </a:lnTo>
                <a:lnTo>
                  <a:pt x="11345596" y="36512"/>
                </a:lnTo>
                <a:lnTo>
                  <a:pt x="11391632" y="20637"/>
                </a:lnTo>
                <a:lnTo>
                  <a:pt x="11444020" y="9525"/>
                </a:lnTo>
                <a:lnTo>
                  <a:pt x="11504346" y="3175"/>
                </a:lnTo>
                <a:lnTo>
                  <a:pt x="11572608" y="0"/>
                </a:lnTo>
                <a:lnTo>
                  <a:pt x="11640870" y="3175"/>
                </a:lnTo>
                <a:lnTo>
                  <a:pt x="11701196" y="9525"/>
                </a:lnTo>
                <a:lnTo>
                  <a:pt x="11753582" y="20637"/>
                </a:lnTo>
                <a:lnTo>
                  <a:pt x="11799620" y="36512"/>
                </a:lnTo>
                <a:lnTo>
                  <a:pt x="11840896" y="52387"/>
                </a:lnTo>
                <a:lnTo>
                  <a:pt x="11877408" y="68262"/>
                </a:lnTo>
                <a:lnTo>
                  <a:pt x="11915508" y="87312"/>
                </a:lnTo>
                <a:lnTo>
                  <a:pt x="11953608" y="106362"/>
                </a:lnTo>
                <a:lnTo>
                  <a:pt x="11990120" y="125412"/>
                </a:lnTo>
                <a:lnTo>
                  <a:pt x="12031396" y="141287"/>
                </a:lnTo>
                <a:lnTo>
                  <a:pt x="12077432" y="155575"/>
                </a:lnTo>
                <a:lnTo>
                  <a:pt x="12129820" y="166688"/>
                </a:lnTo>
                <a:lnTo>
                  <a:pt x="12190146" y="174625"/>
                </a:lnTo>
                <a:lnTo>
                  <a:pt x="12192000" y="174668"/>
                </a:lnTo>
                <a:lnTo>
                  <a:pt x="12192000" y="885826"/>
                </a:lnTo>
                <a:lnTo>
                  <a:pt x="12192000" y="1787292"/>
                </a:lnTo>
                <a:lnTo>
                  <a:pt x="0" y="1787292"/>
                </a:lnTo>
                <a:lnTo>
                  <a:pt x="0" y="885826"/>
                </a:lnTo>
                <a:lnTo>
                  <a:pt x="0" y="174668"/>
                </a:lnTo>
                <a:lnTo>
                  <a:pt x="1852" y="174625"/>
                </a:lnTo>
                <a:lnTo>
                  <a:pt x="62177" y="166687"/>
                </a:lnTo>
                <a:lnTo>
                  <a:pt x="114564" y="155575"/>
                </a:lnTo>
                <a:lnTo>
                  <a:pt x="160602" y="141287"/>
                </a:lnTo>
                <a:lnTo>
                  <a:pt x="201877" y="125412"/>
                </a:lnTo>
                <a:lnTo>
                  <a:pt x="238389" y="106362"/>
                </a:lnTo>
                <a:lnTo>
                  <a:pt x="276489" y="87312"/>
                </a:lnTo>
                <a:lnTo>
                  <a:pt x="314589" y="68262"/>
                </a:lnTo>
                <a:lnTo>
                  <a:pt x="351102" y="52387"/>
                </a:lnTo>
                <a:lnTo>
                  <a:pt x="392377" y="36512"/>
                </a:lnTo>
                <a:lnTo>
                  <a:pt x="438414" y="20637"/>
                </a:lnTo>
                <a:lnTo>
                  <a:pt x="490802" y="9525"/>
                </a:lnTo>
                <a:lnTo>
                  <a:pt x="551127" y="3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322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519006-9821-39AD-D0BD-7C155A7C3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Označování králíků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653C9F2-264E-EED8-F994-F91F7368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10178322" cy="4371974"/>
          </a:xfrm>
        </p:spPr>
        <p:txBody>
          <a:bodyPr>
            <a:normAutofit fontScale="92500" lnSpcReduction="10000"/>
          </a:bodyPr>
          <a:lstStyle/>
          <a:p>
            <a:r>
              <a:rPr lang="cs-CZ" dirty="0"/>
              <a:t>Nezbytné při plemenářské práci</a:t>
            </a:r>
          </a:p>
          <a:p>
            <a:r>
              <a:rPr lang="cs-CZ" dirty="0"/>
              <a:t>V zájmovém chovu (čistokrevných zvířat) se označování provádí tetovacími kleštěmi</a:t>
            </a:r>
          </a:p>
          <a:p>
            <a:r>
              <a:rPr lang="cs-CZ" u="sng" dirty="0"/>
              <a:t>Do levého ucha se tetuje:</a:t>
            </a:r>
          </a:p>
          <a:p>
            <a:pPr lvl="1"/>
            <a:r>
              <a:rPr lang="cs-CZ" dirty="0"/>
              <a:t>Písmeno C (ČR)</a:t>
            </a:r>
          </a:p>
          <a:p>
            <a:pPr lvl="1"/>
            <a:r>
              <a:rPr lang="cs-CZ" dirty="0"/>
              <a:t>První číslo za písmenem C značí měsíc narození (1=leden, 2=únor…)</a:t>
            </a:r>
          </a:p>
          <a:p>
            <a:pPr lvl="1"/>
            <a:r>
              <a:rPr lang="cs-CZ" dirty="0"/>
              <a:t>Druhé číslo za písmenem C značí rok narození (8=2018, 9=2019…)</a:t>
            </a:r>
          </a:p>
          <a:p>
            <a:pPr lvl="1"/>
            <a:endParaRPr lang="cs-CZ" dirty="0"/>
          </a:p>
          <a:p>
            <a:r>
              <a:rPr lang="cs-CZ" u="sng" dirty="0"/>
              <a:t>Do pravého ucha se tetuje:</a:t>
            </a:r>
          </a:p>
          <a:p>
            <a:pPr lvl="1"/>
            <a:r>
              <a:rPr lang="cs-CZ" dirty="0"/>
              <a:t>Číslo okresu (každý okres má své číslo 1-85, např. Chrudim 53)</a:t>
            </a:r>
          </a:p>
          <a:p>
            <a:pPr lvl="1"/>
            <a:r>
              <a:rPr lang="cs-CZ" dirty="0"/>
              <a:t>Za tato čísla se tetuje pořadové číslo v rámci daného plemene (např. 53-185 znamená, že králík byl registrován v okrese Chrudim a je 185. v pořadí v rámci svého plemene – začíná se od č. 1 v daném kalendářním roce)</a:t>
            </a:r>
          </a:p>
        </p:txBody>
      </p:sp>
    </p:spTree>
    <p:extLst>
      <p:ext uri="{BB962C8B-B14F-4D97-AF65-F5344CB8AC3E}">
        <p14:creationId xmlns:p14="http://schemas.microsoft.com/office/powerpoint/2010/main" val="3947627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právně provedené tetování vydrží čitelné po celý život králíka.">
            <a:extLst>
              <a:ext uri="{FF2B5EF4-FFF2-40B4-BE49-F238E27FC236}">
                <a16:creationId xmlns:a16="http://schemas.microsoft.com/office/drawing/2014/main" id="{7AFB0C4D-FF1C-963A-99DA-8C967394D7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14510"/>
          <a:stretch/>
        </p:blipFill>
        <p:spPr bwMode="auto">
          <a:xfrm>
            <a:off x="20" y="1"/>
            <a:ext cx="6016469" cy="6858001"/>
          </a:xfrm>
          <a:custGeom>
            <a:avLst/>
            <a:gdLst/>
            <a:ahLst/>
            <a:cxnLst/>
            <a:rect l="l" t="t" r="r" b="b"/>
            <a:pathLst>
              <a:path w="6016489" h="6858001">
                <a:moveTo>
                  <a:pt x="0" y="0"/>
                </a:moveTo>
                <a:lnTo>
                  <a:pt x="6016489" y="0"/>
                </a:lnTo>
                <a:lnTo>
                  <a:pt x="6016489" y="3"/>
                </a:lnTo>
                <a:lnTo>
                  <a:pt x="4217356" y="3"/>
                </a:lnTo>
                <a:lnTo>
                  <a:pt x="4429187" y="675864"/>
                </a:lnTo>
                <a:lnTo>
                  <a:pt x="4426326" y="675864"/>
                </a:lnTo>
                <a:lnTo>
                  <a:pt x="5659819" y="4611414"/>
                </a:lnTo>
                <a:lnTo>
                  <a:pt x="3962482" y="6858000"/>
                </a:lnTo>
                <a:lnTo>
                  <a:pt x="6016489" y="6858000"/>
                </a:lnTo>
                <a:lnTo>
                  <a:pt x="6016489" y="6858001"/>
                </a:lnTo>
                <a:lnTo>
                  <a:pt x="0" y="685800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ek 4" descr="Obsah obrázku dřevo, kupa&#10;&#10;Popis byl vytvořen automaticky">
            <a:extLst>
              <a:ext uri="{FF2B5EF4-FFF2-40B4-BE49-F238E27FC236}">
                <a16:creationId xmlns:a16="http://schemas.microsoft.com/office/drawing/2014/main" id="{65E91E36-7FD5-C40F-EEA2-30DAB5F1BC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-3" b="6681"/>
          <a:stretch/>
        </p:blipFill>
        <p:spPr>
          <a:xfrm>
            <a:off x="4307056" y="10"/>
            <a:ext cx="4831627" cy="4520001"/>
          </a:xfrm>
          <a:custGeom>
            <a:avLst/>
            <a:gdLst/>
            <a:ahLst/>
            <a:cxnLst/>
            <a:rect l="l" t="t" r="r" b="b"/>
            <a:pathLst>
              <a:path w="4831627" h="4520011">
                <a:moveTo>
                  <a:pt x="0" y="0"/>
                </a:moveTo>
                <a:lnTo>
                  <a:pt x="4831627" y="0"/>
                </a:lnTo>
                <a:lnTo>
                  <a:pt x="1416677" y="4520011"/>
                </a:lnTo>
                <a:close/>
              </a:path>
            </a:pathLst>
          </a:custGeom>
        </p:spPr>
      </p:pic>
      <p:pic>
        <p:nvPicPr>
          <p:cNvPr id="1028" name="Picture 4" descr="Tetovací kleště přímé 7 mm - DRIML - 7 znaků - pro králíky, selata —  Tetování — Chovatelské potřeby Driml">
            <a:extLst>
              <a:ext uri="{FF2B5EF4-FFF2-40B4-BE49-F238E27FC236}">
                <a16:creationId xmlns:a16="http://schemas.microsoft.com/office/drawing/2014/main" id="{BDECFCC5-B546-8643-E356-CDA9DD1418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8" r="15582"/>
          <a:stretch/>
        </p:blipFill>
        <p:spPr bwMode="auto">
          <a:xfrm>
            <a:off x="4068531" y="-1"/>
            <a:ext cx="8123469" cy="6858000"/>
          </a:xfrm>
          <a:custGeom>
            <a:avLst/>
            <a:gdLst/>
            <a:ahLst/>
            <a:cxnLst/>
            <a:rect l="l" t="t" r="r" b="b"/>
            <a:pathLst>
              <a:path w="8123469" h="6858000">
                <a:moveTo>
                  <a:pt x="5181344" y="0"/>
                </a:moveTo>
                <a:lnTo>
                  <a:pt x="8123469" y="0"/>
                </a:lnTo>
                <a:lnTo>
                  <a:pt x="8123469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5839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F2AE12-F681-69D3-2108-A82478168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Plemenitba králíků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73F9236-1342-C088-78A6-4248C2E7E9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Schopnost rozmnožování během celého roku</a:t>
            </a:r>
          </a:p>
          <a:p>
            <a:r>
              <a:rPr lang="cs-CZ" dirty="0"/>
              <a:t>V malochovu nejvhodnější </a:t>
            </a:r>
            <a:r>
              <a:rPr lang="cs-CZ" u="sng" dirty="0"/>
              <a:t>jaro</a:t>
            </a:r>
          </a:p>
          <a:p>
            <a:r>
              <a:rPr lang="cs-CZ" u="sng" dirty="0"/>
              <a:t>Pohlavní dospělost </a:t>
            </a:r>
            <a:r>
              <a:rPr lang="cs-CZ" dirty="0"/>
              <a:t>závislá na plemeni – brojleroví králíci, zakrslá a malá plemena ve 3 měsících, střední a velká plemena ve 4 měsících</a:t>
            </a:r>
          </a:p>
          <a:p>
            <a:r>
              <a:rPr lang="cs-CZ" u="sng" dirty="0"/>
              <a:t>Chovatelská dospělost </a:t>
            </a:r>
            <a:r>
              <a:rPr lang="cs-CZ" dirty="0"/>
              <a:t>– brojleroví králíci 3,5 – 4 měsíce věku, zakrslá a malá plemena 6 měsíců věku, střední a velká plemena 8 – 10 měsíců věku</a:t>
            </a:r>
          </a:p>
        </p:txBody>
      </p:sp>
    </p:spTree>
    <p:extLst>
      <p:ext uri="{BB962C8B-B14F-4D97-AF65-F5344CB8AC3E}">
        <p14:creationId xmlns:p14="http://schemas.microsoft.com/office/powerpoint/2010/main" val="23390031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A9E4E7-C3FA-D00C-C984-2EB9DD145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31585"/>
            <a:ext cx="10178322" cy="1492132"/>
          </a:xfrm>
        </p:spPr>
        <p:txBody>
          <a:bodyPr/>
          <a:lstStyle/>
          <a:p>
            <a:r>
              <a:rPr lang="cs-CZ" dirty="0"/>
              <a:t>Způsoby plemenitby králíků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E3902A-00FD-2D13-80F7-9A8D4289E7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387601"/>
            <a:ext cx="10178322" cy="4189614"/>
          </a:xfrm>
        </p:spPr>
        <p:txBody>
          <a:bodyPr>
            <a:normAutofit/>
          </a:bodyPr>
          <a:lstStyle/>
          <a:p>
            <a:r>
              <a:rPr lang="cs-CZ" u="sng" dirty="0"/>
              <a:t>Přirozená plemenitba – individuální</a:t>
            </a:r>
            <a:r>
              <a:rPr lang="cs-CZ" dirty="0"/>
              <a:t>: </a:t>
            </a:r>
          </a:p>
          <a:p>
            <a:pPr lvl="1"/>
            <a:r>
              <a:rPr lang="cs-CZ" dirty="0"/>
              <a:t>Chovatel zapouští králice jednotlivě</a:t>
            </a:r>
          </a:p>
          <a:p>
            <a:pPr lvl="1"/>
            <a:r>
              <a:rPr lang="cs-CZ" dirty="0"/>
              <a:t>Jeden samec na 8-15 samic</a:t>
            </a:r>
          </a:p>
          <a:p>
            <a:pPr lvl="1"/>
            <a:r>
              <a:rPr lang="cs-CZ" dirty="0"/>
              <a:t>Dává se vždy samice do kotce k samci</a:t>
            </a:r>
          </a:p>
          <a:p>
            <a:pPr lvl="1"/>
            <a:r>
              <a:rPr lang="cs-CZ" dirty="0"/>
              <a:t>Samec může oplodnit dvě samice za den</a:t>
            </a:r>
          </a:p>
          <a:p>
            <a:r>
              <a:rPr lang="cs-CZ" u="sng" dirty="0"/>
              <a:t>Přirozená plemenitba – skupinová</a:t>
            </a:r>
            <a:r>
              <a:rPr lang="cs-CZ" dirty="0"/>
              <a:t>:</a:t>
            </a:r>
          </a:p>
          <a:p>
            <a:pPr lvl="1"/>
            <a:r>
              <a:rPr lang="cs-CZ" dirty="0"/>
              <a:t>K jednomu samci přiřadíme 5-15 samic na jeden týden</a:t>
            </a:r>
          </a:p>
          <a:p>
            <a:pPr lvl="1"/>
            <a:r>
              <a:rPr lang="cs-CZ" dirty="0"/>
              <a:t>Malý počet jalových, vyšší počet mláďat na samici</a:t>
            </a:r>
          </a:p>
          <a:p>
            <a:pPr lvl="1"/>
            <a:r>
              <a:rPr lang="cs-CZ" dirty="0"/>
              <a:t>Neznáme přesný datum porodu</a:t>
            </a:r>
          </a:p>
          <a:p>
            <a:pPr lvl="1"/>
            <a:r>
              <a:rPr lang="cs-CZ" dirty="0"/>
              <a:t>Vyčerpání samce</a:t>
            </a:r>
          </a:p>
          <a:p>
            <a:endParaRPr lang="cs-CZ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C3CC554-E978-DB5D-D336-956D3100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751" y="2602267"/>
            <a:ext cx="4045124" cy="2734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8025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9136D2-354D-0258-08DB-DB6C145F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cs-CZ" dirty="0"/>
              <a:t>Inseminace králíků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A6102F0-2470-5616-33E7-CC6CAC557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59841"/>
            <a:ext cx="6015897" cy="539496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dirty="0"/>
              <a:t>Králík je posledním hospodářským zvířetem, u kterého se inseminace začala používat</a:t>
            </a:r>
          </a:p>
          <a:p>
            <a:pPr>
              <a:lnSpc>
                <a:spcPct val="100000"/>
              </a:lnSpc>
            </a:pPr>
            <a:r>
              <a:rPr lang="cs-CZ" dirty="0"/>
              <a:t>Pro svou složitost se používá jen ve velkých chovech (nad 100 samic)</a:t>
            </a:r>
          </a:p>
          <a:p>
            <a:pPr>
              <a:lnSpc>
                <a:spcPct val="100000"/>
              </a:lnSpc>
            </a:pPr>
            <a:r>
              <a:rPr lang="cs-CZ" dirty="0"/>
              <a:t>Odběr spermatu: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Do skleněné pipety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K samci je dána samice, která jej vyprovokuje ke skoku</a:t>
            </a:r>
          </a:p>
          <a:p>
            <a:pPr>
              <a:lnSpc>
                <a:spcPct val="100000"/>
              </a:lnSpc>
            </a:pPr>
            <a:r>
              <a:rPr lang="cs-CZ" dirty="0"/>
              <a:t>Příprava inseminační dávky: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Semeno je smícháno s roztokem a připraveno do inseminační pistole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Inseminační pistole má zásobník, stačící na připuštění 80-250 samic</a:t>
            </a:r>
          </a:p>
          <a:p>
            <a:pPr lvl="1">
              <a:lnSpc>
                <a:spcPct val="100000"/>
              </a:lnSpc>
            </a:pPr>
            <a:endParaRPr lang="cs-CZ" sz="10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7326B1A-2BA7-5415-BA91-590007FCC4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03" r="5611"/>
          <a:stretch/>
        </p:blipFill>
        <p:spPr bwMode="auto">
          <a:xfrm>
            <a:off x="7686677" y="2065020"/>
            <a:ext cx="3743323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3062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E9136D2-354D-0258-08DB-DB6C145F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3384329" cy="1640894"/>
          </a:xfrm>
        </p:spPr>
        <p:txBody>
          <a:bodyPr anchor="t">
            <a:normAutofit/>
          </a:bodyPr>
          <a:lstStyle/>
          <a:p>
            <a:r>
              <a:rPr lang="cs-CZ" sz="4000"/>
              <a:t>Inseminace králíků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A6102F0-2470-5616-33E7-CC6CAC557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9" y="2286001"/>
            <a:ext cx="3384330" cy="3940844"/>
          </a:xfrm>
        </p:spPr>
        <p:txBody>
          <a:bodyPr>
            <a:normAutofit/>
          </a:bodyPr>
          <a:lstStyle/>
          <a:p>
            <a:r>
              <a:rPr lang="cs-CZ" dirty="0"/>
              <a:t>Inseminace: </a:t>
            </a:r>
            <a:endParaRPr lang="cs-CZ"/>
          </a:p>
          <a:p>
            <a:pPr lvl="1"/>
            <a:r>
              <a:rPr lang="cs-CZ"/>
              <a:t>7 dní před inseminací úprava světelného režimu – alespoň 16 hodin světla</a:t>
            </a:r>
          </a:p>
          <a:p>
            <a:pPr lvl="1"/>
            <a:r>
              <a:rPr lang="cs-CZ"/>
              <a:t>Většina farem používá hormonální stimulaci samic (injekce </a:t>
            </a:r>
            <a:r>
              <a:rPr lang="cs-CZ" err="1"/>
              <a:t>Sergon</a:t>
            </a:r>
            <a:r>
              <a:rPr lang="cs-CZ"/>
              <a:t>)</a:t>
            </a:r>
          </a:p>
          <a:p>
            <a:pPr lvl="1"/>
            <a:r>
              <a:rPr lang="cs-CZ"/>
              <a:t>Samice je zafixována do pomůcky ve tvaru roury a za pomoci inseminační pistole inseminována</a:t>
            </a:r>
          </a:p>
          <a:p>
            <a:pPr lvl="1"/>
            <a:endParaRPr lang="cs-CZ"/>
          </a:p>
          <a:p>
            <a:pPr lvl="1"/>
            <a:endParaRPr lang="cs-CZ"/>
          </a:p>
        </p:txBody>
      </p:sp>
      <p:pic>
        <p:nvPicPr>
          <p:cNvPr id="1026" name="Picture 2" descr="Chov hybridních králíků 3 – Inseminace | iFauna.cz">
            <a:extLst>
              <a:ext uri="{FF2B5EF4-FFF2-40B4-BE49-F238E27FC236}">
                <a16:creationId xmlns:a16="http://schemas.microsoft.com/office/drawing/2014/main" id="{0EE7F4E9-20E6-0BAD-2ACB-98053CD98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9472" y="1463627"/>
            <a:ext cx="5995465" cy="3957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896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CA77D789-9DE0-43A3-B196-F13CFECFA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73F64C3-7E96-BFB3-8AB6-D6C980D19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382385"/>
            <a:ext cx="6015897" cy="1492132"/>
          </a:xfrm>
        </p:spPr>
        <p:txBody>
          <a:bodyPr>
            <a:normAutofit/>
          </a:bodyPr>
          <a:lstStyle/>
          <a:p>
            <a:r>
              <a:rPr lang="cs-CZ" dirty="0"/>
              <a:t>Zabřeznutí a březost</a:t>
            </a:r>
          </a:p>
        </p:txBody>
      </p:sp>
      <p:sp>
        <p:nvSpPr>
          <p:cNvPr id="4105" name="Rectangle 4104">
            <a:extLst>
              <a:ext uri="{FF2B5EF4-FFF2-40B4-BE49-F238E27FC236}">
                <a16:creationId xmlns:a16="http://schemas.microsoft.com/office/drawing/2014/main" id="{F9BC648B-BC3C-4674-B1FD-2F9F1C6D7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F19BD7C-D468-5DAF-ED0C-8EC9F50F8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2286001"/>
            <a:ext cx="6015897" cy="429767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cs-CZ" dirty="0"/>
              <a:t>Oplodněná samičí vajíčka putují vejcovody směrem k děloze přibližně 4 dny </a:t>
            </a:r>
          </a:p>
          <a:p>
            <a:pPr>
              <a:lnSpc>
                <a:spcPct val="100000"/>
              </a:lnSpc>
            </a:pPr>
            <a:r>
              <a:rPr lang="cs-CZ" dirty="0"/>
              <a:t>Poté se zárodky usadí do děložní sliznice, kde pokračuje jejich vývoj</a:t>
            </a:r>
          </a:p>
          <a:p>
            <a:pPr>
              <a:lnSpc>
                <a:spcPct val="100000"/>
              </a:lnSpc>
            </a:pPr>
            <a:r>
              <a:rPr lang="cs-CZ" u="sng" dirty="0"/>
              <a:t>Příznaky březosti: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Kontrolní připuštění po 3 až 5 dnech (pokud odmítá – dobré znamení)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Větší žravost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Potvrzení březosti pohmatem (od 12. dne po zapuštění)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Vytrhávání srsti, stavění hnízda</a:t>
            </a:r>
          </a:p>
          <a:p>
            <a:pPr>
              <a:lnSpc>
                <a:spcPct val="100000"/>
              </a:lnSpc>
            </a:pPr>
            <a:r>
              <a:rPr lang="cs-CZ" b="1" dirty="0"/>
              <a:t>Délka březosti: 30-31 dní</a:t>
            </a:r>
          </a:p>
        </p:txBody>
      </p:sp>
      <p:pic>
        <p:nvPicPr>
          <p:cNvPr id="4098" name="Picture 2" descr="Falešná březost u králíků | iFauna.cz">
            <a:extLst>
              <a:ext uri="{FF2B5EF4-FFF2-40B4-BE49-F238E27FC236}">
                <a16:creationId xmlns:a16="http://schemas.microsoft.com/office/drawing/2014/main" id="{1C801C4C-7041-7893-1031-CA6EB50B85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25" r="13855" b="-1"/>
          <a:stretch/>
        </p:blipFill>
        <p:spPr bwMode="auto">
          <a:xfrm>
            <a:off x="7389812" y="10"/>
            <a:ext cx="4802188" cy="6857990"/>
          </a:xfrm>
          <a:custGeom>
            <a:avLst/>
            <a:gdLst/>
            <a:ahLst/>
            <a:cxnLst/>
            <a:rect l="l" t="t" r="r" b="b"/>
            <a:pathLst>
              <a:path w="4802188" h="6858000">
                <a:moveTo>
                  <a:pt x="0" y="0"/>
                </a:moveTo>
                <a:lnTo>
                  <a:pt x="4802188" y="0"/>
                </a:lnTo>
                <a:lnTo>
                  <a:pt x="4802188" y="6858000"/>
                </a:lnTo>
                <a:lnTo>
                  <a:pt x="0" y="6858000"/>
                </a:lnTo>
                <a:lnTo>
                  <a:pt x="4763" y="6791325"/>
                </a:lnTo>
                <a:lnTo>
                  <a:pt x="12700" y="6735762"/>
                </a:lnTo>
                <a:lnTo>
                  <a:pt x="22225" y="6683375"/>
                </a:lnTo>
                <a:lnTo>
                  <a:pt x="38100" y="6640512"/>
                </a:lnTo>
                <a:lnTo>
                  <a:pt x="53975" y="6597650"/>
                </a:lnTo>
                <a:lnTo>
                  <a:pt x="73025" y="6561137"/>
                </a:lnTo>
                <a:lnTo>
                  <a:pt x="92075" y="6523037"/>
                </a:lnTo>
                <a:lnTo>
                  <a:pt x="109538" y="6488112"/>
                </a:lnTo>
                <a:lnTo>
                  <a:pt x="127000" y="6448425"/>
                </a:lnTo>
                <a:lnTo>
                  <a:pt x="142875" y="6407150"/>
                </a:lnTo>
                <a:lnTo>
                  <a:pt x="157163" y="6361112"/>
                </a:lnTo>
                <a:lnTo>
                  <a:pt x="168275" y="6311900"/>
                </a:lnTo>
                <a:lnTo>
                  <a:pt x="176213" y="6251575"/>
                </a:lnTo>
                <a:lnTo>
                  <a:pt x="179388" y="6183312"/>
                </a:lnTo>
                <a:lnTo>
                  <a:pt x="176213" y="6113462"/>
                </a:lnTo>
                <a:lnTo>
                  <a:pt x="168275" y="6056312"/>
                </a:lnTo>
                <a:lnTo>
                  <a:pt x="157163" y="6003925"/>
                </a:lnTo>
                <a:lnTo>
                  <a:pt x="142875" y="5956300"/>
                </a:lnTo>
                <a:lnTo>
                  <a:pt x="127000" y="5915025"/>
                </a:lnTo>
                <a:lnTo>
                  <a:pt x="107950" y="5876925"/>
                </a:lnTo>
                <a:lnTo>
                  <a:pt x="88900" y="5840412"/>
                </a:lnTo>
                <a:lnTo>
                  <a:pt x="69850" y="5802312"/>
                </a:lnTo>
                <a:lnTo>
                  <a:pt x="52388" y="5762625"/>
                </a:lnTo>
                <a:lnTo>
                  <a:pt x="34925" y="5721350"/>
                </a:lnTo>
                <a:lnTo>
                  <a:pt x="20638" y="5675312"/>
                </a:lnTo>
                <a:lnTo>
                  <a:pt x="11113" y="5622925"/>
                </a:lnTo>
                <a:lnTo>
                  <a:pt x="1588" y="5562600"/>
                </a:lnTo>
                <a:lnTo>
                  <a:pt x="0" y="5494337"/>
                </a:lnTo>
                <a:lnTo>
                  <a:pt x="1588" y="5426075"/>
                </a:lnTo>
                <a:lnTo>
                  <a:pt x="11113" y="5365750"/>
                </a:lnTo>
                <a:lnTo>
                  <a:pt x="20638" y="5313362"/>
                </a:lnTo>
                <a:lnTo>
                  <a:pt x="34925" y="5268912"/>
                </a:lnTo>
                <a:lnTo>
                  <a:pt x="52388" y="5226050"/>
                </a:lnTo>
                <a:lnTo>
                  <a:pt x="69850" y="5186362"/>
                </a:lnTo>
                <a:lnTo>
                  <a:pt x="88900" y="5149850"/>
                </a:lnTo>
                <a:lnTo>
                  <a:pt x="107950" y="5114925"/>
                </a:lnTo>
                <a:lnTo>
                  <a:pt x="127000" y="5075237"/>
                </a:lnTo>
                <a:lnTo>
                  <a:pt x="142875" y="5033962"/>
                </a:lnTo>
                <a:lnTo>
                  <a:pt x="157163" y="4987925"/>
                </a:lnTo>
                <a:lnTo>
                  <a:pt x="168275" y="4935537"/>
                </a:lnTo>
                <a:lnTo>
                  <a:pt x="176213" y="4875212"/>
                </a:lnTo>
                <a:lnTo>
                  <a:pt x="179388" y="4806950"/>
                </a:lnTo>
                <a:lnTo>
                  <a:pt x="176213" y="4738687"/>
                </a:lnTo>
                <a:lnTo>
                  <a:pt x="168275" y="4678362"/>
                </a:lnTo>
                <a:lnTo>
                  <a:pt x="157163" y="4625975"/>
                </a:lnTo>
                <a:lnTo>
                  <a:pt x="142875" y="4579937"/>
                </a:lnTo>
                <a:lnTo>
                  <a:pt x="127000" y="4537075"/>
                </a:lnTo>
                <a:lnTo>
                  <a:pt x="107950" y="4498975"/>
                </a:lnTo>
                <a:lnTo>
                  <a:pt x="69850" y="4424362"/>
                </a:lnTo>
                <a:lnTo>
                  <a:pt x="52388" y="4386262"/>
                </a:lnTo>
                <a:lnTo>
                  <a:pt x="34925" y="4343400"/>
                </a:lnTo>
                <a:lnTo>
                  <a:pt x="20638" y="4297362"/>
                </a:lnTo>
                <a:lnTo>
                  <a:pt x="11113" y="4244975"/>
                </a:lnTo>
                <a:lnTo>
                  <a:pt x="1588" y="4186237"/>
                </a:lnTo>
                <a:lnTo>
                  <a:pt x="0" y="4116387"/>
                </a:lnTo>
                <a:lnTo>
                  <a:pt x="1588" y="4048125"/>
                </a:lnTo>
                <a:lnTo>
                  <a:pt x="11113" y="3987800"/>
                </a:lnTo>
                <a:lnTo>
                  <a:pt x="20638" y="3935412"/>
                </a:lnTo>
                <a:lnTo>
                  <a:pt x="34925" y="3890962"/>
                </a:lnTo>
                <a:lnTo>
                  <a:pt x="52388" y="3848100"/>
                </a:lnTo>
                <a:lnTo>
                  <a:pt x="69850" y="3811587"/>
                </a:lnTo>
                <a:lnTo>
                  <a:pt x="107950" y="3736975"/>
                </a:lnTo>
                <a:lnTo>
                  <a:pt x="127000" y="3697287"/>
                </a:lnTo>
                <a:lnTo>
                  <a:pt x="142875" y="3656012"/>
                </a:lnTo>
                <a:lnTo>
                  <a:pt x="157163" y="3609975"/>
                </a:lnTo>
                <a:lnTo>
                  <a:pt x="168275" y="3557587"/>
                </a:lnTo>
                <a:lnTo>
                  <a:pt x="176213" y="3497262"/>
                </a:lnTo>
                <a:lnTo>
                  <a:pt x="179388" y="3427412"/>
                </a:lnTo>
                <a:lnTo>
                  <a:pt x="176213" y="3360737"/>
                </a:lnTo>
                <a:lnTo>
                  <a:pt x="168275" y="3300412"/>
                </a:lnTo>
                <a:lnTo>
                  <a:pt x="157163" y="3248025"/>
                </a:lnTo>
                <a:lnTo>
                  <a:pt x="142875" y="3201987"/>
                </a:lnTo>
                <a:lnTo>
                  <a:pt x="127000" y="3160712"/>
                </a:lnTo>
                <a:lnTo>
                  <a:pt x="107950" y="3121025"/>
                </a:lnTo>
                <a:lnTo>
                  <a:pt x="88900" y="3084512"/>
                </a:lnTo>
                <a:lnTo>
                  <a:pt x="69850" y="3046412"/>
                </a:lnTo>
                <a:lnTo>
                  <a:pt x="52388" y="3009900"/>
                </a:lnTo>
                <a:lnTo>
                  <a:pt x="34925" y="2967037"/>
                </a:lnTo>
                <a:lnTo>
                  <a:pt x="20638" y="2922587"/>
                </a:lnTo>
                <a:lnTo>
                  <a:pt x="11113" y="2868612"/>
                </a:lnTo>
                <a:lnTo>
                  <a:pt x="1588" y="2809875"/>
                </a:lnTo>
                <a:lnTo>
                  <a:pt x="0" y="2741612"/>
                </a:lnTo>
                <a:lnTo>
                  <a:pt x="1588" y="2671762"/>
                </a:lnTo>
                <a:lnTo>
                  <a:pt x="11113" y="2613025"/>
                </a:lnTo>
                <a:lnTo>
                  <a:pt x="20638" y="2560637"/>
                </a:lnTo>
                <a:lnTo>
                  <a:pt x="34925" y="2513012"/>
                </a:lnTo>
                <a:lnTo>
                  <a:pt x="52388" y="2471737"/>
                </a:lnTo>
                <a:lnTo>
                  <a:pt x="69850" y="2433637"/>
                </a:lnTo>
                <a:lnTo>
                  <a:pt x="88900" y="2395537"/>
                </a:lnTo>
                <a:lnTo>
                  <a:pt x="107950" y="2359025"/>
                </a:lnTo>
                <a:lnTo>
                  <a:pt x="127000" y="2319337"/>
                </a:lnTo>
                <a:lnTo>
                  <a:pt x="142875" y="2278062"/>
                </a:lnTo>
                <a:lnTo>
                  <a:pt x="157163" y="2232025"/>
                </a:lnTo>
                <a:lnTo>
                  <a:pt x="168275" y="2179637"/>
                </a:lnTo>
                <a:lnTo>
                  <a:pt x="176213" y="2119312"/>
                </a:lnTo>
                <a:lnTo>
                  <a:pt x="179388" y="2051050"/>
                </a:lnTo>
                <a:lnTo>
                  <a:pt x="176213" y="1982787"/>
                </a:lnTo>
                <a:lnTo>
                  <a:pt x="168275" y="1922462"/>
                </a:lnTo>
                <a:lnTo>
                  <a:pt x="157163" y="1870075"/>
                </a:lnTo>
                <a:lnTo>
                  <a:pt x="142875" y="1824037"/>
                </a:lnTo>
                <a:lnTo>
                  <a:pt x="127000" y="1782762"/>
                </a:lnTo>
                <a:lnTo>
                  <a:pt x="107950" y="1743075"/>
                </a:lnTo>
                <a:lnTo>
                  <a:pt x="88900" y="1708150"/>
                </a:lnTo>
                <a:lnTo>
                  <a:pt x="69850" y="1671637"/>
                </a:lnTo>
                <a:lnTo>
                  <a:pt x="52388" y="1631950"/>
                </a:lnTo>
                <a:lnTo>
                  <a:pt x="34925" y="1589087"/>
                </a:lnTo>
                <a:lnTo>
                  <a:pt x="20638" y="1544637"/>
                </a:lnTo>
                <a:lnTo>
                  <a:pt x="11113" y="1492250"/>
                </a:lnTo>
                <a:lnTo>
                  <a:pt x="1588" y="1431925"/>
                </a:lnTo>
                <a:lnTo>
                  <a:pt x="0" y="1363662"/>
                </a:lnTo>
                <a:lnTo>
                  <a:pt x="1588" y="1295400"/>
                </a:lnTo>
                <a:lnTo>
                  <a:pt x="11113" y="1235075"/>
                </a:lnTo>
                <a:lnTo>
                  <a:pt x="20638" y="1182687"/>
                </a:lnTo>
                <a:lnTo>
                  <a:pt x="34925" y="1136650"/>
                </a:lnTo>
                <a:lnTo>
                  <a:pt x="52388" y="1095375"/>
                </a:lnTo>
                <a:lnTo>
                  <a:pt x="69850" y="1055687"/>
                </a:lnTo>
                <a:lnTo>
                  <a:pt x="88900" y="1017587"/>
                </a:lnTo>
                <a:lnTo>
                  <a:pt x="107950" y="981075"/>
                </a:lnTo>
                <a:lnTo>
                  <a:pt x="127000" y="942975"/>
                </a:lnTo>
                <a:lnTo>
                  <a:pt x="142875" y="901700"/>
                </a:lnTo>
                <a:lnTo>
                  <a:pt x="157163" y="854075"/>
                </a:lnTo>
                <a:lnTo>
                  <a:pt x="168275" y="801687"/>
                </a:lnTo>
                <a:lnTo>
                  <a:pt x="176213" y="744537"/>
                </a:lnTo>
                <a:lnTo>
                  <a:pt x="179388" y="673100"/>
                </a:lnTo>
                <a:lnTo>
                  <a:pt x="176213" y="606425"/>
                </a:lnTo>
                <a:lnTo>
                  <a:pt x="168275" y="546100"/>
                </a:lnTo>
                <a:lnTo>
                  <a:pt x="157163" y="496887"/>
                </a:lnTo>
                <a:lnTo>
                  <a:pt x="142875" y="450850"/>
                </a:lnTo>
                <a:lnTo>
                  <a:pt x="127000" y="409575"/>
                </a:lnTo>
                <a:lnTo>
                  <a:pt x="109538" y="369887"/>
                </a:lnTo>
                <a:lnTo>
                  <a:pt x="92075" y="334962"/>
                </a:lnTo>
                <a:lnTo>
                  <a:pt x="73025" y="296862"/>
                </a:lnTo>
                <a:lnTo>
                  <a:pt x="53975" y="260350"/>
                </a:lnTo>
                <a:lnTo>
                  <a:pt x="38100" y="217487"/>
                </a:lnTo>
                <a:lnTo>
                  <a:pt x="22225" y="174625"/>
                </a:lnTo>
                <a:lnTo>
                  <a:pt x="12700" y="122237"/>
                </a:lnTo>
                <a:lnTo>
                  <a:pt x="4763" y="6667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91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CA77D789-9DE0-43A3-B196-F13CFECFA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3D410C1-3757-5AB0-B9BD-8EE6CE345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051" y="331585"/>
            <a:ext cx="6015897" cy="1492132"/>
          </a:xfrm>
        </p:spPr>
        <p:txBody>
          <a:bodyPr>
            <a:normAutofit/>
          </a:bodyPr>
          <a:lstStyle/>
          <a:p>
            <a:r>
              <a:rPr lang="cs-CZ" dirty="0"/>
              <a:t>Porod</a:t>
            </a:r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F9BC648B-BC3C-4674-B1FD-2F9F1C6D7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0BA619E-067F-F764-6647-0057ABD3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1442721"/>
            <a:ext cx="6015897" cy="51344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sz="1800" dirty="0"/>
              <a:t>Známe datum předpokládaného porodu</a:t>
            </a:r>
          </a:p>
          <a:p>
            <a:pPr>
              <a:lnSpc>
                <a:spcPct val="100000"/>
              </a:lnSpc>
            </a:pPr>
            <a:r>
              <a:rPr lang="cs-CZ" sz="1800" u="sng" dirty="0"/>
              <a:t>Před porodem:</a:t>
            </a:r>
          </a:p>
          <a:p>
            <a:pPr lvl="1">
              <a:lnSpc>
                <a:spcPct val="100000"/>
              </a:lnSpc>
            </a:pPr>
            <a:r>
              <a:rPr lang="cs-CZ" dirty="0"/>
              <a:t>pečlivé vyčištění kotce</a:t>
            </a:r>
          </a:p>
          <a:p>
            <a:pPr lvl="1">
              <a:lnSpc>
                <a:spcPct val="100000"/>
              </a:lnSpc>
            </a:pPr>
            <a:r>
              <a:rPr lang="cs-CZ" dirty="0"/>
              <a:t>v klecových chovech poskytnutí vystlaného budníku</a:t>
            </a:r>
          </a:p>
          <a:p>
            <a:pPr>
              <a:lnSpc>
                <a:spcPct val="100000"/>
              </a:lnSpc>
            </a:pPr>
            <a:r>
              <a:rPr lang="cs-CZ" sz="1800" u="sng" dirty="0"/>
              <a:t>Během porodu:</a:t>
            </a:r>
          </a:p>
          <a:p>
            <a:pPr lvl="1">
              <a:lnSpc>
                <a:spcPct val="100000"/>
              </a:lnSpc>
            </a:pPr>
            <a:r>
              <a:rPr lang="cs-CZ" dirty="0"/>
              <a:t>králice má mít klid</a:t>
            </a:r>
          </a:p>
          <a:p>
            <a:pPr lvl="1">
              <a:lnSpc>
                <a:spcPct val="100000"/>
              </a:lnSpc>
            </a:pPr>
            <a:r>
              <a:rPr lang="cs-CZ" dirty="0"/>
              <a:t>pokud možno vytvořit jí šero (např. zakrytím kotce)</a:t>
            </a:r>
          </a:p>
          <a:p>
            <a:pPr lvl="1">
              <a:lnSpc>
                <a:spcPct val="100000"/>
              </a:lnSpc>
            </a:pPr>
            <a:r>
              <a:rPr lang="cs-CZ" dirty="0"/>
              <a:t>samice rodí samovolně, případně si pomáhá zuby</a:t>
            </a:r>
          </a:p>
          <a:p>
            <a:pPr lvl="1">
              <a:lnSpc>
                <a:spcPct val="100000"/>
              </a:lnSpc>
            </a:pPr>
            <a:r>
              <a:rPr lang="cs-CZ" dirty="0"/>
              <a:t>Samice požírá pupeční šňůru a lůžko</a:t>
            </a:r>
          </a:p>
          <a:p>
            <a:pPr>
              <a:lnSpc>
                <a:spcPct val="100000"/>
              </a:lnSpc>
            </a:pPr>
            <a:r>
              <a:rPr lang="cs-CZ" sz="1800" u="sng" dirty="0"/>
              <a:t>Po porodu: </a:t>
            </a:r>
          </a:p>
          <a:p>
            <a:pPr lvl="1">
              <a:lnSpc>
                <a:spcPct val="100000"/>
              </a:lnSpc>
            </a:pPr>
            <a:r>
              <a:rPr lang="cs-CZ" dirty="0"/>
              <a:t>mláďata se rodí holá</a:t>
            </a:r>
          </a:p>
          <a:p>
            <a:pPr lvl="1">
              <a:lnSpc>
                <a:spcPct val="100000"/>
              </a:lnSpc>
            </a:pPr>
            <a:r>
              <a:rPr lang="cs-CZ" dirty="0"/>
              <a:t>po jejich očištění je samice ukládá do hnízda</a:t>
            </a:r>
          </a:p>
        </p:txBody>
      </p:sp>
      <p:pic>
        <p:nvPicPr>
          <p:cNvPr id="5122" name="Picture 2" descr="Králičí březost a porod ve zkratce | Český Kutil.cz">
            <a:extLst>
              <a:ext uri="{FF2B5EF4-FFF2-40B4-BE49-F238E27FC236}">
                <a16:creationId xmlns:a16="http://schemas.microsoft.com/office/drawing/2014/main" id="{3A85BDC6-EE63-E511-2039-0589F62B28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20" r="31038" b="-1"/>
          <a:stretch/>
        </p:blipFill>
        <p:spPr bwMode="auto">
          <a:xfrm>
            <a:off x="7389812" y="10"/>
            <a:ext cx="4802188" cy="6857990"/>
          </a:xfrm>
          <a:custGeom>
            <a:avLst/>
            <a:gdLst/>
            <a:ahLst/>
            <a:cxnLst/>
            <a:rect l="l" t="t" r="r" b="b"/>
            <a:pathLst>
              <a:path w="4802188" h="6858000">
                <a:moveTo>
                  <a:pt x="0" y="0"/>
                </a:moveTo>
                <a:lnTo>
                  <a:pt x="4802188" y="0"/>
                </a:lnTo>
                <a:lnTo>
                  <a:pt x="4802188" y="6858000"/>
                </a:lnTo>
                <a:lnTo>
                  <a:pt x="0" y="6858000"/>
                </a:lnTo>
                <a:lnTo>
                  <a:pt x="4763" y="6791325"/>
                </a:lnTo>
                <a:lnTo>
                  <a:pt x="12700" y="6735762"/>
                </a:lnTo>
                <a:lnTo>
                  <a:pt x="22225" y="6683375"/>
                </a:lnTo>
                <a:lnTo>
                  <a:pt x="38100" y="6640512"/>
                </a:lnTo>
                <a:lnTo>
                  <a:pt x="53975" y="6597650"/>
                </a:lnTo>
                <a:lnTo>
                  <a:pt x="73025" y="6561137"/>
                </a:lnTo>
                <a:lnTo>
                  <a:pt x="92075" y="6523037"/>
                </a:lnTo>
                <a:lnTo>
                  <a:pt x="109538" y="6488112"/>
                </a:lnTo>
                <a:lnTo>
                  <a:pt x="127000" y="6448425"/>
                </a:lnTo>
                <a:lnTo>
                  <a:pt x="142875" y="6407150"/>
                </a:lnTo>
                <a:lnTo>
                  <a:pt x="157163" y="6361112"/>
                </a:lnTo>
                <a:lnTo>
                  <a:pt x="168275" y="6311900"/>
                </a:lnTo>
                <a:lnTo>
                  <a:pt x="176213" y="6251575"/>
                </a:lnTo>
                <a:lnTo>
                  <a:pt x="179388" y="6183312"/>
                </a:lnTo>
                <a:lnTo>
                  <a:pt x="176213" y="6113462"/>
                </a:lnTo>
                <a:lnTo>
                  <a:pt x="168275" y="6056312"/>
                </a:lnTo>
                <a:lnTo>
                  <a:pt x="157163" y="6003925"/>
                </a:lnTo>
                <a:lnTo>
                  <a:pt x="142875" y="5956300"/>
                </a:lnTo>
                <a:lnTo>
                  <a:pt x="127000" y="5915025"/>
                </a:lnTo>
                <a:lnTo>
                  <a:pt x="107950" y="5876925"/>
                </a:lnTo>
                <a:lnTo>
                  <a:pt x="88900" y="5840412"/>
                </a:lnTo>
                <a:lnTo>
                  <a:pt x="69850" y="5802312"/>
                </a:lnTo>
                <a:lnTo>
                  <a:pt x="52388" y="5762625"/>
                </a:lnTo>
                <a:lnTo>
                  <a:pt x="34925" y="5721350"/>
                </a:lnTo>
                <a:lnTo>
                  <a:pt x="20638" y="5675312"/>
                </a:lnTo>
                <a:lnTo>
                  <a:pt x="11113" y="5622925"/>
                </a:lnTo>
                <a:lnTo>
                  <a:pt x="1588" y="5562600"/>
                </a:lnTo>
                <a:lnTo>
                  <a:pt x="0" y="5494337"/>
                </a:lnTo>
                <a:lnTo>
                  <a:pt x="1588" y="5426075"/>
                </a:lnTo>
                <a:lnTo>
                  <a:pt x="11113" y="5365750"/>
                </a:lnTo>
                <a:lnTo>
                  <a:pt x="20638" y="5313362"/>
                </a:lnTo>
                <a:lnTo>
                  <a:pt x="34925" y="5268912"/>
                </a:lnTo>
                <a:lnTo>
                  <a:pt x="52388" y="5226050"/>
                </a:lnTo>
                <a:lnTo>
                  <a:pt x="69850" y="5186362"/>
                </a:lnTo>
                <a:lnTo>
                  <a:pt x="88900" y="5149850"/>
                </a:lnTo>
                <a:lnTo>
                  <a:pt x="107950" y="5114925"/>
                </a:lnTo>
                <a:lnTo>
                  <a:pt x="127000" y="5075237"/>
                </a:lnTo>
                <a:lnTo>
                  <a:pt x="142875" y="5033962"/>
                </a:lnTo>
                <a:lnTo>
                  <a:pt x="157163" y="4987925"/>
                </a:lnTo>
                <a:lnTo>
                  <a:pt x="168275" y="4935537"/>
                </a:lnTo>
                <a:lnTo>
                  <a:pt x="176213" y="4875212"/>
                </a:lnTo>
                <a:lnTo>
                  <a:pt x="179388" y="4806950"/>
                </a:lnTo>
                <a:lnTo>
                  <a:pt x="176213" y="4738687"/>
                </a:lnTo>
                <a:lnTo>
                  <a:pt x="168275" y="4678362"/>
                </a:lnTo>
                <a:lnTo>
                  <a:pt x="157163" y="4625975"/>
                </a:lnTo>
                <a:lnTo>
                  <a:pt x="142875" y="4579937"/>
                </a:lnTo>
                <a:lnTo>
                  <a:pt x="127000" y="4537075"/>
                </a:lnTo>
                <a:lnTo>
                  <a:pt x="107950" y="4498975"/>
                </a:lnTo>
                <a:lnTo>
                  <a:pt x="69850" y="4424362"/>
                </a:lnTo>
                <a:lnTo>
                  <a:pt x="52388" y="4386262"/>
                </a:lnTo>
                <a:lnTo>
                  <a:pt x="34925" y="4343400"/>
                </a:lnTo>
                <a:lnTo>
                  <a:pt x="20638" y="4297362"/>
                </a:lnTo>
                <a:lnTo>
                  <a:pt x="11113" y="4244975"/>
                </a:lnTo>
                <a:lnTo>
                  <a:pt x="1588" y="4186237"/>
                </a:lnTo>
                <a:lnTo>
                  <a:pt x="0" y="4116387"/>
                </a:lnTo>
                <a:lnTo>
                  <a:pt x="1588" y="4048125"/>
                </a:lnTo>
                <a:lnTo>
                  <a:pt x="11113" y="3987800"/>
                </a:lnTo>
                <a:lnTo>
                  <a:pt x="20638" y="3935412"/>
                </a:lnTo>
                <a:lnTo>
                  <a:pt x="34925" y="3890962"/>
                </a:lnTo>
                <a:lnTo>
                  <a:pt x="52388" y="3848100"/>
                </a:lnTo>
                <a:lnTo>
                  <a:pt x="69850" y="3811587"/>
                </a:lnTo>
                <a:lnTo>
                  <a:pt x="107950" y="3736975"/>
                </a:lnTo>
                <a:lnTo>
                  <a:pt x="127000" y="3697287"/>
                </a:lnTo>
                <a:lnTo>
                  <a:pt x="142875" y="3656012"/>
                </a:lnTo>
                <a:lnTo>
                  <a:pt x="157163" y="3609975"/>
                </a:lnTo>
                <a:lnTo>
                  <a:pt x="168275" y="3557587"/>
                </a:lnTo>
                <a:lnTo>
                  <a:pt x="176213" y="3497262"/>
                </a:lnTo>
                <a:lnTo>
                  <a:pt x="179388" y="3427412"/>
                </a:lnTo>
                <a:lnTo>
                  <a:pt x="176213" y="3360737"/>
                </a:lnTo>
                <a:lnTo>
                  <a:pt x="168275" y="3300412"/>
                </a:lnTo>
                <a:lnTo>
                  <a:pt x="157163" y="3248025"/>
                </a:lnTo>
                <a:lnTo>
                  <a:pt x="142875" y="3201987"/>
                </a:lnTo>
                <a:lnTo>
                  <a:pt x="127000" y="3160712"/>
                </a:lnTo>
                <a:lnTo>
                  <a:pt x="107950" y="3121025"/>
                </a:lnTo>
                <a:lnTo>
                  <a:pt x="88900" y="3084512"/>
                </a:lnTo>
                <a:lnTo>
                  <a:pt x="69850" y="3046412"/>
                </a:lnTo>
                <a:lnTo>
                  <a:pt x="52388" y="3009900"/>
                </a:lnTo>
                <a:lnTo>
                  <a:pt x="34925" y="2967037"/>
                </a:lnTo>
                <a:lnTo>
                  <a:pt x="20638" y="2922587"/>
                </a:lnTo>
                <a:lnTo>
                  <a:pt x="11113" y="2868612"/>
                </a:lnTo>
                <a:lnTo>
                  <a:pt x="1588" y="2809875"/>
                </a:lnTo>
                <a:lnTo>
                  <a:pt x="0" y="2741612"/>
                </a:lnTo>
                <a:lnTo>
                  <a:pt x="1588" y="2671762"/>
                </a:lnTo>
                <a:lnTo>
                  <a:pt x="11113" y="2613025"/>
                </a:lnTo>
                <a:lnTo>
                  <a:pt x="20638" y="2560637"/>
                </a:lnTo>
                <a:lnTo>
                  <a:pt x="34925" y="2513012"/>
                </a:lnTo>
                <a:lnTo>
                  <a:pt x="52388" y="2471737"/>
                </a:lnTo>
                <a:lnTo>
                  <a:pt x="69850" y="2433637"/>
                </a:lnTo>
                <a:lnTo>
                  <a:pt x="88900" y="2395537"/>
                </a:lnTo>
                <a:lnTo>
                  <a:pt x="107950" y="2359025"/>
                </a:lnTo>
                <a:lnTo>
                  <a:pt x="127000" y="2319337"/>
                </a:lnTo>
                <a:lnTo>
                  <a:pt x="142875" y="2278062"/>
                </a:lnTo>
                <a:lnTo>
                  <a:pt x="157163" y="2232025"/>
                </a:lnTo>
                <a:lnTo>
                  <a:pt x="168275" y="2179637"/>
                </a:lnTo>
                <a:lnTo>
                  <a:pt x="176213" y="2119312"/>
                </a:lnTo>
                <a:lnTo>
                  <a:pt x="179388" y="2051050"/>
                </a:lnTo>
                <a:lnTo>
                  <a:pt x="176213" y="1982787"/>
                </a:lnTo>
                <a:lnTo>
                  <a:pt x="168275" y="1922462"/>
                </a:lnTo>
                <a:lnTo>
                  <a:pt x="157163" y="1870075"/>
                </a:lnTo>
                <a:lnTo>
                  <a:pt x="142875" y="1824037"/>
                </a:lnTo>
                <a:lnTo>
                  <a:pt x="127000" y="1782762"/>
                </a:lnTo>
                <a:lnTo>
                  <a:pt x="107950" y="1743075"/>
                </a:lnTo>
                <a:lnTo>
                  <a:pt x="88900" y="1708150"/>
                </a:lnTo>
                <a:lnTo>
                  <a:pt x="69850" y="1671637"/>
                </a:lnTo>
                <a:lnTo>
                  <a:pt x="52388" y="1631950"/>
                </a:lnTo>
                <a:lnTo>
                  <a:pt x="34925" y="1589087"/>
                </a:lnTo>
                <a:lnTo>
                  <a:pt x="20638" y="1544637"/>
                </a:lnTo>
                <a:lnTo>
                  <a:pt x="11113" y="1492250"/>
                </a:lnTo>
                <a:lnTo>
                  <a:pt x="1588" y="1431925"/>
                </a:lnTo>
                <a:lnTo>
                  <a:pt x="0" y="1363662"/>
                </a:lnTo>
                <a:lnTo>
                  <a:pt x="1588" y="1295400"/>
                </a:lnTo>
                <a:lnTo>
                  <a:pt x="11113" y="1235075"/>
                </a:lnTo>
                <a:lnTo>
                  <a:pt x="20638" y="1182687"/>
                </a:lnTo>
                <a:lnTo>
                  <a:pt x="34925" y="1136650"/>
                </a:lnTo>
                <a:lnTo>
                  <a:pt x="52388" y="1095375"/>
                </a:lnTo>
                <a:lnTo>
                  <a:pt x="69850" y="1055687"/>
                </a:lnTo>
                <a:lnTo>
                  <a:pt x="88900" y="1017587"/>
                </a:lnTo>
                <a:lnTo>
                  <a:pt x="107950" y="981075"/>
                </a:lnTo>
                <a:lnTo>
                  <a:pt x="127000" y="942975"/>
                </a:lnTo>
                <a:lnTo>
                  <a:pt x="142875" y="901700"/>
                </a:lnTo>
                <a:lnTo>
                  <a:pt x="157163" y="854075"/>
                </a:lnTo>
                <a:lnTo>
                  <a:pt x="168275" y="801687"/>
                </a:lnTo>
                <a:lnTo>
                  <a:pt x="176213" y="744537"/>
                </a:lnTo>
                <a:lnTo>
                  <a:pt x="179388" y="673100"/>
                </a:lnTo>
                <a:lnTo>
                  <a:pt x="176213" y="606425"/>
                </a:lnTo>
                <a:lnTo>
                  <a:pt x="168275" y="546100"/>
                </a:lnTo>
                <a:lnTo>
                  <a:pt x="157163" y="496887"/>
                </a:lnTo>
                <a:lnTo>
                  <a:pt x="142875" y="450850"/>
                </a:lnTo>
                <a:lnTo>
                  <a:pt x="127000" y="409575"/>
                </a:lnTo>
                <a:lnTo>
                  <a:pt x="109538" y="369887"/>
                </a:lnTo>
                <a:lnTo>
                  <a:pt x="92075" y="334962"/>
                </a:lnTo>
                <a:lnTo>
                  <a:pt x="73025" y="296862"/>
                </a:lnTo>
                <a:lnTo>
                  <a:pt x="53975" y="260350"/>
                </a:lnTo>
                <a:lnTo>
                  <a:pt x="38100" y="217487"/>
                </a:lnTo>
                <a:lnTo>
                  <a:pt x="22225" y="174625"/>
                </a:lnTo>
                <a:lnTo>
                  <a:pt x="12700" y="122237"/>
                </a:lnTo>
                <a:lnTo>
                  <a:pt x="4763" y="6667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098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B3F8C3-E4C3-031E-16CD-916630611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4357499" cy="1320855"/>
          </a:xfrm>
        </p:spPr>
        <p:txBody>
          <a:bodyPr>
            <a:normAutofit/>
          </a:bodyPr>
          <a:lstStyle/>
          <a:p>
            <a:r>
              <a:rPr lang="cs-CZ" sz="4400"/>
              <a:t>Odchov mláďat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CC8561-A31B-A92C-92D4-04A8CCAEE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7" y="1638729"/>
            <a:ext cx="5919684" cy="448466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cs-CZ" dirty="0"/>
              <a:t>Vývoj mláďat závisí na </a:t>
            </a:r>
            <a:r>
              <a:rPr lang="cs-CZ" u="sng" dirty="0"/>
              <a:t>mléčnosti matky</a:t>
            </a:r>
          </a:p>
          <a:p>
            <a:pPr>
              <a:lnSpc>
                <a:spcPct val="100000"/>
              </a:lnSpc>
            </a:pPr>
            <a:r>
              <a:rPr lang="cs-CZ" dirty="0"/>
              <a:t>Mláďata intenzivně rostou – vysoký podíl bílkovin a tuku v králičím mléce</a:t>
            </a:r>
          </a:p>
          <a:p>
            <a:pPr>
              <a:lnSpc>
                <a:spcPct val="100000"/>
              </a:lnSpc>
            </a:pPr>
            <a:r>
              <a:rPr lang="cs-CZ" dirty="0"/>
              <a:t>Denní přírůstek středních plemen je cca 35 g</a:t>
            </a:r>
          </a:p>
          <a:p>
            <a:pPr>
              <a:lnSpc>
                <a:spcPct val="100000"/>
              </a:lnSpc>
            </a:pPr>
            <a:r>
              <a:rPr lang="cs-CZ" u="sng" dirty="0"/>
              <a:t>Odstav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u brojlerových králíků ve velkochovu ve věku mláďat </a:t>
            </a:r>
            <a:r>
              <a:rPr lang="cs-CZ" sz="2000" u="sng" dirty="0"/>
              <a:t>28-32 dnů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v malochovech ve věku mláďat </a:t>
            </a:r>
            <a:r>
              <a:rPr lang="cs-CZ" sz="2000" u="sng" dirty="0"/>
              <a:t>42 – 56 dnů</a:t>
            </a:r>
          </a:p>
          <a:p>
            <a:pPr lvl="1">
              <a:lnSpc>
                <a:spcPct val="100000"/>
              </a:lnSpc>
            </a:pPr>
            <a:r>
              <a:rPr lang="cs-CZ" sz="2000" u="sng" dirty="0"/>
              <a:t>odstavujeme celý vrh najednou</a:t>
            </a:r>
          </a:p>
          <a:p>
            <a:pPr lvl="1">
              <a:lnSpc>
                <a:spcPct val="100000"/>
              </a:lnSpc>
            </a:pPr>
            <a:r>
              <a:rPr lang="cs-CZ" sz="2000" dirty="0"/>
              <a:t>v malochovech oddělíme při odstavu samičky od samečků, ve velkochovech se toto neřeší</a:t>
            </a:r>
          </a:p>
        </p:txBody>
      </p:sp>
      <p:pic>
        <p:nvPicPr>
          <p:cNvPr id="6146" name="Picture 2" descr="Králičí březost a porod ve zkratce | Český Kutil.cz">
            <a:extLst>
              <a:ext uri="{FF2B5EF4-FFF2-40B4-BE49-F238E27FC236}">
                <a16:creationId xmlns:a16="http://schemas.microsoft.com/office/drawing/2014/main" id="{972E633C-EC65-C1F8-28D3-C24D2BBCE1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9" r="18120" b="1"/>
          <a:stretch/>
        </p:blipFill>
        <p:spPr bwMode="auto">
          <a:xfrm>
            <a:off x="7469312" y="1952359"/>
            <a:ext cx="4040992" cy="4036091"/>
          </a:xfrm>
          <a:custGeom>
            <a:avLst/>
            <a:gdLst/>
            <a:ahLst/>
            <a:cxnLst/>
            <a:rect l="l" t="t" r="r" b="b"/>
            <a:pathLst>
              <a:path w="3860171" h="3855489">
                <a:moveTo>
                  <a:pt x="1930086" y="0"/>
                </a:moveTo>
                <a:lnTo>
                  <a:pt x="1967540" y="3511"/>
                </a:lnTo>
                <a:lnTo>
                  <a:pt x="2003824" y="12875"/>
                </a:lnTo>
                <a:lnTo>
                  <a:pt x="2038938" y="26920"/>
                </a:lnTo>
                <a:lnTo>
                  <a:pt x="2075222" y="44477"/>
                </a:lnTo>
                <a:lnTo>
                  <a:pt x="2109166" y="64375"/>
                </a:lnTo>
                <a:lnTo>
                  <a:pt x="2144279" y="85443"/>
                </a:lnTo>
                <a:lnTo>
                  <a:pt x="2179393" y="104171"/>
                </a:lnTo>
                <a:lnTo>
                  <a:pt x="2214507" y="122898"/>
                </a:lnTo>
                <a:lnTo>
                  <a:pt x="2248450" y="136943"/>
                </a:lnTo>
                <a:lnTo>
                  <a:pt x="2285905" y="146307"/>
                </a:lnTo>
                <a:lnTo>
                  <a:pt x="2322189" y="150989"/>
                </a:lnTo>
                <a:lnTo>
                  <a:pt x="2360814" y="150989"/>
                </a:lnTo>
                <a:lnTo>
                  <a:pt x="2400610" y="148648"/>
                </a:lnTo>
                <a:lnTo>
                  <a:pt x="2440405" y="143966"/>
                </a:lnTo>
                <a:lnTo>
                  <a:pt x="2480201" y="138114"/>
                </a:lnTo>
                <a:lnTo>
                  <a:pt x="2519996" y="133432"/>
                </a:lnTo>
                <a:lnTo>
                  <a:pt x="2559792" y="129921"/>
                </a:lnTo>
                <a:lnTo>
                  <a:pt x="2597247" y="131091"/>
                </a:lnTo>
                <a:lnTo>
                  <a:pt x="2633531" y="135773"/>
                </a:lnTo>
                <a:lnTo>
                  <a:pt x="2668644" y="146307"/>
                </a:lnTo>
                <a:lnTo>
                  <a:pt x="2697906" y="161523"/>
                </a:lnTo>
                <a:lnTo>
                  <a:pt x="2725997" y="181421"/>
                </a:lnTo>
                <a:lnTo>
                  <a:pt x="2750577" y="204830"/>
                </a:lnTo>
                <a:lnTo>
                  <a:pt x="2775156" y="231750"/>
                </a:lnTo>
                <a:lnTo>
                  <a:pt x="2797395" y="259841"/>
                </a:lnTo>
                <a:lnTo>
                  <a:pt x="2819634" y="289103"/>
                </a:lnTo>
                <a:lnTo>
                  <a:pt x="2841872" y="318364"/>
                </a:lnTo>
                <a:lnTo>
                  <a:pt x="2864111" y="346455"/>
                </a:lnTo>
                <a:lnTo>
                  <a:pt x="2887520" y="373376"/>
                </a:lnTo>
                <a:lnTo>
                  <a:pt x="2914441" y="396785"/>
                </a:lnTo>
                <a:lnTo>
                  <a:pt x="2940191" y="417853"/>
                </a:lnTo>
                <a:lnTo>
                  <a:pt x="2969452" y="434240"/>
                </a:lnTo>
                <a:lnTo>
                  <a:pt x="3001055" y="448285"/>
                </a:lnTo>
                <a:lnTo>
                  <a:pt x="3034998" y="459990"/>
                </a:lnTo>
                <a:lnTo>
                  <a:pt x="3070112" y="470524"/>
                </a:lnTo>
                <a:lnTo>
                  <a:pt x="3105226" y="479888"/>
                </a:lnTo>
                <a:lnTo>
                  <a:pt x="3141510" y="489251"/>
                </a:lnTo>
                <a:lnTo>
                  <a:pt x="3175453" y="499785"/>
                </a:lnTo>
                <a:lnTo>
                  <a:pt x="3209396" y="511490"/>
                </a:lnTo>
                <a:lnTo>
                  <a:pt x="3240999" y="525535"/>
                </a:lnTo>
                <a:lnTo>
                  <a:pt x="3269090" y="543092"/>
                </a:lnTo>
                <a:lnTo>
                  <a:pt x="3294840" y="564161"/>
                </a:lnTo>
                <a:lnTo>
                  <a:pt x="3315908" y="589911"/>
                </a:lnTo>
                <a:lnTo>
                  <a:pt x="3333465" y="618002"/>
                </a:lnTo>
                <a:lnTo>
                  <a:pt x="3347510" y="649604"/>
                </a:lnTo>
                <a:lnTo>
                  <a:pt x="3359215" y="683547"/>
                </a:lnTo>
                <a:lnTo>
                  <a:pt x="3369749" y="717491"/>
                </a:lnTo>
                <a:lnTo>
                  <a:pt x="3379113" y="753775"/>
                </a:lnTo>
                <a:lnTo>
                  <a:pt x="3388476" y="788889"/>
                </a:lnTo>
                <a:lnTo>
                  <a:pt x="3399010" y="824002"/>
                </a:lnTo>
                <a:lnTo>
                  <a:pt x="3410715" y="857946"/>
                </a:lnTo>
                <a:lnTo>
                  <a:pt x="3424760" y="889548"/>
                </a:lnTo>
                <a:lnTo>
                  <a:pt x="3441147" y="918809"/>
                </a:lnTo>
                <a:lnTo>
                  <a:pt x="3462215" y="944560"/>
                </a:lnTo>
                <a:lnTo>
                  <a:pt x="3485624" y="971480"/>
                </a:lnTo>
                <a:lnTo>
                  <a:pt x="3512545" y="994889"/>
                </a:lnTo>
                <a:lnTo>
                  <a:pt x="3540636" y="1017128"/>
                </a:lnTo>
                <a:lnTo>
                  <a:pt x="3571068" y="1039367"/>
                </a:lnTo>
                <a:lnTo>
                  <a:pt x="3600329" y="1061605"/>
                </a:lnTo>
                <a:lnTo>
                  <a:pt x="3628420" y="1083844"/>
                </a:lnTo>
                <a:lnTo>
                  <a:pt x="3655341" y="1108424"/>
                </a:lnTo>
                <a:lnTo>
                  <a:pt x="3678750" y="1133003"/>
                </a:lnTo>
                <a:lnTo>
                  <a:pt x="3698648" y="1161094"/>
                </a:lnTo>
                <a:lnTo>
                  <a:pt x="3713864" y="1190356"/>
                </a:lnTo>
                <a:lnTo>
                  <a:pt x="3724398" y="1225469"/>
                </a:lnTo>
                <a:lnTo>
                  <a:pt x="3729080" y="1261754"/>
                </a:lnTo>
                <a:lnTo>
                  <a:pt x="3730250" y="1299208"/>
                </a:lnTo>
                <a:lnTo>
                  <a:pt x="3726739" y="1339004"/>
                </a:lnTo>
                <a:lnTo>
                  <a:pt x="3722057" y="1378799"/>
                </a:lnTo>
                <a:lnTo>
                  <a:pt x="3716205" y="1418595"/>
                </a:lnTo>
                <a:lnTo>
                  <a:pt x="3711523" y="1458391"/>
                </a:lnTo>
                <a:lnTo>
                  <a:pt x="3709182" y="1498186"/>
                </a:lnTo>
                <a:lnTo>
                  <a:pt x="3709182" y="1536811"/>
                </a:lnTo>
                <a:lnTo>
                  <a:pt x="3713864" y="1573096"/>
                </a:lnTo>
                <a:lnTo>
                  <a:pt x="3723228" y="1609380"/>
                </a:lnTo>
                <a:lnTo>
                  <a:pt x="3737273" y="1643323"/>
                </a:lnTo>
                <a:lnTo>
                  <a:pt x="3756000" y="1678437"/>
                </a:lnTo>
                <a:lnTo>
                  <a:pt x="3774728" y="1713550"/>
                </a:lnTo>
                <a:lnTo>
                  <a:pt x="3795796" y="1748664"/>
                </a:lnTo>
                <a:lnTo>
                  <a:pt x="3815694" y="1782608"/>
                </a:lnTo>
                <a:lnTo>
                  <a:pt x="3833250" y="1818892"/>
                </a:lnTo>
                <a:lnTo>
                  <a:pt x="3847296" y="1854005"/>
                </a:lnTo>
                <a:lnTo>
                  <a:pt x="3856660" y="1890290"/>
                </a:lnTo>
                <a:lnTo>
                  <a:pt x="3860171" y="1927744"/>
                </a:lnTo>
                <a:lnTo>
                  <a:pt x="3856660" y="1965199"/>
                </a:lnTo>
                <a:lnTo>
                  <a:pt x="3847296" y="2001483"/>
                </a:lnTo>
                <a:lnTo>
                  <a:pt x="3833250" y="2036597"/>
                </a:lnTo>
                <a:lnTo>
                  <a:pt x="3815694" y="2072881"/>
                </a:lnTo>
                <a:lnTo>
                  <a:pt x="3795796" y="2106824"/>
                </a:lnTo>
                <a:lnTo>
                  <a:pt x="3774728" y="2141938"/>
                </a:lnTo>
                <a:lnTo>
                  <a:pt x="3756000" y="2177052"/>
                </a:lnTo>
                <a:lnTo>
                  <a:pt x="3737273" y="2212166"/>
                </a:lnTo>
                <a:lnTo>
                  <a:pt x="3723228" y="2246109"/>
                </a:lnTo>
                <a:lnTo>
                  <a:pt x="3713864" y="2282393"/>
                </a:lnTo>
                <a:lnTo>
                  <a:pt x="3709182" y="2318677"/>
                </a:lnTo>
                <a:lnTo>
                  <a:pt x="3709182" y="2357302"/>
                </a:lnTo>
                <a:lnTo>
                  <a:pt x="3711523" y="2397098"/>
                </a:lnTo>
                <a:lnTo>
                  <a:pt x="3716205" y="2436894"/>
                </a:lnTo>
                <a:lnTo>
                  <a:pt x="3722057" y="2476689"/>
                </a:lnTo>
                <a:lnTo>
                  <a:pt x="3726739" y="2516485"/>
                </a:lnTo>
                <a:lnTo>
                  <a:pt x="3730250" y="2556280"/>
                </a:lnTo>
                <a:lnTo>
                  <a:pt x="3729080" y="2593735"/>
                </a:lnTo>
                <a:lnTo>
                  <a:pt x="3724398" y="2630019"/>
                </a:lnTo>
                <a:lnTo>
                  <a:pt x="3713864" y="2665133"/>
                </a:lnTo>
                <a:lnTo>
                  <a:pt x="3698648" y="2694394"/>
                </a:lnTo>
                <a:lnTo>
                  <a:pt x="3678750" y="2722485"/>
                </a:lnTo>
                <a:lnTo>
                  <a:pt x="3655341" y="2747065"/>
                </a:lnTo>
                <a:lnTo>
                  <a:pt x="3628420" y="2771645"/>
                </a:lnTo>
                <a:lnTo>
                  <a:pt x="3600329" y="2793883"/>
                </a:lnTo>
                <a:lnTo>
                  <a:pt x="3571068" y="2816122"/>
                </a:lnTo>
                <a:lnTo>
                  <a:pt x="3540636" y="2838361"/>
                </a:lnTo>
                <a:lnTo>
                  <a:pt x="3512545" y="2860599"/>
                </a:lnTo>
                <a:lnTo>
                  <a:pt x="3485624" y="2884009"/>
                </a:lnTo>
                <a:lnTo>
                  <a:pt x="3462215" y="2910929"/>
                </a:lnTo>
                <a:lnTo>
                  <a:pt x="3441147" y="2936679"/>
                </a:lnTo>
                <a:lnTo>
                  <a:pt x="3424760" y="2965941"/>
                </a:lnTo>
                <a:lnTo>
                  <a:pt x="3410715" y="2997543"/>
                </a:lnTo>
                <a:lnTo>
                  <a:pt x="3399010" y="3031486"/>
                </a:lnTo>
                <a:lnTo>
                  <a:pt x="3388476" y="3066600"/>
                </a:lnTo>
                <a:lnTo>
                  <a:pt x="3379113" y="3101714"/>
                </a:lnTo>
                <a:lnTo>
                  <a:pt x="3369749" y="3137998"/>
                </a:lnTo>
                <a:lnTo>
                  <a:pt x="3359215" y="3171941"/>
                </a:lnTo>
                <a:lnTo>
                  <a:pt x="3347510" y="3205885"/>
                </a:lnTo>
                <a:lnTo>
                  <a:pt x="3333465" y="3237487"/>
                </a:lnTo>
                <a:lnTo>
                  <a:pt x="3315908" y="3265578"/>
                </a:lnTo>
                <a:lnTo>
                  <a:pt x="3294840" y="3291328"/>
                </a:lnTo>
                <a:lnTo>
                  <a:pt x="3269090" y="3312396"/>
                </a:lnTo>
                <a:lnTo>
                  <a:pt x="3240999" y="3329953"/>
                </a:lnTo>
                <a:lnTo>
                  <a:pt x="3209396" y="3343999"/>
                </a:lnTo>
                <a:lnTo>
                  <a:pt x="3175453" y="3355703"/>
                </a:lnTo>
                <a:lnTo>
                  <a:pt x="3141510" y="3366237"/>
                </a:lnTo>
                <a:lnTo>
                  <a:pt x="3105226" y="3375601"/>
                </a:lnTo>
                <a:lnTo>
                  <a:pt x="3070112" y="3384965"/>
                </a:lnTo>
                <a:lnTo>
                  <a:pt x="3034998" y="3395499"/>
                </a:lnTo>
                <a:lnTo>
                  <a:pt x="3001055" y="3407203"/>
                </a:lnTo>
                <a:lnTo>
                  <a:pt x="2969452" y="3421249"/>
                </a:lnTo>
                <a:lnTo>
                  <a:pt x="2940191" y="3437635"/>
                </a:lnTo>
                <a:lnTo>
                  <a:pt x="2914441" y="3458704"/>
                </a:lnTo>
                <a:lnTo>
                  <a:pt x="2887520" y="3482113"/>
                </a:lnTo>
                <a:lnTo>
                  <a:pt x="2864111" y="3509033"/>
                </a:lnTo>
                <a:lnTo>
                  <a:pt x="2841872" y="3537124"/>
                </a:lnTo>
                <a:lnTo>
                  <a:pt x="2819634" y="3566386"/>
                </a:lnTo>
                <a:lnTo>
                  <a:pt x="2797395" y="3595647"/>
                </a:lnTo>
                <a:lnTo>
                  <a:pt x="2775156" y="3623738"/>
                </a:lnTo>
                <a:lnTo>
                  <a:pt x="2750577" y="3650659"/>
                </a:lnTo>
                <a:lnTo>
                  <a:pt x="2725997" y="3674068"/>
                </a:lnTo>
                <a:lnTo>
                  <a:pt x="2697906" y="3693966"/>
                </a:lnTo>
                <a:lnTo>
                  <a:pt x="2668644" y="3709182"/>
                </a:lnTo>
                <a:lnTo>
                  <a:pt x="2633531" y="3719716"/>
                </a:lnTo>
                <a:lnTo>
                  <a:pt x="2597247" y="3724398"/>
                </a:lnTo>
                <a:lnTo>
                  <a:pt x="2559792" y="3725568"/>
                </a:lnTo>
                <a:lnTo>
                  <a:pt x="2519996" y="3722057"/>
                </a:lnTo>
                <a:lnTo>
                  <a:pt x="2480201" y="3717375"/>
                </a:lnTo>
                <a:lnTo>
                  <a:pt x="2440405" y="3711523"/>
                </a:lnTo>
                <a:lnTo>
                  <a:pt x="2400610" y="3706841"/>
                </a:lnTo>
                <a:lnTo>
                  <a:pt x="2360814" y="3704500"/>
                </a:lnTo>
                <a:lnTo>
                  <a:pt x="2322189" y="3704500"/>
                </a:lnTo>
                <a:lnTo>
                  <a:pt x="2285905" y="3709182"/>
                </a:lnTo>
                <a:lnTo>
                  <a:pt x="2248450" y="3718545"/>
                </a:lnTo>
                <a:lnTo>
                  <a:pt x="2214507" y="3732591"/>
                </a:lnTo>
                <a:lnTo>
                  <a:pt x="2179393" y="3751318"/>
                </a:lnTo>
                <a:lnTo>
                  <a:pt x="2144279" y="3770045"/>
                </a:lnTo>
                <a:lnTo>
                  <a:pt x="2109166" y="3791114"/>
                </a:lnTo>
                <a:lnTo>
                  <a:pt x="2075222" y="3811011"/>
                </a:lnTo>
                <a:lnTo>
                  <a:pt x="2038938" y="3828568"/>
                </a:lnTo>
                <a:lnTo>
                  <a:pt x="2003824" y="3842614"/>
                </a:lnTo>
                <a:lnTo>
                  <a:pt x="1967540" y="3851978"/>
                </a:lnTo>
                <a:lnTo>
                  <a:pt x="1930086" y="3855489"/>
                </a:lnTo>
                <a:lnTo>
                  <a:pt x="1892631" y="3851978"/>
                </a:lnTo>
                <a:lnTo>
                  <a:pt x="1856347" y="3842614"/>
                </a:lnTo>
                <a:lnTo>
                  <a:pt x="1821233" y="3828568"/>
                </a:lnTo>
                <a:lnTo>
                  <a:pt x="1784949" y="3811011"/>
                </a:lnTo>
                <a:lnTo>
                  <a:pt x="1751005" y="3791114"/>
                </a:lnTo>
                <a:lnTo>
                  <a:pt x="1715892" y="3770045"/>
                </a:lnTo>
                <a:lnTo>
                  <a:pt x="1680778" y="3751318"/>
                </a:lnTo>
                <a:lnTo>
                  <a:pt x="1645664" y="3732591"/>
                </a:lnTo>
                <a:lnTo>
                  <a:pt x="1610550" y="3718545"/>
                </a:lnTo>
                <a:lnTo>
                  <a:pt x="1574266" y="3709182"/>
                </a:lnTo>
                <a:lnTo>
                  <a:pt x="1537982" y="3704500"/>
                </a:lnTo>
                <a:lnTo>
                  <a:pt x="1499357" y="3704500"/>
                </a:lnTo>
                <a:lnTo>
                  <a:pt x="1459561" y="3706841"/>
                </a:lnTo>
                <a:lnTo>
                  <a:pt x="1419766" y="3711523"/>
                </a:lnTo>
                <a:lnTo>
                  <a:pt x="1379970" y="3717375"/>
                </a:lnTo>
                <a:lnTo>
                  <a:pt x="1340175" y="3722057"/>
                </a:lnTo>
                <a:lnTo>
                  <a:pt x="1300379" y="3725568"/>
                </a:lnTo>
                <a:lnTo>
                  <a:pt x="1262924" y="3724398"/>
                </a:lnTo>
                <a:lnTo>
                  <a:pt x="1226640" y="3719716"/>
                </a:lnTo>
                <a:lnTo>
                  <a:pt x="1191526" y="3709182"/>
                </a:lnTo>
                <a:lnTo>
                  <a:pt x="1162265" y="3693966"/>
                </a:lnTo>
                <a:lnTo>
                  <a:pt x="1134174" y="3674068"/>
                </a:lnTo>
                <a:lnTo>
                  <a:pt x="1109594" y="3650659"/>
                </a:lnTo>
                <a:lnTo>
                  <a:pt x="1085015" y="3623738"/>
                </a:lnTo>
                <a:lnTo>
                  <a:pt x="1062776" y="3595647"/>
                </a:lnTo>
                <a:lnTo>
                  <a:pt x="1040537" y="3566386"/>
                </a:lnTo>
                <a:lnTo>
                  <a:pt x="1018299" y="3537124"/>
                </a:lnTo>
                <a:lnTo>
                  <a:pt x="996060" y="3509033"/>
                </a:lnTo>
                <a:lnTo>
                  <a:pt x="972651" y="3482113"/>
                </a:lnTo>
                <a:lnTo>
                  <a:pt x="945730" y="3458704"/>
                </a:lnTo>
                <a:lnTo>
                  <a:pt x="919980" y="3437635"/>
                </a:lnTo>
                <a:lnTo>
                  <a:pt x="890719" y="3421249"/>
                </a:lnTo>
                <a:lnTo>
                  <a:pt x="859116" y="3407203"/>
                </a:lnTo>
                <a:lnTo>
                  <a:pt x="825173" y="3395499"/>
                </a:lnTo>
                <a:lnTo>
                  <a:pt x="790059" y="3384965"/>
                </a:lnTo>
                <a:lnTo>
                  <a:pt x="754946" y="3375601"/>
                </a:lnTo>
                <a:lnTo>
                  <a:pt x="718662" y="3366237"/>
                </a:lnTo>
                <a:lnTo>
                  <a:pt x="684718" y="3355703"/>
                </a:lnTo>
                <a:lnTo>
                  <a:pt x="650775" y="3343999"/>
                </a:lnTo>
                <a:lnTo>
                  <a:pt x="619173" y="3329953"/>
                </a:lnTo>
                <a:lnTo>
                  <a:pt x="591082" y="3312396"/>
                </a:lnTo>
                <a:lnTo>
                  <a:pt x="565332" y="3291328"/>
                </a:lnTo>
                <a:lnTo>
                  <a:pt x="544263" y="3265578"/>
                </a:lnTo>
                <a:lnTo>
                  <a:pt x="526706" y="3237487"/>
                </a:lnTo>
                <a:lnTo>
                  <a:pt x="512661" y="3205885"/>
                </a:lnTo>
                <a:lnTo>
                  <a:pt x="500956" y="3171941"/>
                </a:lnTo>
                <a:lnTo>
                  <a:pt x="490422" y="3137998"/>
                </a:lnTo>
                <a:lnTo>
                  <a:pt x="481059" y="3101714"/>
                </a:lnTo>
                <a:lnTo>
                  <a:pt x="471695" y="3066600"/>
                </a:lnTo>
                <a:lnTo>
                  <a:pt x="461161" y="3031486"/>
                </a:lnTo>
                <a:lnTo>
                  <a:pt x="449456" y="2997543"/>
                </a:lnTo>
                <a:lnTo>
                  <a:pt x="435411" y="2965941"/>
                </a:lnTo>
                <a:lnTo>
                  <a:pt x="419024" y="2936679"/>
                </a:lnTo>
                <a:lnTo>
                  <a:pt x="397956" y="2910929"/>
                </a:lnTo>
                <a:lnTo>
                  <a:pt x="374547" y="2884009"/>
                </a:lnTo>
                <a:lnTo>
                  <a:pt x="347626" y="2860599"/>
                </a:lnTo>
                <a:lnTo>
                  <a:pt x="318365" y="2838361"/>
                </a:lnTo>
                <a:lnTo>
                  <a:pt x="289103" y="2816122"/>
                </a:lnTo>
                <a:lnTo>
                  <a:pt x="259842" y="2793883"/>
                </a:lnTo>
                <a:lnTo>
                  <a:pt x="231751" y="2771645"/>
                </a:lnTo>
                <a:lnTo>
                  <a:pt x="204830" y="2747065"/>
                </a:lnTo>
                <a:lnTo>
                  <a:pt x="181421" y="2722485"/>
                </a:lnTo>
                <a:lnTo>
                  <a:pt x="161523" y="2694394"/>
                </a:lnTo>
                <a:lnTo>
                  <a:pt x="146308" y="2665133"/>
                </a:lnTo>
                <a:lnTo>
                  <a:pt x="135773" y="2630019"/>
                </a:lnTo>
                <a:lnTo>
                  <a:pt x="131092" y="2593735"/>
                </a:lnTo>
                <a:lnTo>
                  <a:pt x="129921" y="2556280"/>
                </a:lnTo>
                <a:lnTo>
                  <a:pt x="133432" y="2516485"/>
                </a:lnTo>
                <a:lnTo>
                  <a:pt x="138114" y="2476689"/>
                </a:lnTo>
                <a:lnTo>
                  <a:pt x="143967" y="2436894"/>
                </a:lnTo>
                <a:lnTo>
                  <a:pt x="148648" y="2397098"/>
                </a:lnTo>
                <a:lnTo>
                  <a:pt x="150989" y="2357302"/>
                </a:lnTo>
                <a:lnTo>
                  <a:pt x="150989" y="2318677"/>
                </a:lnTo>
                <a:lnTo>
                  <a:pt x="146308" y="2282393"/>
                </a:lnTo>
                <a:lnTo>
                  <a:pt x="136944" y="2246109"/>
                </a:lnTo>
                <a:lnTo>
                  <a:pt x="122898" y="2212166"/>
                </a:lnTo>
                <a:lnTo>
                  <a:pt x="105341" y="2177052"/>
                </a:lnTo>
                <a:lnTo>
                  <a:pt x="85444" y="2141938"/>
                </a:lnTo>
                <a:lnTo>
                  <a:pt x="64375" y="2106824"/>
                </a:lnTo>
                <a:lnTo>
                  <a:pt x="44478" y="2072881"/>
                </a:lnTo>
                <a:lnTo>
                  <a:pt x="26921" y="2036597"/>
                </a:lnTo>
                <a:lnTo>
                  <a:pt x="12875" y="2001483"/>
                </a:lnTo>
                <a:lnTo>
                  <a:pt x="3512" y="1965199"/>
                </a:lnTo>
                <a:lnTo>
                  <a:pt x="0" y="1927744"/>
                </a:lnTo>
                <a:lnTo>
                  <a:pt x="3512" y="1890290"/>
                </a:lnTo>
                <a:lnTo>
                  <a:pt x="12875" y="1854005"/>
                </a:lnTo>
                <a:lnTo>
                  <a:pt x="26921" y="1818892"/>
                </a:lnTo>
                <a:lnTo>
                  <a:pt x="44478" y="1782608"/>
                </a:lnTo>
                <a:lnTo>
                  <a:pt x="64375" y="1748664"/>
                </a:lnTo>
                <a:lnTo>
                  <a:pt x="85444" y="1713550"/>
                </a:lnTo>
                <a:lnTo>
                  <a:pt x="105341" y="1678437"/>
                </a:lnTo>
                <a:lnTo>
                  <a:pt x="122898" y="1643323"/>
                </a:lnTo>
                <a:lnTo>
                  <a:pt x="136944" y="1609380"/>
                </a:lnTo>
                <a:lnTo>
                  <a:pt x="146308" y="1573096"/>
                </a:lnTo>
                <a:lnTo>
                  <a:pt x="150989" y="1536811"/>
                </a:lnTo>
                <a:lnTo>
                  <a:pt x="150989" y="1498186"/>
                </a:lnTo>
                <a:lnTo>
                  <a:pt x="148648" y="1458391"/>
                </a:lnTo>
                <a:lnTo>
                  <a:pt x="143967" y="1418595"/>
                </a:lnTo>
                <a:lnTo>
                  <a:pt x="138114" y="1378799"/>
                </a:lnTo>
                <a:lnTo>
                  <a:pt x="133432" y="1339004"/>
                </a:lnTo>
                <a:lnTo>
                  <a:pt x="129921" y="1299208"/>
                </a:lnTo>
                <a:lnTo>
                  <a:pt x="131092" y="1261754"/>
                </a:lnTo>
                <a:lnTo>
                  <a:pt x="135773" y="1225469"/>
                </a:lnTo>
                <a:lnTo>
                  <a:pt x="146308" y="1190356"/>
                </a:lnTo>
                <a:lnTo>
                  <a:pt x="161523" y="1161094"/>
                </a:lnTo>
                <a:lnTo>
                  <a:pt x="181421" y="1133003"/>
                </a:lnTo>
                <a:lnTo>
                  <a:pt x="204830" y="1108424"/>
                </a:lnTo>
                <a:lnTo>
                  <a:pt x="231751" y="1083844"/>
                </a:lnTo>
                <a:lnTo>
                  <a:pt x="259842" y="1061605"/>
                </a:lnTo>
                <a:lnTo>
                  <a:pt x="289103" y="1039367"/>
                </a:lnTo>
                <a:lnTo>
                  <a:pt x="318365" y="1017128"/>
                </a:lnTo>
                <a:lnTo>
                  <a:pt x="347626" y="994889"/>
                </a:lnTo>
                <a:lnTo>
                  <a:pt x="374547" y="971480"/>
                </a:lnTo>
                <a:lnTo>
                  <a:pt x="397956" y="944560"/>
                </a:lnTo>
                <a:lnTo>
                  <a:pt x="419024" y="918809"/>
                </a:lnTo>
                <a:lnTo>
                  <a:pt x="435411" y="889548"/>
                </a:lnTo>
                <a:lnTo>
                  <a:pt x="449456" y="857946"/>
                </a:lnTo>
                <a:lnTo>
                  <a:pt x="461161" y="824002"/>
                </a:lnTo>
                <a:lnTo>
                  <a:pt x="471695" y="788889"/>
                </a:lnTo>
                <a:lnTo>
                  <a:pt x="481059" y="753775"/>
                </a:lnTo>
                <a:lnTo>
                  <a:pt x="490422" y="717491"/>
                </a:lnTo>
                <a:lnTo>
                  <a:pt x="500956" y="683547"/>
                </a:lnTo>
                <a:lnTo>
                  <a:pt x="512661" y="649604"/>
                </a:lnTo>
                <a:lnTo>
                  <a:pt x="526706" y="618002"/>
                </a:lnTo>
                <a:lnTo>
                  <a:pt x="544263" y="589911"/>
                </a:lnTo>
                <a:lnTo>
                  <a:pt x="565332" y="564161"/>
                </a:lnTo>
                <a:lnTo>
                  <a:pt x="591082" y="543092"/>
                </a:lnTo>
                <a:lnTo>
                  <a:pt x="619173" y="525535"/>
                </a:lnTo>
                <a:lnTo>
                  <a:pt x="650775" y="511490"/>
                </a:lnTo>
                <a:lnTo>
                  <a:pt x="684718" y="499785"/>
                </a:lnTo>
                <a:lnTo>
                  <a:pt x="718662" y="489251"/>
                </a:lnTo>
                <a:lnTo>
                  <a:pt x="754946" y="479888"/>
                </a:lnTo>
                <a:lnTo>
                  <a:pt x="790059" y="470524"/>
                </a:lnTo>
                <a:lnTo>
                  <a:pt x="825173" y="459990"/>
                </a:lnTo>
                <a:lnTo>
                  <a:pt x="859116" y="448285"/>
                </a:lnTo>
                <a:lnTo>
                  <a:pt x="890719" y="434240"/>
                </a:lnTo>
                <a:lnTo>
                  <a:pt x="919980" y="417853"/>
                </a:lnTo>
                <a:lnTo>
                  <a:pt x="945730" y="396785"/>
                </a:lnTo>
                <a:lnTo>
                  <a:pt x="972651" y="373376"/>
                </a:lnTo>
                <a:lnTo>
                  <a:pt x="996060" y="346455"/>
                </a:lnTo>
                <a:lnTo>
                  <a:pt x="1018299" y="318364"/>
                </a:lnTo>
                <a:lnTo>
                  <a:pt x="1040537" y="289103"/>
                </a:lnTo>
                <a:lnTo>
                  <a:pt x="1062776" y="259841"/>
                </a:lnTo>
                <a:lnTo>
                  <a:pt x="1085015" y="231750"/>
                </a:lnTo>
                <a:lnTo>
                  <a:pt x="1109594" y="204830"/>
                </a:lnTo>
                <a:lnTo>
                  <a:pt x="1134174" y="181421"/>
                </a:lnTo>
                <a:lnTo>
                  <a:pt x="1162265" y="161523"/>
                </a:lnTo>
                <a:lnTo>
                  <a:pt x="1191526" y="146307"/>
                </a:lnTo>
                <a:lnTo>
                  <a:pt x="1226640" y="135773"/>
                </a:lnTo>
                <a:lnTo>
                  <a:pt x="1262924" y="131091"/>
                </a:lnTo>
                <a:lnTo>
                  <a:pt x="1300379" y="129921"/>
                </a:lnTo>
                <a:lnTo>
                  <a:pt x="1340175" y="133432"/>
                </a:lnTo>
                <a:lnTo>
                  <a:pt x="1379970" y="138114"/>
                </a:lnTo>
                <a:lnTo>
                  <a:pt x="1419766" y="143966"/>
                </a:lnTo>
                <a:lnTo>
                  <a:pt x="1459561" y="148648"/>
                </a:lnTo>
                <a:lnTo>
                  <a:pt x="1499357" y="150989"/>
                </a:lnTo>
                <a:lnTo>
                  <a:pt x="1537982" y="150989"/>
                </a:lnTo>
                <a:lnTo>
                  <a:pt x="1574266" y="146307"/>
                </a:lnTo>
                <a:lnTo>
                  <a:pt x="1610550" y="136943"/>
                </a:lnTo>
                <a:lnTo>
                  <a:pt x="1645664" y="122898"/>
                </a:lnTo>
                <a:lnTo>
                  <a:pt x="1680778" y="104171"/>
                </a:lnTo>
                <a:lnTo>
                  <a:pt x="1715892" y="85443"/>
                </a:lnTo>
                <a:lnTo>
                  <a:pt x="1751005" y="64375"/>
                </a:lnTo>
                <a:lnTo>
                  <a:pt x="1784949" y="44477"/>
                </a:lnTo>
                <a:lnTo>
                  <a:pt x="1821233" y="26920"/>
                </a:lnTo>
                <a:lnTo>
                  <a:pt x="1856347" y="12875"/>
                </a:lnTo>
                <a:lnTo>
                  <a:pt x="1892631" y="3511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29076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Freeform 6">
            <a:extLst>
              <a:ext uri="{FF2B5EF4-FFF2-40B4-BE49-F238E27FC236}">
                <a16:creationId xmlns:a16="http://schemas.microsoft.com/office/drawing/2014/main" id="{AD447701-5C61-47D2-A56F-5FDCC5440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7D5ECDCF-19AC-4A65-B2EF-088F9B7E1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6E069A34-7BF8-45FF-803F-4A62CCA20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919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920A285-8B93-C0FB-C479-A7F4064C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9184" y="1098388"/>
            <a:ext cx="6035040" cy="439498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8500" spc="800"/>
              <a:t>opakování</a:t>
            </a:r>
          </a:p>
        </p:txBody>
      </p:sp>
      <p:pic>
        <p:nvPicPr>
          <p:cNvPr id="2050" name="Picture 2" descr="Králík: fakta a rady. Na co se zaměřit a na co si dát pozor? - Versele-Laga">
            <a:extLst>
              <a:ext uri="{FF2B5EF4-FFF2-40B4-BE49-F238E27FC236}">
                <a16:creationId xmlns:a16="http://schemas.microsoft.com/office/drawing/2014/main" id="{78E58FEE-818F-AA07-9DA2-0FF7EC13F8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87" r="23024"/>
          <a:stretch/>
        </p:blipFill>
        <p:spPr bwMode="auto">
          <a:xfrm>
            <a:off x="211015" y="762000"/>
            <a:ext cx="4994031" cy="4911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Freeform 14">
            <a:extLst>
              <a:ext uri="{FF2B5EF4-FFF2-40B4-BE49-F238E27FC236}">
                <a16:creationId xmlns:a16="http://schemas.microsoft.com/office/drawing/2014/main" id="{FF061E99-D838-4E6E-AA01-00FB1CD5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" y="0"/>
            <a:ext cx="5362575" cy="6858000"/>
          </a:xfrm>
          <a:custGeom>
            <a:avLst/>
            <a:gdLst>
              <a:gd name="connsiteX0" fmla="*/ 0 w 5362575"/>
              <a:gd name="connsiteY0" fmla="*/ 0 h 6858000"/>
              <a:gd name="connsiteX1" fmla="*/ 5362575 w 5362575"/>
              <a:gd name="connsiteY1" fmla="*/ 0 h 6858000"/>
              <a:gd name="connsiteX2" fmla="*/ 5362575 w 5362575"/>
              <a:gd name="connsiteY2" fmla="*/ 6858000 h 6858000"/>
              <a:gd name="connsiteX3" fmla="*/ 0 w 5362575"/>
              <a:gd name="connsiteY3" fmla="*/ 6858000 h 6858000"/>
              <a:gd name="connsiteX4" fmla="*/ 0 w 5362575"/>
              <a:gd name="connsiteY4" fmla="*/ 0 h 6858000"/>
              <a:gd name="connsiteX5" fmla="*/ 2681287 w 5362575"/>
              <a:gd name="connsiteY5" fmla="*/ 857250 h 6858000"/>
              <a:gd name="connsiteX6" fmla="*/ 2636249 w 5362575"/>
              <a:gd name="connsiteY6" fmla="*/ 861472 h 6858000"/>
              <a:gd name="connsiteX7" fmla="*/ 2592618 w 5362575"/>
              <a:gd name="connsiteY7" fmla="*/ 872732 h 6858000"/>
              <a:gd name="connsiteX8" fmla="*/ 2550395 w 5362575"/>
              <a:gd name="connsiteY8" fmla="*/ 889621 h 6858000"/>
              <a:gd name="connsiteX9" fmla="*/ 2506764 w 5362575"/>
              <a:gd name="connsiteY9" fmla="*/ 910733 h 6858000"/>
              <a:gd name="connsiteX10" fmla="*/ 2465948 w 5362575"/>
              <a:gd name="connsiteY10" fmla="*/ 934660 h 6858000"/>
              <a:gd name="connsiteX11" fmla="*/ 2423725 w 5362575"/>
              <a:gd name="connsiteY11" fmla="*/ 959994 h 6858000"/>
              <a:gd name="connsiteX12" fmla="*/ 2381501 w 5362575"/>
              <a:gd name="connsiteY12" fmla="*/ 982513 h 6858000"/>
              <a:gd name="connsiteX13" fmla="*/ 2339278 w 5362575"/>
              <a:gd name="connsiteY13" fmla="*/ 1005032 h 6858000"/>
              <a:gd name="connsiteX14" fmla="*/ 2297055 w 5362575"/>
              <a:gd name="connsiteY14" fmla="*/ 1021921 h 6858000"/>
              <a:gd name="connsiteX15" fmla="*/ 2253424 w 5362575"/>
              <a:gd name="connsiteY15" fmla="*/ 1033181 h 6858000"/>
              <a:gd name="connsiteX16" fmla="*/ 2209793 w 5362575"/>
              <a:gd name="connsiteY16" fmla="*/ 1038811 h 6858000"/>
              <a:gd name="connsiteX17" fmla="*/ 2163347 w 5362575"/>
              <a:gd name="connsiteY17" fmla="*/ 1038811 h 6858000"/>
              <a:gd name="connsiteX18" fmla="*/ 2115494 w 5362575"/>
              <a:gd name="connsiteY18" fmla="*/ 1035996 h 6858000"/>
              <a:gd name="connsiteX19" fmla="*/ 2067641 w 5362575"/>
              <a:gd name="connsiteY19" fmla="*/ 1030366 h 6858000"/>
              <a:gd name="connsiteX20" fmla="*/ 2019788 w 5362575"/>
              <a:gd name="connsiteY20" fmla="*/ 1023329 h 6858000"/>
              <a:gd name="connsiteX21" fmla="*/ 1971934 w 5362575"/>
              <a:gd name="connsiteY21" fmla="*/ 1017699 h 6858000"/>
              <a:gd name="connsiteX22" fmla="*/ 1924081 w 5362575"/>
              <a:gd name="connsiteY22" fmla="*/ 1013477 h 6858000"/>
              <a:gd name="connsiteX23" fmla="*/ 1879043 w 5362575"/>
              <a:gd name="connsiteY23" fmla="*/ 1014884 h 6858000"/>
              <a:gd name="connsiteX24" fmla="*/ 1835412 w 5362575"/>
              <a:gd name="connsiteY24" fmla="*/ 1020514 h 6858000"/>
              <a:gd name="connsiteX25" fmla="*/ 1793189 w 5362575"/>
              <a:gd name="connsiteY25" fmla="*/ 1033181 h 6858000"/>
              <a:gd name="connsiteX26" fmla="*/ 1758003 w 5362575"/>
              <a:gd name="connsiteY26" fmla="*/ 1051478 h 6858000"/>
              <a:gd name="connsiteX27" fmla="*/ 1724224 w 5362575"/>
              <a:gd name="connsiteY27" fmla="*/ 1075404 h 6858000"/>
              <a:gd name="connsiteX28" fmla="*/ 1694668 w 5362575"/>
              <a:gd name="connsiteY28" fmla="*/ 1103553 h 6858000"/>
              <a:gd name="connsiteX29" fmla="*/ 1665111 w 5362575"/>
              <a:gd name="connsiteY29" fmla="*/ 1135924 h 6858000"/>
              <a:gd name="connsiteX30" fmla="*/ 1638370 w 5362575"/>
              <a:gd name="connsiteY30" fmla="*/ 1169703 h 6858000"/>
              <a:gd name="connsiteX31" fmla="*/ 1611628 w 5362575"/>
              <a:gd name="connsiteY31" fmla="*/ 1204889 h 6858000"/>
              <a:gd name="connsiteX32" fmla="*/ 1584887 w 5362575"/>
              <a:gd name="connsiteY32" fmla="*/ 1240075 h 6858000"/>
              <a:gd name="connsiteX33" fmla="*/ 1558145 w 5362575"/>
              <a:gd name="connsiteY33" fmla="*/ 1273854 h 6858000"/>
              <a:gd name="connsiteX34" fmla="*/ 1529996 w 5362575"/>
              <a:gd name="connsiteY34" fmla="*/ 1306225 h 6858000"/>
              <a:gd name="connsiteX35" fmla="*/ 1497625 w 5362575"/>
              <a:gd name="connsiteY35" fmla="*/ 1334374 h 6858000"/>
              <a:gd name="connsiteX36" fmla="*/ 1466661 w 5362575"/>
              <a:gd name="connsiteY36" fmla="*/ 1359708 h 6858000"/>
              <a:gd name="connsiteX37" fmla="*/ 1431475 w 5362575"/>
              <a:gd name="connsiteY37" fmla="*/ 1379412 h 6858000"/>
              <a:gd name="connsiteX38" fmla="*/ 1393474 w 5362575"/>
              <a:gd name="connsiteY38" fmla="*/ 1396302 h 6858000"/>
              <a:gd name="connsiteX39" fmla="*/ 1352658 w 5362575"/>
              <a:gd name="connsiteY39" fmla="*/ 1410376 h 6858000"/>
              <a:gd name="connsiteX40" fmla="*/ 1310435 w 5362575"/>
              <a:gd name="connsiteY40" fmla="*/ 1423043 h 6858000"/>
              <a:gd name="connsiteX41" fmla="*/ 1268212 w 5362575"/>
              <a:gd name="connsiteY41" fmla="*/ 1434303 h 6858000"/>
              <a:gd name="connsiteX42" fmla="*/ 1224581 w 5362575"/>
              <a:gd name="connsiteY42" fmla="*/ 1445562 h 6858000"/>
              <a:gd name="connsiteX43" fmla="*/ 1183765 w 5362575"/>
              <a:gd name="connsiteY43" fmla="*/ 1458229 h 6858000"/>
              <a:gd name="connsiteX44" fmla="*/ 1142949 w 5362575"/>
              <a:gd name="connsiteY44" fmla="*/ 1472304 h 6858000"/>
              <a:gd name="connsiteX45" fmla="*/ 1104948 w 5362575"/>
              <a:gd name="connsiteY45" fmla="*/ 1489193 h 6858000"/>
              <a:gd name="connsiteX46" fmla="*/ 1071169 w 5362575"/>
              <a:gd name="connsiteY46" fmla="*/ 1510305 h 6858000"/>
              <a:gd name="connsiteX47" fmla="*/ 1040205 w 5362575"/>
              <a:gd name="connsiteY47" fmla="*/ 1535639 h 6858000"/>
              <a:gd name="connsiteX48" fmla="*/ 1014871 w 5362575"/>
              <a:gd name="connsiteY48" fmla="*/ 1566603 h 6858000"/>
              <a:gd name="connsiteX49" fmla="*/ 993760 w 5362575"/>
              <a:gd name="connsiteY49" fmla="*/ 1600381 h 6858000"/>
              <a:gd name="connsiteX50" fmla="*/ 976870 w 5362575"/>
              <a:gd name="connsiteY50" fmla="*/ 1638382 h 6858000"/>
              <a:gd name="connsiteX51" fmla="*/ 962796 w 5362575"/>
              <a:gd name="connsiteY51" fmla="*/ 1679198 h 6858000"/>
              <a:gd name="connsiteX52" fmla="*/ 950129 w 5362575"/>
              <a:gd name="connsiteY52" fmla="*/ 1720014 h 6858000"/>
              <a:gd name="connsiteX53" fmla="*/ 938869 w 5362575"/>
              <a:gd name="connsiteY53" fmla="*/ 1763645 h 6858000"/>
              <a:gd name="connsiteX54" fmla="*/ 927610 w 5362575"/>
              <a:gd name="connsiteY54" fmla="*/ 1805868 h 6858000"/>
              <a:gd name="connsiteX55" fmla="*/ 914943 w 5362575"/>
              <a:gd name="connsiteY55" fmla="*/ 1848092 h 6858000"/>
              <a:gd name="connsiteX56" fmla="*/ 900868 w 5362575"/>
              <a:gd name="connsiteY56" fmla="*/ 1888908 h 6858000"/>
              <a:gd name="connsiteX57" fmla="*/ 883979 w 5362575"/>
              <a:gd name="connsiteY57" fmla="*/ 1926909 h 6858000"/>
              <a:gd name="connsiteX58" fmla="*/ 864275 w 5362575"/>
              <a:gd name="connsiteY58" fmla="*/ 1962095 h 6858000"/>
              <a:gd name="connsiteX59" fmla="*/ 838941 w 5362575"/>
              <a:gd name="connsiteY59" fmla="*/ 1993059 h 6858000"/>
              <a:gd name="connsiteX60" fmla="*/ 810792 w 5362575"/>
              <a:gd name="connsiteY60" fmla="*/ 2025430 h 6858000"/>
              <a:gd name="connsiteX61" fmla="*/ 778420 w 5362575"/>
              <a:gd name="connsiteY61" fmla="*/ 2053579 h 6858000"/>
              <a:gd name="connsiteX62" fmla="*/ 743234 w 5362575"/>
              <a:gd name="connsiteY62" fmla="*/ 2080320 h 6858000"/>
              <a:gd name="connsiteX63" fmla="*/ 708048 w 5362575"/>
              <a:gd name="connsiteY63" fmla="*/ 2107062 h 6858000"/>
              <a:gd name="connsiteX64" fmla="*/ 672862 w 5362575"/>
              <a:gd name="connsiteY64" fmla="*/ 2133803 h 6858000"/>
              <a:gd name="connsiteX65" fmla="*/ 639083 w 5362575"/>
              <a:gd name="connsiteY65" fmla="*/ 2160545 h 6858000"/>
              <a:gd name="connsiteX66" fmla="*/ 606712 w 5362575"/>
              <a:gd name="connsiteY66" fmla="*/ 2190101 h 6858000"/>
              <a:gd name="connsiteX67" fmla="*/ 578563 w 5362575"/>
              <a:gd name="connsiteY67" fmla="*/ 2219658 h 6858000"/>
              <a:gd name="connsiteX68" fmla="*/ 554637 w 5362575"/>
              <a:gd name="connsiteY68" fmla="*/ 2253436 h 6858000"/>
              <a:gd name="connsiteX69" fmla="*/ 536340 w 5362575"/>
              <a:gd name="connsiteY69" fmla="*/ 2288622 h 6858000"/>
              <a:gd name="connsiteX70" fmla="*/ 523673 w 5362575"/>
              <a:gd name="connsiteY70" fmla="*/ 2330846 h 6858000"/>
              <a:gd name="connsiteX71" fmla="*/ 518043 w 5362575"/>
              <a:gd name="connsiteY71" fmla="*/ 2374477 h 6858000"/>
              <a:gd name="connsiteX72" fmla="*/ 516635 w 5362575"/>
              <a:gd name="connsiteY72" fmla="*/ 2419515 h 6858000"/>
              <a:gd name="connsiteX73" fmla="*/ 520858 w 5362575"/>
              <a:gd name="connsiteY73" fmla="*/ 2467368 h 6858000"/>
              <a:gd name="connsiteX74" fmla="*/ 526488 w 5362575"/>
              <a:gd name="connsiteY74" fmla="*/ 2515221 h 6858000"/>
              <a:gd name="connsiteX75" fmla="*/ 533525 w 5362575"/>
              <a:gd name="connsiteY75" fmla="*/ 2563074 h 6858000"/>
              <a:gd name="connsiteX76" fmla="*/ 539155 w 5362575"/>
              <a:gd name="connsiteY76" fmla="*/ 2610927 h 6858000"/>
              <a:gd name="connsiteX77" fmla="*/ 541970 w 5362575"/>
              <a:gd name="connsiteY77" fmla="*/ 2658781 h 6858000"/>
              <a:gd name="connsiteX78" fmla="*/ 541970 w 5362575"/>
              <a:gd name="connsiteY78" fmla="*/ 2705226 h 6858000"/>
              <a:gd name="connsiteX79" fmla="*/ 536340 w 5362575"/>
              <a:gd name="connsiteY79" fmla="*/ 2748857 h 6858000"/>
              <a:gd name="connsiteX80" fmla="*/ 525080 w 5362575"/>
              <a:gd name="connsiteY80" fmla="*/ 2792488 h 6858000"/>
              <a:gd name="connsiteX81" fmla="*/ 508191 w 5362575"/>
              <a:gd name="connsiteY81" fmla="*/ 2833304 h 6858000"/>
              <a:gd name="connsiteX82" fmla="*/ 487079 w 5362575"/>
              <a:gd name="connsiteY82" fmla="*/ 2875527 h 6858000"/>
              <a:gd name="connsiteX83" fmla="*/ 463153 w 5362575"/>
              <a:gd name="connsiteY83" fmla="*/ 2917751 h 6858000"/>
              <a:gd name="connsiteX84" fmla="*/ 437819 w 5362575"/>
              <a:gd name="connsiteY84" fmla="*/ 2959974 h 6858000"/>
              <a:gd name="connsiteX85" fmla="*/ 413892 w 5362575"/>
              <a:gd name="connsiteY85" fmla="*/ 3000790 h 6858000"/>
              <a:gd name="connsiteX86" fmla="*/ 392780 w 5362575"/>
              <a:gd name="connsiteY86" fmla="*/ 3044421 h 6858000"/>
              <a:gd name="connsiteX87" fmla="*/ 375891 w 5362575"/>
              <a:gd name="connsiteY87" fmla="*/ 3086644 h 6858000"/>
              <a:gd name="connsiteX88" fmla="*/ 364631 w 5362575"/>
              <a:gd name="connsiteY88" fmla="*/ 3130275 h 6858000"/>
              <a:gd name="connsiteX89" fmla="*/ 360409 w 5362575"/>
              <a:gd name="connsiteY89" fmla="*/ 3175313 h 6858000"/>
              <a:gd name="connsiteX90" fmla="*/ 364631 w 5362575"/>
              <a:gd name="connsiteY90" fmla="*/ 3220351 h 6858000"/>
              <a:gd name="connsiteX91" fmla="*/ 375891 w 5362575"/>
              <a:gd name="connsiteY91" fmla="*/ 3263982 h 6858000"/>
              <a:gd name="connsiteX92" fmla="*/ 392780 w 5362575"/>
              <a:gd name="connsiteY92" fmla="*/ 3306206 h 6858000"/>
              <a:gd name="connsiteX93" fmla="*/ 413892 w 5362575"/>
              <a:gd name="connsiteY93" fmla="*/ 3349836 h 6858000"/>
              <a:gd name="connsiteX94" fmla="*/ 437819 w 5362575"/>
              <a:gd name="connsiteY94" fmla="*/ 3390652 h 6858000"/>
              <a:gd name="connsiteX95" fmla="*/ 463153 w 5362575"/>
              <a:gd name="connsiteY95" fmla="*/ 3432876 h 6858000"/>
              <a:gd name="connsiteX96" fmla="*/ 487079 w 5362575"/>
              <a:gd name="connsiteY96" fmla="*/ 3475099 h 6858000"/>
              <a:gd name="connsiteX97" fmla="*/ 508191 w 5362575"/>
              <a:gd name="connsiteY97" fmla="*/ 3517322 h 6858000"/>
              <a:gd name="connsiteX98" fmla="*/ 525080 w 5362575"/>
              <a:gd name="connsiteY98" fmla="*/ 3558138 h 6858000"/>
              <a:gd name="connsiteX99" fmla="*/ 536340 w 5362575"/>
              <a:gd name="connsiteY99" fmla="*/ 3601769 h 6858000"/>
              <a:gd name="connsiteX100" fmla="*/ 541970 w 5362575"/>
              <a:gd name="connsiteY100" fmla="*/ 3645400 h 6858000"/>
              <a:gd name="connsiteX101" fmla="*/ 541970 w 5362575"/>
              <a:gd name="connsiteY101" fmla="*/ 3691846 h 6858000"/>
              <a:gd name="connsiteX102" fmla="*/ 539155 w 5362575"/>
              <a:gd name="connsiteY102" fmla="*/ 3739699 h 6858000"/>
              <a:gd name="connsiteX103" fmla="*/ 533525 w 5362575"/>
              <a:gd name="connsiteY103" fmla="*/ 3787552 h 6858000"/>
              <a:gd name="connsiteX104" fmla="*/ 526488 w 5362575"/>
              <a:gd name="connsiteY104" fmla="*/ 3835405 h 6858000"/>
              <a:gd name="connsiteX105" fmla="*/ 520858 w 5362575"/>
              <a:gd name="connsiteY105" fmla="*/ 3883258 h 6858000"/>
              <a:gd name="connsiteX106" fmla="*/ 516635 w 5362575"/>
              <a:gd name="connsiteY106" fmla="*/ 3931111 h 6858000"/>
              <a:gd name="connsiteX107" fmla="*/ 518043 w 5362575"/>
              <a:gd name="connsiteY107" fmla="*/ 3976150 h 6858000"/>
              <a:gd name="connsiteX108" fmla="*/ 523673 w 5362575"/>
              <a:gd name="connsiteY108" fmla="*/ 4019781 h 6858000"/>
              <a:gd name="connsiteX109" fmla="*/ 536340 w 5362575"/>
              <a:gd name="connsiteY109" fmla="*/ 4062004 h 6858000"/>
              <a:gd name="connsiteX110" fmla="*/ 554637 w 5362575"/>
              <a:gd name="connsiteY110" fmla="*/ 4097190 h 6858000"/>
              <a:gd name="connsiteX111" fmla="*/ 578563 w 5362575"/>
              <a:gd name="connsiteY111" fmla="*/ 4130969 h 6858000"/>
              <a:gd name="connsiteX112" fmla="*/ 606712 w 5362575"/>
              <a:gd name="connsiteY112" fmla="*/ 4160525 h 6858000"/>
              <a:gd name="connsiteX113" fmla="*/ 639083 w 5362575"/>
              <a:gd name="connsiteY113" fmla="*/ 4190081 h 6858000"/>
              <a:gd name="connsiteX114" fmla="*/ 672862 w 5362575"/>
              <a:gd name="connsiteY114" fmla="*/ 4216823 h 6858000"/>
              <a:gd name="connsiteX115" fmla="*/ 708048 w 5362575"/>
              <a:gd name="connsiteY115" fmla="*/ 4243564 h 6858000"/>
              <a:gd name="connsiteX116" fmla="*/ 743234 w 5362575"/>
              <a:gd name="connsiteY116" fmla="*/ 4270306 h 6858000"/>
              <a:gd name="connsiteX117" fmla="*/ 778420 w 5362575"/>
              <a:gd name="connsiteY117" fmla="*/ 4297047 h 6858000"/>
              <a:gd name="connsiteX118" fmla="*/ 810792 w 5362575"/>
              <a:gd name="connsiteY118" fmla="*/ 4325196 h 6858000"/>
              <a:gd name="connsiteX119" fmla="*/ 838941 w 5362575"/>
              <a:gd name="connsiteY119" fmla="*/ 4357567 h 6858000"/>
              <a:gd name="connsiteX120" fmla="*/ 864275 w 5362575"/>
              <a:gd name="connsiteY120" fmla="*/ 4388531 h 6858000"/>
              <a:gd name="connsiteX121" fmla="*/ 883979 w 5362575"/>
              <a:gd name="connsiteY121" fmla="*/ 4423717 h 6858000"/>
              <a:gd name="connsiteX122" fmla="*/ 900868 w 5362575"/>
              <a:gd name="connsiteY122" fmla="*/ 4461718 h 6858000"/>
              <a:gd name="connsiteX123" fmla="*/ 914943 w 5362575"/>
              <a:gd name="connsiteY123" fmla="*/ 4502534 h 6858000"/>
              <a:gd name="connsiteX124" fmla="*/ 927610 w 5362575"/>
              <a:gd name="connsiteY124" fmla="*/ 4544758 h 6858000"/>
              <a:gd name="connsiteX125" fmla="*/ 938869 w 5362575"/>
              <a:gd name="connsiteY125" fmla="*/ 4586981 h 6858000"/>
              <a:gd name="connsiteX126" fmla="*/ 950129 w 5362575"/>
              <a:gd name="connsiteY126" fmla="*/ 4630612 h 6858000"/>
              <a:gd name="connsiteX127" fmla="*/ 962796 w 5362575"/>
              <a:gd name="connsiteY127" fmla="*/ 4671428 h 6858000"/>
              <a:gd name="connsiteX128" fmla="*/ 976870 w 5362575"/>
              <a:gd name="connsiteY128" fmla="*/ 4712244 h 6858000"/>
              <a:gd name="connsiteX129" fmla="*/ 993760 w 5362575"/>
              <a:gd name="connsiteY129" fmla="*/ 4750245 h 6858000"/>
              <a:gd name="connsiteX130" fmla="*/ 1014871 w 5362575"/>
              <a:gd name="connsiteY130" fmla="*/ 4784024 h 6858000"/>
              <a:gd name="connsiteX131" fmla="*/ 1040205 w 5362575"/>
              <a:gd name="connsiteY131" fmla="*/ 4814987 h 6858000"/>
              <a:gd name="connsiteX132" fmla="*/ 1071169 w 5362575"/>
              <a:gd name="connsiteY132" fmla="*/ 4840321 h 6858000"/>
              <a:gd name="connsiteX133" fmla="*/ 1104948 w 5362575"/>
              <a:gd name="connsiteY133" fmla="*/ 4861433 h 6858000"/>
              <a:gd name="connsiteX134" fmla="*/ 1142949 w 5362575"/>
              <a:gd name="connsiteY134" fmla="*/ 4878322 h 6858000"/>
              <a:gd name="connsiteX135" fmla="*/ 1183765 w 5362575"/>
              <a:gd name="connsiteY135" fmla="*/ 4892397 h 6858000"/>
              <a:gd name="connsiteX136" fmla="*/ 1224581 w 5362575"/>
              <a:gd name="connsiteY136" fmla="*/ 4905064 h 6858000"/>
              <a:gd name="connsiteX137" fmla="*/ 1268212 w 5362575"/>
              <a:gd name="connsiteY137" fmla="*/ 4916323 h 6858000"/>
              <a:gd name="connsiteX138" fmla="*/ 1310435 w 5362575"/>
              <a:gd name="connsiteY138" fmla="*/ 4927583 h 6858000"/>
              <a:gd name="connsiteX139" fmla="*/ 1352658 w 5362575"/>
              <a:gd name="connsiteY139" fmla="*/ 4940250 h 6858000"/>
              <a:gd name="connsiteX140" fmla="*/ 1393474 w 5362575"/>
              <a:gd name="connsiteY140" fmla="*/ 4954324 h 6858000"/>
              <a:gd name="connsiteX141" fmla="*/ 1431475 w 5362575"/>
              <a:gd name="connsiteY141" fmla="*/ 4971214 h 6858000"/>
              <a:gd name="connsiteX142" fmla="*/ 1466661 w 5362575"/>
              <a:gd name="connsiteY142" fmla="*/ 4990918 h 6858000"/>
              <a:gd name="connsiteX143" fmla="*/ 1497625 w 5362575"/>
              <a:gd name="connsiteY143" fmla="*/ 5016252 h 6858000"/>
              <a:gd name="connsiteX144" fmla="*/ 1529996 w 5362575"/>
              <a:gd name="connsiteY144" fmla="*/ 5044401 h 6858000"/>
              <a:gd name="connsiteX145" fmla="*/ 1558145 w 5362575"/>
              <a:gd name="connsiteY145" fmla="*/ 5076772 h 6858000"/>
              <a:gd name="connsiteX146" fmla="*/ 1584887 w 5362575"/>
              <a:gd name="connsiteY146" fmla="*/ 5110551 h 6858000"/>
              <a:gd name="connsiteX147" fmla="*/ 1611628 w 5362575"/>
              <a:gd name="connsiteY147" fmla="*/ 5145737 h 6858000"/>
              <a:gd name="connsiteX148" fmla="*/ 1638370 w 5362575"/>
              <a:gd name="connsiteY148" fmla="*/ 5180923 h 6858000"/>
              <a:gd name="connsiteX149" fmla="*/ 1665111 w 5362575"/>
              <a:gd name="connsiteY149" fmla="*/ 5214702 h 6858000"/>
              <a:gd name="connsiteX150" fmla="*/ 1694668 w 5362575"/>
              <a:gd name="connsiteY150" fmla="*/ 5247073 h 6858000"/>
              <a:gd name="connsiteX151" fmla="*/ 1724224 w 5362575"/>
              <a:gd name="connsiteY151" fmla="*/ 5275222 h 6858000"/>
              <a:gd name="connsiteX152" fmla="*/ 1758003 w 5362575"/>
              <a:gd name="connsiteY152" fmla="*/ 5299149 h 6858000"/>
              <a:gd name="connsiteX153" fmla="*/ 1793189 w 5362575"/>
              <a:gd name="connsiteY153" fmla="*/ 5317446 h 6858000"/>
              <a:gd name="connsiteX154" fmla="*/ 1835412 w 5362575"/>
              <a:gd name="connsiteY154" fmla="*/ 5330113 h 6858000"/>
              <a:gd name="connsiteX155" fmla="*/ 1879043 w 5362575"/>
              <a:gd name="connsiteY155" fmla="*/ 5335742 h 6858000"/>
              <a:gd name="connsiteX156" fmla="*/ 1924081 w 5362575"/>
              <a:gd name="connsiteY156" fmla="*/ 5337150 h 6858000"/>
              <a:gd name="connsiteX157" fmla="*/ 1971934 w 5362575"/>
              <a:gd name="connsiteY157" fmla="*/ 5332927 h 6858000"/>
              <a:gd name="connsiteX158" fmla="*/ 2019788 w 5362575"/>
              <a:gd name="connsiteY158" fmla="*/ 5327298 h 6858000"/>
              <a:gd name="connsiteX159" fmla="*/ 2067641 w 5362575"/>
              <a:gd name="connsiteY159" fmla="*/ 5320260 h 6858000"/>
              <a:gd name="connsiteX160" fmla="*/ 2115494 w 5362575"/>
              <a:gd name="connsiteY160" fmla="*/ 5314631 h 6858000"/>
              <a:gd name="connsiteX161" fmla="*/ 2163347 w 5362575"/>
              <a:gd name="connsiteY161" fmla="*/ 5311816 h 6858000"/>
              <a:gd name="connsiteX162" fmla="*/ 2209793 w 5362575"/>
              <a:gd name="connsiteY162" fmla="*/ 5311816 h 6858000"/>
              <a:gd name="connsiteX163" fmla="*/ 2253424 w 5362575"/>
              <a:gd name="connsiteY163" fmla="*/ 5317446 h 6858000"/>
              <a:gd name="connsiteX164" fmla="*/ 2297055 w 5362575"/>
              <a:gd name="connsiteY164" fmla="*/ 5328705 h 6858000"/>
              <a:gd name="connsiteX165" fmla="*/ 2339278 w 5362575"/>
              <a:gd name="connsiteY165" fmla="*/ 5345594 h 6858000"/>
              <a:gd name="connsiteX166" fmla="*/ 2381501 w 5362575"/>
              <a:gd name="connsiteY166" fmla="*/ 5368114 h 6858000"/>
              <a:gd name="connsiteX167" fmla="*/ 2423725 w 5362575"/>
              <a:gd name="connsiteY167" fmla="*/ 5390633 h 6858000"/>
              <a:gd name="connsiteX168" fmla="*/ 2465948 w 5362575"/>
              <a:gd name="connsiteY168" fmla="*/ 5415967 h 6858000"/>
              <a:gd name="connsiteX169" fmla="*/ 2506764 w 5362575"/>
              <a:gd name="connsiteY169" fmla="*/ 5439893 h 6858000"/>
              <a:gd name="connsiteX170" fmla="*/ 2550395 w 5362575"/>
              <a:gd name="connsiteY170" fmla="*/ 5461005 h 6858000"/>
              <a:gd name="connsiteX171" fmla="*/ 2592618 w 5362575"/>
              <a:gd name="connsiteY171" fmla="*/ 5477894 h 6858000"/>
              <a:gd name="connsiteX172" fmla="*/ 2636249 w 5362575"/>
              <a:gd name="connsiteY172" fmla="*/ 5489154 h 6858000"/>
              <a:gd name="connsiteX173" fmla="*/ 2681287 w 5362575"/>
              <a:gd name="connsiteY173" fmla="*/ 5493376 h 6858000"/>
              <a:gd name="connsiteX174" fmla="*/ 2726325 w 5362575"/>
              <a:gd name="connsiteY174" fmla="*/ 5489154 h 6858000"/>
              <a:gd name="connsiteX175" fmla="*/ 2769956 w 5362575"/>
              <a:gd name="connsiteY175" fmla="*/ 5477894 h 6858000"/>
              <a:gd name="connsiteX176" fmla="*/ 2812180 w 5362575"/>
              <a:gd name="connsiteY176" fmla="*/ 5461005 h 6858000"/>
              <a:gd name="connsiteX177" fmla="*/ 2855810 w 5362575"/>
              <a:gd name="connsiteY177" fmla="*/ 5439893 h 6858000"/>
              <a:gd name="connsiteX178" fmla="*/ 2896626 w 5362575"/>
              <a:gd name="connsiteY178" fmla="*/ 5415967 h 6858000"/>
              <a:gd name="connsiteX179" fmla="*/ 2938850 w 5362575"/>
              <a:gd name="connsiteY179" fmla="*/ 5390633 h 6858000"/>
              <a:gd name="connsiteX180" fmla="*/ 2981073 w 5362575"/>
              <a:gd name="connsiteY180" fmla="*/ 5368114 h 6858000"/>
              <a:gd name="connsiteX181" fmla="*/ 3023296 w 5362575"/>
              <a:gd name="connsiteY181" fmla="*/ 5345594 h 6858000"/>
              <a:gd name="connsiteX182" fmla="*/ 3064112 w 5362575"/>
              <a:gd name="connsiteY182" fmla="*/ 5328705 h 6858000"/>
              <a:gd name="connsiteX183" fmla="*/ 3109151 w 5362575"/>
              <a:gd name="connsiteY183" fmla="*/ 5317446 h 6858000"/>
              <a:gd name="connsiteX184" fmla="*/ 3152781 w 5362575"/>
              <a:gd name="connsiteY184" fmla="*/ 5311816 h 6858000"/>
              <a:gd name="connsiteX185" fmla="*/ 3199227 w 5362575"/>
              <a:gd name="connsiteY185" fmla="*/ 5311816 h 6858000"/>
              <a:gd name="connsiteX186" fmla="*/ 3247080 w 5362575"/>
              <a:gd name="connsiteY186" fmla="*/ 5314631 h 6858000"/>
              <a:gd name="connsiteX187" fmla="*/ 3294933 w 5362575"/>
              <a:gd name="connsiteY187" fmla="*/ 5320260 h 6858000"/>
              <a:gd name="connsiteX188" fmla="*/ 3342787 w 5362575"/>
              <a:gd name="connsiteY188" fmla="*/ 5327298 h 6858000"/>
              <a:gd name="connsiteX189" fmla="*/ 3390640 w 5362575"/>
              <a:gd name="connsiteY189" fmla="*/ 5332927 h 6858000"/>
              <a:gd name="connsiteX190" fmla="*/ 3438493 w 5362575"/>
              <a:gd name="connsiteY190" fmla="*/ 5337150 h 6858000"/>
              <a:gd name="connsiteX191" fmla="*/ 3483531 w 5362575"/>
              <a:gd name="connsiteY191" fmla="*/ 5335742 h 6858000"/>
              <a:gd name="connsiteX192" fmla="*/ 3527162 w 5362575"/>
              <a:gd name="connsiteY192" fmla="*/ 5330113 h 6858000"/>
              <a:gd name="connsiteX193" fmla="*/ 3569385 w 5362575"/>
              <a:gd name="connsiteY193" fmla="*/ 5317446 h 6858000"/>
              <a:gd name="connsiteX194" fmla="*/ 3604572 w 5362575"/>
              <a:gd name="connsiteY194" fmla="*/ 5299149 h 6858000"/>
              <a:gd name="connsiteX195" fmla="*/ 3638350 w 5362575"/>
              <a:gd name="connsiteY195" fmla="*/ 5275222 h 6858000"/>
              <a:gd name="connsiteX196" fmla="*/ 3667907 w 5362575"/>
              <a:gd name="connsiteY196" fmla="*/ 5247073 h 6858000"/>
              <a:gd name="connsiteX197" fmla="*/ 3697463 w 5362575"/>
              <a:gd name="connsiteY197" fmla="*/ 5214702 h 6858000"/>
              <a:gd name="connsiteX198" fmla="*/ 3724204 w 5362575"/>
              <a:gd name="connsiteY198" fmla="*/ 5180923 h 6858000"/>
              <a:gd name="connsiteX199" fmla="*/ 3750946 w 5362575"/>
              <a:gd name="connsiteY199" fmla="*/ 5145737 h 6858000"/>
              <a:gd name="connsiteX200" fmla="*/ 3777687 w 5362575"/>
              <a:gd name="connsiteY200" fmla="*/ 5110551 h 6858000"/>
              <a:gd name="connsiteX201" fmla="*/ 3804429 w 5362575"/>
              <a:gd name="connsiteY201" fmla="*/ 5076772 h 6858000"/>
              <a:gd name="connsiteX202" fmla="*/ 3832578 w 5362575"/>
              <a:gd name="connsiteY202" fmla="*/ 5044401 h 6858000"/>
              <a:gd name="connsiteX203" fmla="*/ 3864949 w 5362575"/>
              <a:gd name="connsiteY203" fmla="*/ 5016252 h 6858000"/>
              <a:gd name="connsiteX204" fmla="*/ 3895913 w 5362575"/>
              <a:gd name="connsiteY204" fmla="*/ 4990918 h 6858000"/>
              <a:gd name="connsiteX205" fmla="*/ 3931099 w 5362575"/>
              <a:gd name="connsiteY205" fmla="*/ 4971214 h 6858000"/>
              <a:gd name="connsiteX206" fmla="*/ 3969100 w 5362575"/>
              <a:gd name="connsiteY206" fmla="*/ 4954324 h 6858000"/>
              <a:gd name="connsiteX207" fmla="*/ 4009916 w 5362575"/>
              <a:gd name="connsiteY207" fmla="*/ 4940250 h 6858000"/>
              <a:gd name="connsiteX208" fmla="*/ 4052139 w 5362575"/>
              <a:gd name="connsiteY208" fmla="*/ 4927583 h 6858000"/>
              <a:gd name="connsiteX209" fmla="*/ 4094363 w 5362575"/>
              <a:gd name="connsiteY209" fmla="*/ 4916323 h 6858000"/>
              <a:gd name="connsiteX210" fmla="*/ 4137993 w 5362575"/>
              <a:gd name="connsiteY210" fmla="*/ 4905064 h 6858000"/>
              <a:gd name="connsiteX211" fmla="*/ 4178809 w 5362575"/>
              <a:gd name="connsiteY211" fmla="*/ 4892397 h 6858000"/>
              <a:gd name="connsiteX212" fmla="*/ 4219625 w 5362575"/>
              <a:gd name="connsiteY212" fmla="*/ 4878322 h 6858000"/>
              <a:gd name="connsiteX213" fmla="*/ 4257626 w 5362575"/>
              <a:gd name="connsiteY213" fmla="*/ 4861433 h 6858000"/>
              <a:gd name="connsiteX214" fmla="*/ 4291405 w 5362575"/>
              <a:gd name="connsiteY214" fmla="*/ 4840321 h 6858000"/>
              <a:gd name="connsiteX215" fmla="*/ 4322369 w 5362575"/>
              <a:gd name="connsiteY215" fmla="*/ 4814987 h 6858000"/>
              <a:gd name="connsiteX216" fmla="*/ 4347703 w 5362575"/>
              <a:gd name="connsiteY216" fmla="*/ 4784024 h 6858000"/>
              <a:gd name="connsiteX217" fmla="*/ 4368815 w 5362575"/>
              <a:gd name="connsiteY217" fmla="*/ 4750245 h 6858000"/>
              <a:gd name="connsiteX218" fmla="*/ 4385704 w 5362575"/>
              <a:gd name="connsiteY218" fmla="*/ 4712244 h 6858000"/>
              <a:gd name="connsiteX219" fmla="*/ 4399778 w 5362575"/>
              <a:gd name="connsiteY219" fmla="*/ 4671428 h 6858000"/>
              <a:gd name="connsiteX220" fmla="*/ 4412445 w 5362575"/>
              <a:gd name="connsiteY220" fmla="*/ 4630612 h 6858000"/>
              <a:gd name="connsiteX221" fmla="*/ 4423705 w 5362575"/>
              <a:gd name="connsiteY221" fmla="*/ 4586981 h 6858000"/>
              <a:gd name="connsiteX222" fmla="*/ 4434964 w 5362575"/>
              <a:gd name="connsiteY222" fmla="*/ 4544758 h 6858000"/>
              <a:gd name="connsiteX223" fmla="*/ 4447632 w 5362575"/>
              <a:gd name="connsiteY223" fmla="*/ 4502534 h 6858000"/>
              <a:gd name="connsiteX224" fmla="*/ 4461706 w 5362575"/>
              <a:gd name="connsiteY224" fmla="*/ 4461718 h 6858000"/>
              <a:gd name="connsiteX225" fmla="*/ 4478595 w 5362575"/>
              <a:gd name="connsiteY225" fmla="*/ 4423717 h 6858000"/>
              <a:gd name="connsiteX226" fmla="*/ 4498300 w 5362575"/>
              <a:gd name="connsiteY226" fmla="*/ 4388531 h 6858000"/>
              <a:gd name="connsiteX227" fmla="*/ 4523634 w 5362575"/>
              <a:gd name="connsiteY227" fmla="*/ 4357567 h 6858000"/>
              <a:gd name="connsiteX228" fmla="*/ 4551782 w 5362575"/>
              <a:gd name="connsiteY228" fmla="*/ 4325196 h 6858000"/>
              <a:gd name="connsiteX229" fmla="*/ 4584154 w 5362575"/>
              <a:gd name="connsiteY229" fmla="*/ 4297047 h 6858000"/>
              <a:gd name="connsiteX230" fmla="*/ 4617933 w 5362575"/>
              <a:gd name="connsiteY230" fmla="*/ 4270306 h 6858000"/>
              <a:gd name="connsiteX231" fmla="*/ 4654526 w 5362575"/>
              <a:gd name="connsiteY231" fmla="*/ 4243564 h 6858000"/>
              <a:gd name="connsiteX232" fmla="*/ 4689712 w 5362575"/>
              <a:gd name="connsiteY232" fmla="*/ 4216823 h 6858000"/>
              <a:gd name="connsiteX233" fmla="*/ 4723491 w 5362575"/>
              <a:gd name="connsiteY233" fmla="*/ 4190081 h 6858000"/>
              <a:gd name="connsiteX234" fmla="*/ 4755862 w 5362575"/>
              <a:gd name="connsiteY234" fmla="*/ 4160525 h 6858000"/>
              <a:gd name="connsiteX235" fmla="*/ 4784011 w 5362575"/>
              <a:gd name="connsiteY235" fmla="*/ 4130969 h 6858000"/>
              <a:gd name="connsiteX236" fmla="*/ 4807938 w 5362575"/>
              <a:gd name="connsiteY236" fmla="*/ 4097190 h 6858000"/>
              <a:gd name="connsiteX237" fmla="*/ 4826235 w 5362575"/>
              <a:gd name="connsiteY237" fmla="*/ 4062004 h 6858000"/>
              <a:gd name="connsiteX238" fmla="*/ 4838902 w 5362575"/>
              <a:gd name="connsiteY238" fmla="*/ 4019781 h 6858000"/>
              <a:gd name="connsiteX239" fmla="*/ 4844531 w 5362575"/>
              <a:gd name="connsiteY239" fmla="*/ 3976150 h 6858000"/>
              <a:gd name="connsiteX240" fmla="*/ 4845939 w 5362575"/>
              <a:gd name="connsiteY240" fmla="*/ 3931111 h 6858000"/>
              <a:gd name="connsiteX241" fmla="*/ 4841716 w 5362575"/>
              <a:gd name="connsiteY241" fmla="*/ 3883258 h 6858000"/>
              <a:gd name="connsiteX242" fmla="*/ 4836087 w 5362575"/>
              <a:gd name="connsiteY242" fmla="*/ 3835405 h 6858000"/>
              <a:gd name="connsiteX243" fmla="*/ 4829049 w 5362575"/>
              <a:gd name="connsiteY243" fmla="*/ 3787552 h 6858000"/>
              <a:gd name="connsiteX244" fmla="*/ 4823420 w 5362575"/>
              <a:gd name="connsiteY244" fmla="*/ 3739699 h 6858000"/>
              <a:gd name="connsiteX245" fmla="*/ 4820605 w 5362575"/>
              <a:gd name="connsiteY245" fmla="*/ 3691846 h 6858000"/>
              <a:gd name="connsiteX246" fmla="*/ 4820605 w 5362575"/>
              <a:gd name="connsiteY246" fmla="*/ 3645400 h 6858000"/>
              <a:gd name="connsiteX247" fmla="*/ 4826235 w 5362575"/>
              <a:gd name="connsiteY247" fmla="*/ 3601769 h 6858000"/>
              <a:gd name="connsiteX248" fmla="*/ 4837494 w 5362575"/>
              <a:gd name="connsiteY248" fmla="*/ 3558138 h 6858000"/>
              <a:gd name="connsiteX249" fmla="*/ 4854383 w 5362575"/>
              <a:gd name="connsiteY249" fmla="*/ 3517322 h 6858000"/>
              <a:gd name="connsiteX250" fmla="*/ 4876903 w 5362575"/>
              <a:gd name="connsiteY250" fmla="*/ 3475099 h 6858000"/>
              <a:gd name="connsiteX251" fmla="*/ 4899422 w 5362575"/>
              <a:gd name="connsiteY251" fmla="*/ 3432876 h 6858000"/>
              <a:gd name="connsiteX252" fmla="*/ 4924756 w 5362575"/>
              <a:gd name="connsiteY252" fmla="*/ 3390652 h 6858000"/>
              <a:gd name="connsiteX253" fmla="*/ 4948682 w 5362575"/>
              <a:gd name="connsiteY253" fmla="*/ 3349836 h 6858000"/>
              <a:gd name="connsiteX254" fmla="*/ 4969794 w 5362575"/>
              <a:gd name="connsiteY254" fmla="*/ 3306206 h 6858000"/>
              <a:gd name="connsiteX255" fmla="*/ 4986683 w 5362575"/>
              <a:gd name="connsiteY255" fmla="*/ 3263982 h 6858000"/>
              <a:gd name="connsiteX256" fmla="*/ 4997943 w 5362575"/>
              <a:gd name="connsiteY256" fmla="*/ 3220351 h 6858000"/>
              <a:gd name="connsiteX257" fmla="*/ 5002165 w 5362575"/>
              <a:gd name="connsiteY257" fmla="*/ 3175313 h 6858000"/>
              <a:gd name="connsiteX258" fmla="*/ 4997943 w 5362575"/>
              <a:gd name="connsiteY258" fmla="*/ 3130275 h 6858000"/>
              <a:gd name="connsiteX259" fmla="*/ 4986683 w 5362575"/>
              <a:gd name="connsiteY259" fmla="*/ 3086644 h 6858000"/>
              <a:gd name="connsiteX260" fmla="*/ 4969794 w 5362575"/>
              <a:gd name="connsiteY260" fmla="*/ 3044421 h 6858000"/>
              <a:gd name="connsiteX261" fmla="*/ 4948682 w 5362575"/>
              <a:gd name="connsiteY261" fmla="*/ 3000790 h 6858000"/>
              <a:gd name="connsiteX262" fmla="*/ 4924756 w 5362575"/>
              <a:gd name="connsiteY262" fmla="*/ 2959974 h 6858000"/>
              <a:gd name="connsiteX263" fmla="*/ 4899422 w 5362575"/>
              <a:gd name="connsiteY263" fmla="*/ 2917751 h 6858000"/>
              <a:gd name="connsiteX264" fmla="*/ 4876903 w 5362575"/>
              <a:gd name="connsiteY264" fmla="*/ 2875527 h 6858000"/>
              <a:gd name="connsiteX265" fmla="*/ 4854383 w 5362575"/>
              <a:gd name="connsiteY265" fmla="*/ 2833304 h 6858000"/>
              <a:gd name="connsiteX266" fmla="*/ 4837494 w 5362575"/>
              <a:gd name="connsiteY266" fmla="*/ 2792488 h 6858000"/>
              <a:gd name="connsiteX267" fmla="*/ 4826235 w 5362575"/>
              <a:gd name="connsiteY267" fmla="*/ 2748857 h 6858000"/>
              <a:gd name="connsiteX268" fmla="*/ 4820605 w 5362575"/>
              <a:gd name="connsiteY268" fmla="*/ 2705226 h 6858000"/>
              <a:gd name="connsiteX269" fmla="*/ 4820605 w 5362575"/>
              <a:gd name="connsiteY269" fmla="*/ 2658781 h 6858000"/>
              <a:gd name="connsiteX270" fmla="*/ 4823420 w 5362575"/>
              <a:gd name="connsiteY270" fmla="*/ 2610927 h 6858000"/>
              <a:gd name="connsiteX271" fmla="*/ 4829049 w 5362575"/>
              <a:gd name="connsiteY271" fmla="*/ 2563074 h 6858000"/>
              <a:gd name="connsiteX272" fmla="*/ 4836087 w 5362575"/>
              <a:gd name="connsiteY272" fmla="*/ 2515221 h 6858000"/>
              <a:gd name="connsiteX273" fmla="*/ 4841716 w 5362575"/>
              <a:gd name="connsiteY273" fmla="*/ 2467368 h 6858000"/>
              <a:gd name="connsiteX274" fmla="*/ 4845939 w 5362575"/>
              <a:gd name="connsiteY274" fmla="*/ 2419515 h 6858000"/>
              <a:gd name="connsiteX275" fmla="*/ 4844531 w 5362575"/>
              <a:gd name="connsiteY275" fmla="*/ 2374477 h 6858000"/>
              <a:gd name="connsiteX276" fmla="*/ 4838902 w 5362575"/>
              <a:gd name="connsiteY276" fmla="*/ 2330846 h 6858000"/>
              <a:gd name="connsiteX277" fmla="*/ 4826235 w 5362575"/>
              <a:gd name="connsiteY277" fmla="*/ 2288622 h 6858000"/>
              <a:gd name="connsiteX278" fmla="*/ 4807938 w 5362575"/>
              <a:gd name="connsiteY278" fmla="*/ 2253436 h 6858000"/>
              <a:gd name="connsiteX279" fmla="*/ 4784011 w 5362575"/>
              <a:gd name="connsiteY279" fmla="*/ 2219658 h 6858000"/>
              <a:gd name="connsiteX280" fmla="*/ 4755862 w 5362575"/>
              <a:gd name="connsiteY280" fmla="*/ 2190101 h 6858000"/>
              <a:gd name="connsiteX281" fmla="*/ 4723491 w 5362575"/>
              <a:gd name="connsiteY281" fmla="*/ 2160545 h 6858000"/>
              <a:gd name="connsiteX282" fmla="*/ 4689712 w 5362575"/>
              <a:gd name="connsiteY282" fmla="*/ 2133803 h 6858000"/>
              <a:gd name="connsiteX283" fmla="*/ 4654526 w 5362575"/>
              <a:gd name="connsiteY283" fmla="*/ 2107062 h 6858000"/>
              <a:gd name="connsiteX284" fmla="*/ 4617933 w 5362575"/>
              <a:gd name="connsiteY284" fmla="*/ 2080320 h 6858000"/>
              <a:gd name="connsiteX285" fmla="*/ 4584154 w 5362575"/>
              <a:gd name="connsiteY285" fmla="*/ 2053579 h 6858000"/>
              <a:gd name="connsiteX286" fmla="*/ 4551782 w 5362575"/>
              <a:gd name="connsiteY286" fmla="*/ 2025430 h 6858000"/>
              <a:gd name="connsiteX287" fmla="*/ 4523634 w 5362575"/>
              <a:gd name="connsiteY287" fmla="*/ 1993059 h 6858000"/>
              <a:gd name="connsiteX288" fmla="*/ 4498300 w 5362575"/>
              <a:gd name="connsiteY288" fmla="*/ 1962095 h 6858000"/>
              <a:gd name="connsiteX289" fmla="*/ 4478595 w 5362575"/>
              <a:gd name="connsiteY289" fmla="*/ 1926909 h 6858000"/>
              <a:gd name="connsiteX290" fmla="*/ 4461706 w 5362575"/>
              <a:gd name="connsiteY290" fmla="*/ 1888908 h 6858000"/>
              <a:gd name="connsiteX291" fmla="*/ 4447632 w 5362575"/>
              <a:gd name="connsiteY291" fmla="*/ 1848092 h 6858000"/>
              <a:gd name="connsiteX292" fmla="*/ 4434964 w 5362575"/>
              <a:gd name="connsiteY292" fmla="*/ 1805868 h 6858000"/>
              <a:gd name="connsiteX293" fmla="*/ 4423705 w 5362575"/>
              <a:gd name="connsiteY293" fmla="*/ 1763645 h 6858000"/>
              <a:gd name="connsiteX294" fmla="*/ 4412445 w 5362575"/>
              <a:gd name="connsiteY294" fmla="*/ 1720014 h 6858000"/>
              <a:gd name="connsiteX295" fmla="*/ 4399778 w 5362575"/>
              <a:gd name="connsiteY295" fmla="*/ 1679198 h 6858000"/>
              <a:gd name="connsiteX296" fmla="*/ 4385704 w 5362575"/>
              <a:gd name="connsiteY296" fmla="*/ 1638382 h 6858000"/>
              <a:gd name="connsiteX297" fmla="*/ 4368815 w 5362575"/>
              <a:gd name="connsiteY297" fmla="*/ 1600381 h 6858000"/>
              <a:gd name="connsiteX298" fmla="*/ 4347703 w 5362575"/>
              <a:gd name="connsiteY298" fmla="*/ 1566603 h 6858000"/>
              <a:gd name="connsiteX299" fmla="*/ 4322369 w 5362575"/>
              <a:gd name="connsiteY299" fmla="*/ 1535639 h 6858000"/>
              <a:gd name="connsiteX300" fmla="*/ 4291405 w 5362575"/>
              <a:gd name="connsiteY300" fmla="*/ 1510305 h 6858000"/>
              <a:gd name="connsiteX301" fmla="*/ 4257626 w 5362575"/>
              <a:gd name="connsiteY301" fmla="*/ 1489193 h 6858000"/>
              <a:gd name="connsiteX302" fmla="*/ 4219625 w 5362575"/>
              <a:gd name="connsiteY302" fmla="*/ 1472304 h 6858000"/>
              <a:gd name="connsiteX303" fmla="*/ 4178809 w 5362575"/>
              <a:gd name="connsiteY303" fmla="*/ 1458229 h 6858000"/>
              <a:gd name="connsiteX304" fmla="*/ 4137993 w 5362575"/>
              <a:gd name="connsiteY304" fmla="*/ 1445562 h 6858000"/>
              <a:gd name="connsiteX305" fmla="*/ 4094363 w 5362575"/>
              <a:gd name="connsiteY305" fmla="*/ 1434303 h 6858000"/>
              <a:gd name="connsiteX306" fmla="*/ 4052139 w 5362575"/>
              <a:gd name="connsiteY306" fmla="*/ 1423043 h 6858000"/>
              <a:gd name="connsiteX307" fmla="*/ 4009916 w 5362575"/>
              <a:gd name="connsiteY307" fmla="*/ 1410376 h 6858000"/>
              <a:gd name="connsiteX308" fmla="*/ 3969100 w 5362575"/>
              <a:gd name="connsiteY308" fmla="*/ 1396302 h 6858000"/>
              <a:gd name="connsiteX309" fmla="*/ 3931099 w 5362575"/>
              <a:gd name="connsiteY309" fmla="*/ 1379412 h 6858000"/>
              <a:gd name="connsiteX310" fmla="*/ 3895913 w 5362575"/>
              <a:gd name="connsiteY310" fmla="*/ 1359708 h 6858000"/>
              <a:gd name="connsiteX311" fmla="*/ 3864949 w 5362575"/>
              <a:gd name="connsiteY311" fmla="*/ 1334374 h 6858000"/>
              <a:gd name="connsiteX312" fmla="*/ 3832578 w 5362575"/>
              <a:gd name="connsiteY312" fmla="*/ 1306225 h 6858000"/>
              <a:gd name="connsiteX313" fmla="*/ 3804429 w 5362575"/>
              <a:gd name="connsiteY313" fmla="*/ 1273854 h 6858000"/>
              <a:gd name="connsiteX314" fmla="*/ 3777687 w 5362575"/>
              <a:gd name="connsiteY314" fmla="*/ 1240075 h 6858000"/>
              <a:gd name="connsiteX315" fmla="*/ 3750946 w 5362575"/>
              <a:gd name="connsiteY315" fmla="*/ 1204889 h 6858000"/>
              <a:gd name="connsiteX316" fmla="*/ 3724204 w 5362575"/>
              <a:gd name="connsiteY316" fmla="*/ 1169703 h 6858000"/>
              <a:gd name="connsiteX317" fmla="*/ 3697463 w 5362575"/>
              <a:gd name="connsiteY317" fmla="*/ 1135924 h 6858000"/>
              <a:gd name="connsiteX318" fmla="*/ 3667907 w 5362575"/>
              <a:gd name="connsiteY318" fmla="*/ 1103553 h 6858000"/>
              <a:gd name="connsiteX319" fmla="*/ 3638350 w 5362575"/>
              <a:gd name="connsiteY319" fmla="*/ 1075404 h 6858000"/>
              <a:gd name="connsiteX320" fmla="*/ 3604572 w 5362575"/>
              <a:gd name="connsiteY320" fmla="*/ 1051478 h 6858000"/>
              <a:gd name="connsiteX321" fmla="*/ 3569385 w 5362575"/>
              <a:gd name="connsiteY321" fmla="*/ 1033181 h 6858000"/>
              <a:gd name="connsiteX322" fmla="*/ 3527162 w 5362575"/>
              <a:gd name="connsiteY322" fmla="*/ 1020514 h 6858000"/>
              <a:gd name="connsiteX323" fmla="*/ 3483531 w 5362575"/>
              <a:gd name="connsiteY323" fmla="*/ 1014884 h 6858000"/>
              <a:gd name="connsiteX324" fmla="*/ 3438493 w 5362575"/>
              <a:gd name="connsiteY324" fmla="*/ 1013477 h 6858000"/>
              <a:gd name="connsiteX325" fmla="*/ 3390640 w 5362575"/>
              <a:gd name="connsiteY325" fmla="*/ 1017699 h 6858000"/>
              <a:gd name="connsiteX326" fmla="*/ 3342787 w 5362575"/>
              <a:gd name="connsiteY326" fmla="*/ 1023329 h 6858000"/>
              <a:gd name="connsiteX327" fmla="*/ 3294933 w 5362575"/>
              <a:gd name="connsiteY327" fmla="*/ 1030366 h 6858000"/>
              <a:gd name="connsiteX328" fmla="*/ 3247080 w 5362575"/>
              <a:gd name="connsiteY328" fmla="*/ 1035996 h 6858000"/>
              <a:gd name="connsiteX329" fmla="*/ 3199227 w 5362575"/>
              <a:gd name="connsiteY329" fmla="*/ 1038811 h 6858000"/>
              <a:gd name="connsiteX330" fmla="*/ 3152781 w 5362575"/>
              <a:gd name="connsiteY330" fmla="*/ 1038811 h 6858000"/>
              <a:gd name="connsiteX331" fmla="*/ 3109151 w 5362575"/>
              <a:gd name="connsiteY331" fmla="*/ 1033181 h 6858000"/>
              <a:gd name="connsiteX332" fmla="*/ 3064112 w 5362575"/>
              <a:gd name="connsiteY332" fmla="*/ 1021921 h 6858000"/>
              <a:gd name="connsiteX333" fmla="*/ 3023296 w 5362575"/>
              <a:gd name="connsiteY333" fmla="*/ 1005032 h 6858000"/>
              <a:gd name="connsiteX334" fmla="*/ 2981073 w 5362575"/>
              <a:gd name="connsiteY334" fmla="*/ 982513 h 6858000"/>
              <a:gd name="connsiteX335" fmla="*/ 2938850 w 5362575"/>
              <a:gd name="connsiteY335" fmla="*/ 959994 h 6858000"/>
              <a:gd name="connsiteX336" fmla="*/ 2896626 w 5362575"/>
              <a:gd name="connsiteY336" fmla="*/ 934660 h 6858000"/>
              <a:gd name="connsiteX337" fmla="*/ 2855810 w 5362575"/>
              <a:gd name="connsiteY337" fmla="*/ 910733 h 6858000"/>
              <a:gd name="connsiteX338" fmla="*/ 2812180 w 5362575"/>
              <a:gd name="connsiteY338" fmla="*/ 889621 h 6858000"/>
              <a:gd name="connsiteX339" fmla="*/ 2769956 w 5362575"/>
              <a:gd name="connsiteY339" fmla="*/ 872732 h 6858000"/>
              <a:gd name="connsiteX340" fmla="*/ 2726325 w 5362575"/>
              <a:gd name="connsiteY340" fmla="*/ 861472 h 6858000"/>
              <a:gd name="connsiteX341" fmla="*/ 2681287 w 5362575"/>
              <a:gd name="connsiteY341" fmla="*/ 857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</a:cxnLst>
            <a:rect l="l" t="t" r="r" b="b"/>
            <a:pathLst>
              <a:path w="5362575" h="6858000">
                <a:moveTo>
                  <a:pt x="0" y="0"/>
                </a:moveTo>
                <a:lnTo>
                  <a:pt x="5362575" y="0"/>
                </a:lnTo>
                <a:lnTo>
                  <a:pt x="5362575" y="6858000"/>
                </a:lnTo>
                <a:lnTo>
                  <a:pt x="0" y="6858000"/>
                </a:lnTo>
                <a:lnTo>
                  <a:pt x="0" y="0"/>
                </a:lnTo>
                <a:close/>
                <a:moveTo>
                  <a:pt x="2681287" y="857250"/>
                </a:moveTo>
                <a:lnTo>
                  <a:pt x="2636249" y="861472"/>
                </a:lnTo>
                <a:lnTo>
                  <a:pt x="2592618" y="872732"/>
                </a:lnTo>
                <a:lnTo>
                  <a:pt x="2550395" y="889621"/>
                </a:lnTo>
                <a:lnTo>
                  <a:pt x="2506764" y="910733"/>
                </a:lnTo>
                <a:lnTo>
                  <a:pt x="2465948" y="934660"/>
                </a:lnTo>
                <a:lnTo>
                  <a:pt x="2423725" y="959994"/>
                </a:lnTo>
                <a:lnTo>
                  <a:pt x="2381501" y="982513"/>
                </a:lnTo>
                <a:lnTo>
                  <a:pt x="2339278" y="1005032"/>
                </a:lnTo>
                <a:lnTo>
                  <a:pt x="2297055" y="1021921"/>
                </a:lnTo>
                <a:lnTo>
                  <a:pt x="2253424" y="1033181"/>
                </a:lnTo>
                <a:lnTo>
                  <a:pt x="2209793" y="1038811"/>
                </a:lnTo>
                <a:lnTo>
                  <a:pt x="2163347" y="1038811"/>
                </a:lnTo>
                <a:lnTo>
                  <a:pt x="2115494" y="1035996"/>
                </a:lnTo>
                <a:lnTo>
                  <a:pt x="2067641" y="1030366"/>
                </a:lnTo>
                <a:lnTo>
                  <a:pt x="2019788" y="1023329"/>
                </a:lnTo>
                <a:lnTo>
                  <a:pt x="1971934" y="1017699"/>
                </a:lnTo>
                <a:lnTo>
                  <a:pt x="1924081" y="1013477"/>
                </a:lnTo>
                <a:lnTo>
                  <a:pt x="1879043" y="1014884"/>
                </a:lnTo>
                <a:lnTo>
                  <a:pt x="1835412" y="1020514"/>
                </a:lnTo>
                <a:lnTo>
                  <a:pt x="1793189" y="1033181"/>
                </a:lnTo>
                <a:lnTo>
                  <a:pt x="1758003" y="1051478"/>
                </a:lnTo>
                <a:lnTo>
                  <a:pt x="1724224" y="1075404"/>
                </a:lnTo>
                <a:lnTo>
                  <a:pt x="1694668" y="1103553"/>
                </a:lnTo>
                <a:lnTo>
                  <a:pt x="1665111" y="1135924"/>
                </a:lnTo>
                <a:lnTo>
                  <a:pt x="1638370" y="1169703"/>
                </a:lnTo>
                <a:lnTo>
                  <a:pt x="1611628" y="1204889"/>
                </a:lnTo>
                <a:lnTo>
                  <a:pt x="1584887" y="1240075"/>
                </a:lnTo>
                <a:lnTo>
                  <a:pt x="1558145" y="1273854"/>
                </a:lnTo>
                <a:lnTo>
                  <a:pt x="1529996" y="1306225"/>
                </a:lnTo>
                <a:lnTo>
                  <a:pt x="1497625" y="1334374"/>
                </a:lnTo>
                <a:lnTo>
                  <a:pt x="1466661" y="1359708"/>
                </a:lnTo>
                <a:lnTo>
                  <a:pt x="1431475" y="1379412"/>
                </a:lnTo>
                <a:lnTo>
                  <a:pt x="1393474" y="1396302"/>
                </a:lnTo>
                <a:lnTo>
                  <a:pt x="1352658" y="1410376"/>
                </a:lnTo>
                <a:lnTo>
                  <a:pt x="1310435" y="1423043"/>
                </a:lnTo>
                <a:lnTo>
                  <a:pt x="1268212" y="1434303"/>
                </a:lnTo>
                <a:lnTo>
                  <a:pt x="1224581" y="1445562"/>
                </a:lnTo>
                <a:lnTo>
                  <a:pt x="1183765" y="1458229"/>
                </a:lnTo>
                <a:lnTo>
                  <a:pt x="1142949" y="1472304"/>
                </a:lnTo>
                <a:lnTo>
                  <a:pt x="1104948" y="1489193"/>
                </a:lnTo>
                <a:lnTo>
                  <a:pt x="1071169" y="1510305"/>
                </a:lnTo>
                <a:lnTo>
                  <a:pt x="1040205" y="1535639"/>
                </a:lnTo>
                <a:lnTo>
                  <a:pt x="1014871" y="1566603"/>
                </a:lnTo>
                <a:lnTo>
                  <a:pt x="993760" y="1600381"/>
                </a:lnTo>
                <a:lnTo>
                  <a:pt x="976870" y="1638382"/>
                </a:lnTo>
                <a:lnTo>
                  <a:pt x="962796" y="1679198"/>
                </a:lnTo>
                <a:lnTo>
                  <a:pt x="950129" y="1720014"/>
                </a:lnTo>
                <a:lnTo>
                  <a:pt x="938869" y="1763645"/>
                </a:lnTo>
                <a:lnTo>
                  <a:pt x="927610" y="1805868"/>
                </a:lnTo>
                <a:lnTo>
                  <a:pt x="914943" y="1848092"/>
                </a:lnTo>
                <a:lnTo>
                  <a:pt x="900868" y="1888908"/>
                </a:lnTo>
                <a:lnTo>
                  <a:pt x="883979" y="1926909"/>
                </a:lnTo>
                <a:lnTo>
                  <a:pt x="864275" y="1962095"/>
                </a:lnTo>
                <a:lnTo>
                  <a:pt x="838941" y="1993059"/>
                </a:lnTo>
                <a:lnTo>
                  <a:pt x="810792" y="2025430"/>
                </a:lnTo>
                <a:lnTo>
                  <a:pt x="778420" y="2053579"/>
                </a:lnTo>
                <a:lnTo>
                  <a:pt x="743234" y="2080320"/>
                </a:lnTo>
                <a:lnTo>
                  <a:pt x="708048" y="2107062"/>
                </a:lnTo>
                <a:lnTo>
                  <a:pt x="672862" y="2133803"/>
                </a:lnTo>
                <a:lnTo>
                  <a:pt x="639083" y="2160545"/>
                </a:lnTo>
                <a:lnTo>
                  <a:pt x="606712" y="2190101"/>
                </a:lnTo>
                <a:lnTo>
                  <a:pt x="578563" y="2219658"/>
                </a:lnTo>
                <a:lnTo>
                  <a:pt x="554637" y="2253436"/>
                </a:lnTo>
                <a:lnTo>
                  <a:pt x="536340" y="2288622"/>
                </a:lnTo>
                <a:lnTo>
                  <a:pt x="523673" y="2330846"/>
                </a:lnTo>
                <a:lnTo>
                  <a:pt x="518043" y="2374477"/>
                </a:lnTo>
                <a:lnTo>
                  <a:pt x="516635" y="2419515"/>
                </a:lnTo>
                <a:lnTo>
                  <a:pt x="520858" y="2467368"/>
                </a:lnTo>
                <a:lnTo>
                  <a:pt x="526488" y="2515221"/>
                </a:lnTo>
                <a:lnTo>
                  <a:pt x="533525" y="2563074"/>
                </a:lnTo>
                <a:lnTo>
                  <a:pt x="539155" y="2610927"/>
                </a:lnTo>
                <a:lnTo>
                  <a:pt x="541970" y="2658781"/>
                </a:lnTo>
                <a:lnTo>
                  <a:pt x="541970" y="2705226"/>
                </a:lnTo>
                <a:lnTo>
                  <a:pt x="536340" y="2748857"/>
                </a:lnTo>
                <a:lnTo>
                  <a:pt x="525080" y="2792488"/>
                </a:lnTo>
                <a:lnTo>
                  <a:pt x="508191" y="2833304"/>
                </a:lnTo>
                <a:lnTo>
                  <a:pt x="487079" y="2875527"/>
                </a:lnTo>
                <a:lnTo>
                  <a:pt x="463153" y="2917751"/>
                </a:lnTo>
                <a:lnTo>
                  <a:pt x="437819" y="2959974"/>
                </a:lnTo>
                <a:lnTo>
                  <a:pt x="413892" y="3000790"/>
                </a:lnTo>
                <a:lnTo>
                  <a:pt x="392780" y="3044421"/>
                </a:lnTo>
                <a:lnTo>
                  <a:pt x="375891" y="3086644"/>
                </a:lnTo>
                <a:lnTo>
                  <a:pt x="364631" y="3130275"/>
                </a:lnTo>
                <a:lnTo>
                  <a:pt x="360409" y="3175313"/>
                </a:lnTo>
                <a:lnTo>
                  <a:pt x="364631" y="3220351"/>
                </a:lnTo>
                <a:lnTo>
                  <a:pt x="375891" y="3263982"/>
                </a:lnTo>
                <a:lnTo>
                  <a:pt x="392780" y="3306206"/>
                </a:lnTo>
                <a:lnTo>
                  <a:pt x="413892" y="3349836"/>
                </a:lnTo>
                <a:lnTo>
                  <a:pt x="437819" y="3390652"/>
                </a:lnTo>
                <a:lnTo>
                  <a:pt x="463153" y="3432876"/>
                </a:lnTo>
                <a:lnTo>
                  <a:pt x="487079" y="3475099"/>
                </a:lnTo>
                <a:lnTo>
                  <a:pt x="508191" y="3517322"/>
                </a:lnTo>
                <a:lnTo>
                  <a:pt x="525080" y="3558138"/>
                </a:lnTo>
                <a:lnTo>
                  <a:pt x="536340" y="3601769"/>
                </a:lnTo>
                <a:lnTo>
                  <a:pt x="541970" y="3645400"/>
                </a:lnTo>
                <a:lnTo>
                  <a:pt x="541970" y="3691846"/>
                </a:lnTo>
                <a:lnTo>
                  <a:pt x="539155" y="3739699"/>
                </a:lnTo>
                <a:lnTo>
                  <a:pt x="533525" y="3787552"/>
                </a:lnTo>
                <a:lnTo>
                  <a:pt x="526488" y="3835405"/>
                </a:lnTo>
                <a:lnTo>
                  <a:pt x="520858" y="3883258"/>
                </a:lnTo>
                <a:lnTo>
                  <a:pt x="516635" y="3931111"/>
                </a:lnTo>
                <a:lnTo>
                  <a:pt x="518043" y="3976150"/>
                </a:lnTo>
                <a:lnTo>
                  <a:pt x="523673" y="4019781"/>
                </a:lnTo>
                <a:lnTo>
                  <a:pt x="536340" y="4062004"/>
                </a:lnTo>
                <a:lnTo>
                  <a:pt x="554637" y="4097190"/>
                </a:lnTo>
                <a:lnTo>
                  <a:pt x="578563" y="4130969"/>
                </a:lnTo>
                <a:lnTo>
                  <a:pt x="606712" y="4160525"/>
                </a:lnTo>
                <a:lnTo>
                  <a:pt x="639083" y="4190081"/>
                </a:lnTo>
                <a:lnTo>
                  <a:pt x="672862" y="4216823"/>
                </a:lnTo>
                <a:lnTo>
                  <a:pt x="708048" y="4243564"/>
                </a:lnTo>
                <a:lnTo>
                  <a:pt x="743234" y="4270306"/>
                </a:lnTo>
                <a:lnTo>
                  <a:pt x="778420" y="4297047"/>
                </a:lnTo>
                <a:lnTo>
                  <a:pt x="810792" y="4325196"/>
                </a:lnTo>
                <a:lnTo>
                  <a:pt x="838941" y="4357567"/>
                </a:lnTo>
                <a:lnTo>
                  <a:pt x="864275" y="4388531"/>
                </a:lnTo>
                <a:lnTo>
                  <a:pt x="883979" y="4423717"/>
                </a:lnTo>
                <a:lnTo>
                  <a:pt x="900868" y="4461718"/>
                </a:lnTo>
                <a:lnTo>
                  <a:pt x="914943" y="4502534"/>
                </a:lnTo>
                <a:lnTo>
                  <a:pt x="927610" y="4544758"/>
                </a:lnTo>
                <a:lnTo>
                  <a:pt x="938869" y="4586981"/>
                </a:lnTo>
                <a:lnTo>
                  <a:pt x="950129" y="4630612"/>
                </a:lnTo>
                <a:lnTo>
                  <a:pt x="962796" y="4671428"/>
                </a:lnTo>
                <a:lnTo>
                  <a:pt x="976870" y="4712244"/>
                </a:lnTo>
                <a:lnTo>
                  <a:pt x="993760" y="4750245"/>
                </a:lnTo>
                <a:lnTo>
                  <a:pt x="1014871" y="4784024"/>
                </a:lnTo>
                <a:lnTo>
                  <a:pt x="1040205" y="4814987"/>
                </a:lnTo>
                <a:lnTo>
                  <a:pt x="1071169" y="4840321"/>
                </a:lnTo>
                <a:lnTo>
                  <a:pt x="1104948" y="4861433"/>
                </a:lnTo>
                <a:lnTo>
                  <a:pt x="1142949" y="4878322"/>
                </a:lnTo>
                <a:lnTo>
                  <a:pt x="1183765" y="4892397"/>
                </a:lnTo>
                <a:lnTo>
                  <a:pt x="1224581" y="4905064"/>
                </a:lnTo>
                <a:lnTo>
                  <a:pt x="1268212" y="4916323"/>
                </a:lnTo>
                <a:lnTo>
                  <a:pt x="1310435" y="4927583"/>
                </a:lnTo>
                <a:lnTo>
                  <a:pt x="1352658" y="4940250"/>
                </a:lnTo>
                <a:lnTo>
                  <a:pt x="1393474" y="4954324"/>
                </a:lnTo>
                <a:lnTo>
                  <a:pt x="1431475" y="4971214"/>
                </a:lnTo>
                <a:lnTo>
                  <a:pt x="1466661" y="4990918"/>
                </a:lnTo>
                <a:lnTo>
                  <a:pt x="1497625" y="5016252"/>
                </a:lnTo>
                <a:lnTo>
                  <a:pt x="1529996" y="5044401"/>
                </a:lnTo>
                <a:lnTo>
                  <a:pt x="1558145" y="5076772"/>
                </a:lnTo>
                <a:lnTo>
                  <a:pt x="1584887" y="5110551"/>
                </a:lnTo>
                <a:lnTo>
                  <a:pt x="1611628" y="5145737"/>
                </a:lnTo>
                <a:lnTo>
                  <a:pt x="1638370" y="5180923"/>
                </a:lnTo>
                <a:lnTo>
                  <a:pt x="1665111" y="5214702"/>
                </a:lnTo>
                <a:lnTo>
                  <a:pt x="1694668" y="5247073"/>
                </a:lnTo>
                <a:lnTo>
                  <a:pt x="1724224" y="5275222"/>
                </a:lnTo>
                <a:lnTo>
                  <a:pt x="1758003" y="5299149"/>
                </a:lnTo>
                <a:lnTo>
                  <a:pt x="1793189" y="5317446"/>
                </a:lnTo>
                <a:lnTo>
                  <a:pt x="1835412" y="5330113"/>
                </a:lnTo>
                <a:lnTo>
                  <a:pt x="1879043" y="5335742"/>
                </a:lnTo>
                <a:lnTo>
                  <a:pt x="1924081" y="5337150"/>
                </a:lnTo>
                <a:lnTo>
                  <a:pt x="1971934" y="5332927"/>
                </a:lnTo>
                <a:lnTo>
                  <a:pt x="2019788" y="5327298"/>
                </a:lnTo>
                <a:lnTo>
                  <a:pt x="2067641" y="5320260"/>
                </a:lnTo>
                <a:lnTo>
                  <a:pt x="2115494" y="5314631"/>
                </a:lnTo>
                <a:lnTo>
                  <a:pt x="2163347" y="5311816"/>
                </a:lnTo>
                <a:lnTo>
                  <a:pt x="2209793" y="5311816"/>
                </a:lnTo>
                <a:lnTo>
                  <a:pt x="2253424" y="5317446"/>
                </a:lnTo>
                <a:lnTo>
                  <a:pt x="2297055" y="5328705"/>
                </a:lnTo>
                <a:lnTo>
                  <a:pt x="2339278" y="5345594"/>
                </a:lnTo>
                <a:lnTo>
                  <a:pt x="2381501" y="5368114"/>
                </a:lnTo>
                <a:lnTo>
                  <a:pt x="2423725" y="5390633"/>
                </a:lnTo>
                <a:lnTo>
                  <a:pt x="2465948" y="5415967"/>
                </a:lnTo>
                <a:lnTo>
                  <a:pt x="2506764" y="5439893"/>
                </a:lnTo>
                <a:lnTo>
                  <a:pt x="2550395" y="5461005"/>
                </a:lnTo>
                <a:lnTo>
                  <a:pt x="2592618" y="5477894"/>
                </a:lnTo>
                <a:lnTo>
                  <a:pt x="2636249" y="5489154"/>
                </a:lnTo>
                <a:lnTo>
                  <a:pt x="2681287" y="5493376"/>
                </a:lnTo>
                <a:lnTo>
                  <a:pt x="2726325" y="5489154"/>
                </a:lnTo>
                <a:lnTo>
                  <a:pt x="2769956" y="5477894"/>
                </a:lnTo>
                <a:lnTo>
                  <a:pt x="2812180" y="5461005"/>
                </a:lnTo>
                <a:lnTo>
                  <a:pt x="2855810" y="5439893"/>
                </a:lnTo>
                <a:lnTo>
                  <a:pt x="2896626" y="5415967"/>
                </a:lnTo>
                <a:lnTo>
                  <a:pt x="2938850" y="5390633"/>
                </a:lnTo>
                <a:lnTo>
                  <a:pt x="2981073" y="5368114"/>
                </a:lnTo>
                <a:lnTo>
                  <a:pt x="3023296" y="5345594"/>
                </a:lnTo>
                <a:lnTo>
                  <a:pt x="3064112" y="5328705"/>
                </a:lnTo>
                <a:lnTo>
                  <a:pt x="3109151" y="5317446"/>
                </a:lnTo>
                <a:lnTo>
                  <a:pt x="3152781" y="5311816"/>
                </a:lnTo>
                <a:lnTo>
                  <a:pt x="3199227" y="5311816"/>
                </a:lnTo>
                <a:lnTo>
                  <a:pt x="3247080" y="5314631"/>
                </a:lnTo>
                <a:lnTo>
                  <a:pt x="3294933" y="5320260"/>
                </a:lnTo>
                <a:lnTo>
                  <a:pt x="3342787" y="5327298"/>
                </a:lnTo>
                <a:lnTo>
                  <a:pt x="3390640" y="5332927"/>
                </a:lnTo>
                <a:lnTo>
                  <a:pt x="3438493" y="5337150"/>
                </a:lnTo>
                <a:lnTo>
                  <a:pt x="3483531" y="5335742"/>
                </a:lnTo>
                <a:lnTo>
                  <a:pt x="3527162" y="5330113"/>
                </a:lnTo>
                <a:lnTo>
                  <a:pt x="3569385" y="5317446"/>
                </a:lnTo>
                <a:lnTo>
                  <a:pt x="3604572" y="5299149"/>
                </a:lnTo>
                <a:lnTo>
                  <a:pt x="3638350" y="5275222"/>
                </a:lnTo>
                <a:lnTo>
                  <a:pt x="3667907" y="5247073"/>
                </a:lnTo>
                <a:lnTo>
                  <a:pt x="3697463" y="5214702"/>
                </a:lnTo>
                <a:lnTo>
                  <a:pt x="3724204" y="5180923"/>
                </a:lnTo>
                <a:lnTo>
                  <a:pt x="3750946" y="5145737"/>
                </a:lnTo>
                <a:lnTo>
                  <a:pt x="3777687" y="5110551"/>
                </a:lnTo>
                <a:lnTo>
                  <a:pt x="3804429" y="5076772"/>
                </a:lnTo>
                <a:lnTo>
                  <a:pt x="3832578" y="5044401"/>
                </a:lnTo>
                <a:lnTo>
                  <a:pt x="3864949" y="5016252"/>
                </a:lnTo>
                <a:lnTo>
                  <a:pt x="3895913" y="4990918"/>
                </a:lnTo>
                <a:lnTo>
                  <a:pt x="3931099" y="4971214"/>
                </a:lnTo>
                <a:lnTo>
                  <a:pt x="3969100" y="4954324"/>
                </a:lnTo>
                <a:lnTo>
                  <a:pt x="4009916" y="4940250"/>
                </a:lnTo>
                <a:lnTo>
                  <a:pt x="4052139" y="4927583"/>
                </a:lnTo>
                <a:lnTo>
                  <a:pt x="4094363" y="4916323"/>
                </a:lnTo>
                <a:lnTo>
                  <a:pt x="4137993" y="4905064"/>
                </a:lnTo>
                <a:lnTo>
                  <a:pt x="4178809" y="4892397"/>
                </a:lnTo>
                <a:lnTo>
                  <a:pt x="4219625" y="4878322"/>
                </a:lnTo>
                <a:lnTo>
                  <a:pt x="4257626" y="4861433"/>
                </a:lnTo>
                <a:lnTo>
                  <a:pt x="4291405" y="4840321"/>
                </a:lnTo>
                <a:lnTo>
                  <a:pt x="4322369" y="4814987"/>
                </a:lnTo>
                <a:lnTo>
                  <a:pt x="4347703" y="4784024"/>
                </a:lnTo>
                <a:lnTo>
                  <a:pt x="4368815" y="4750245"/>
                </a:lnTo>
                <a:lnTo>
                  <a:pt x="4385704" y="4712244"/>
                </a:lnTo>
                <a:lnTo>
                  <a:pt x="4399778" y="4671428"/>
                </a:lnTo>
                <a:lnTo>
                  <a:pt x="4412445" y="4630612"/>
                </a:lnTo>
                <a:lnTo>
                  <a:pt x="4423705" y="4586981"/>
                </a:lnTo>
                <a:lnTo>
                  <a:pt x="4434964" y="4544758"/>
                </a:lnTo>
                <a:lnTo>
                  <a:pt x="4447632" y="4502534"/>
                </a:lnTo>
                <a:lnTo>
                  <a:pt x="4461706" y="4461718"/>
                </a:lnTo>
                <a:lnTo>
                  <a:pt x="4478595" y="4423717"/>
                </a:lnTo>
                <a:lnTo>
                  <a:pt x="4498300" y="4388531"/>
                </a:lnTo>
                <a:lnTo>
                  <a:pt x="4523634" y="4357567"/>
                </a:lnTo>
                <a:lnTo>
                  <a:pt x="4551782" y="4325196"/>
                </a:lnTo>
                <a:lnTo>
                  <a:pt x="4584154" y="4297047"/>
                </a:lnTo>
                <a:lnTo>
                  <a:pt x="4617933" y="4270306"/>
                </a:lnTo>
                <a:lnTo>
                  <a:pt x="4654526" y="4243564"/>
                </a:lnTo>
                <a:lnTo>
                  <a:pt x="4689712" y="4216823"/>
                </a:lnTo>
                <a:lnTo>
                  <a:pt x="4723491" y="4190081"/>
                </a:lnTo>
                <a:lnTo>
                  <a:pt x="4755862" y="4160525"/>
                </a:lnTo>
                <a:lnTo>
                  <a:pt x="4784011" y="4130969"/>
                </a:lnTo>
                <a:lnTo>
                  <a:pt x="4807938" y="4097190"/>
                </a:lnTo>
                <a:lnTo>
                  <a:pt x="4826235" y="4062004"/>
                </a:lnTo>
                <a:lnTo>
                  <a:pt x="4838902" y="4019781"/>
                </a:lnTo>
                <a:lnTo>
                  <a:pt x="4844531" y="3976150"/>
                </a:lnTo>
                <a:lnTo>
                  <a:pt x="4845939" y="3931111"/>
                </a:lnTo>
                <a:lnTo>
                  <a:pt x="4841716" y="3883258"/>
                </a:lnTo>
                <a:lnTo>
                  <a:pt x="4836087" y="3835405"/>
                </a:lnTo>
                <a:lnTo>
                  <a:pt x="4829049" y="3787552"/>
                </a:lnTo>
                <a:lnTo>
                  <a:pt x="4823420" y="3739699"/>
                </a:lnTo>
                <a:lnTo>
                  <a:pt x="4820605" y="3691846"/>
                </a:lnTo>
                <a:lnTo>
                  <a:pt x="4820605" y="3645400"/>
                </a:lnTo>
                <a:lnTo>
                  <a:pt x="4826235" y="3601769"/>
                </a:lnTo>
                <a:lnTo>
                  <a:pt x="4837494" y="3558138"/>
                </a:lnTo>
                <a:lnTo>
                  <a:pt x="4854383" y="3517322"/>
                </a:lnTo>
                <a:lnTo>
                  <a:pt x="4876903" y="3475099"/>
                </a:lnTo>
                <a:lnTo>
                  <a:pt x="4899422" y="3432876"/>
                </a:lnTo>
                <a:lnTo>
                  <a:pt x="4924756" y="3390652"/>
                </a:lnTo>
                <a:lnTo>
                  <a:pt x="4948682" y="3349836"/>
                </a:lnTo>
                <a:lnTo>
                  <a:pt x="4969794" y="3306206"/>
                </a:lnTo>
                <a:lnTo>
                  <a:pt x="4986683" y="3263982"/>
                </a:lnTo>
                <a:lnTo>
                  <a:pt x="4997943" y="3220351"/>
                </a:lnTo>
                <a:lnTo>
                  <a:pt x="5002165" y="3175313"/>
                </a:lnTo>
                <a:lnTo>
                  <a:pt x="4997943" y="3130275"/>
                </a:lnTo>
                <a:lnTo>
                  <a:pt x="4986683" y="3086644"/>
                </a:lnTo>
                <a:lnTo>
                  <a:pt x="4969794" y="3044421"/>
                </a:lnTo>
                <a:lnTo>
                  <a:pt x="4948682" y="3000790"/>
                </a:lnTo>
                <a:lnTo>
                  <a:pt x="4924756" y="2959974"/>
                </a:lnTo>
                <a:lnTo>
                  <a:pt x="4899422" y="2917751"/>
                </a:lnTo>
                <a:lnTo>
                  <a:pt x="4876903" y="2875527"/>
                </a:lnTo>
                <a:lnTo>
                  <a:pt x="4854383" y="2833304"/>
                </a:lnTo>
                <a:lnTo>
                  <a:pt x="4837494" y="2792488"/>
                </a:lnTo>
                <a:lnTo>
                  <a:pt x="4826235" y="2748857"/>
                </a:lnTo>
                <a:lnTo>
                  <a:pt x="4820605" y="2705226"/>
                </a:lnTo>
                <a:lnTo>
                  <a:pt x="4820605" y="2658781"/>
                </a:lnTo>
                <a:lnTo>
                  <a:pt x="4823420" y="2610927"/>
                </a:lnTo>
                <a:lnTo>
                  <a:pt x="4829049" y="2563074"/>
                </a:lnTo>
                <a:lnTo>
                  <a:pt x="4836087" y="2515221"/>
                </a:lnTo>
                <a:lnTo>
                  <a:pt x="4841716" y="2467368"/>
                </a:lnTo>
                <a:lnTo>
                  <a:pt x="4845939" y="2419515"/>
                </a:lnTo>
                <a:lnTo>
                  <a:pt x="4844531" y="2374477"/>
                </a:lnTo>
                <a:lnTo>
                  <a:pt x="4838902" y="2330846"/>
                </a:lnTo>
                <a:lnTo>
                  <a:pt x="4826235" y="2288622"/>
                </a:lnTo>
                <a:lnTo>
                  <a:pt x="4807938" y="2253436"/>
                </a:lnTo>
                <a:lnTo>
                  <a:pt x="4784011" y="2219658"/>
                </a:lnTo>
                <a:lnTo>
                  <a:pt x="4755862" y="2190101"/>
                </a:lnTo>
                <a:lnTo>
                  <a:pt x="4723491" y="2160545"/>
                </a:lnTo>
                <a:lnTo>
                  <a:pt x="4689712" y="2133803"/>
                </a:lnTo>
                <a:lnTo>
                  <a:pt x="4654526" y="2107062"/>
                </a:lnTo>
                <a:lnTo>
                  <a:pt x="4617933" y="2080320"/>
                </a:lnTo>
                <a:lnTo>
                  <a:pt x="4584154" y="2053579"/>
                </a:lnTo>
                <a:lnTo>
                  <a:pt x="4551782" y="2025430"/>
                </a:lnTo>
                <a:lnTo>
                  <a:pt x="4523634" y="1993059"/>
                </a:lnTo>
                <a:lnTo>
                  <a:pt x="4498300" y="1962095"/>
                </a:lnTo>
                <a:lnTo>
                  <a:pt x="4478595" y="1926909"/>
                </a:lnTo>
                <a:lnTo>
                  <a:pt x="4461706" y="1888908"/>
                </a:lnTo>
                <a:lnTo>
                  <a:pt x="4447632" y="1848092"/>
                </a:lnTo>
                <a:lnTo>
                  <a:pt x="4434964" y="1805868"/>
                </a:lnTo>
                <a:lnTo>
                  <a:pt x="4423705" y="1763645"/>
                </a:lnTo>
                <a:lnTo>
                  <a:pt x="4412445" y="1720014"/>
                </a:lnTo>
                <a:lnTo>
                  <a:pt x="4399778" y="1679198"/>
                </a:lnTo>
                <a:lnTo>
                  <a:pt x="4385704" y="1638382"/>
                </a:lnTo>
                <a:lnTo>
                  <a:pt x="4368815" y="1600381"/>
                </a:lnTo>
                <a:lnTo>
                  <a:pt x="4347703" y="1566603"/>
                </a:lnTo>
                <a:lnTo>
                  <a:pt x="4322369" y="1535639"/>
                </a:lnTo>
                <a:lnTo>
                  <a:pt x="4291405" y="1510305"/>
                </a:lnTo>
                <a:lnTo>
                  <a:pt x="4257626" y="1489193"/>
                </a:lnTo>
                <a:lnTo>
                  <a:pt x="4219625" y="1472304"/>
                </a:lnTo>
                <a:lnTo>
                  <a:pt x="4178809" y="1458229"/>
                </a:lnTo>
                <a:lnTo>
                  <a:pt x="4137993" y="1445562"/>
                </a:lnTo>
                <a:lnTo>
                  <a:pt x="4094363" y="1434303"/>
                </a:lnTo>
                <a:lnTo>
                  <a:pt x="4052139" y="1423043"/>
                </a:lnTo>
                <a:lnTo>
                  <a:pt x="4009916" y="1410376"/>
                </a:lnTo>
                <a:lnTo>
                  <a:pt x="3969100" y="1396302"/>
                </a:lnTo>
                <a:lnTo>
                  <a:pt x="3931099" y="1379412"/>
                </a:lnTo>
                <a:lnTo>
                  <a:pt x="3895913" y="1359708"/>
                </a:lnTo>
                <a:lnTo>
                  <a:pt x="3864949" y="1334374"/>
                </a:lnTo>
                <a:lnTo>
                  <a:pt x="3832578" y="1306225"/>
                </a:lnTo>
                <a:lnTo>
                  <a:pt x="3804429" y="1273854"/>
                </a:lnTo>
                <a:lnTo>
                  <a:pt x="3777687" y="1240075"/>
                </a:lnTo>
                <a:lnTo>
                  <a:pt x="3750946" y="1204889"/>
                </a:lnTo>
                <a:lnTo>
                  <a:pt x="3724204" y="1169703"/>
                </a:lnTo>
                <a:lnTo>
                  <a:pt x="3697463" y="1135924"/>
                </a:lnTo>
                <a:lnTo>
                  <a:pt x="3667907" y="1103553"/>
                </a:lnTo>
                <a:lnTo>
                  <a:pt x="3638350" y="1075404"/>
                </a:lnTo>
                <a:lnTo>
                  <a:pt x="3604572" y="1051478"/>
                </a:lnTo>
                <a:lnTo>
                  <a:pt x="3569385" y="1033181"/>
                </a:lnTo>
                <a:lnTo>
                  <a:pt x="3527162" y="1020514"/>
                </a:lnTo>
                <a:lnTo>
                  <a:pt x="3483531" y="1014884"/>
                </a:lnTo>
                <a:lnTo>
                  <a:pt x="3438493" y="1013477"/>
                </a:lnTo>
                <a:lnTo>
                  <a:pt x="3390640" y="1017699"/>
                </a:lnTo>
                <a:lnTo>
                  <a:pt x="3342787" y="1023329"/>
                </a:lnTo>
                <a:lnTo>
                  <a:pt x="3294933" y="1030366"/>
                </a:lnTo>
                <a:lnTo>
                  <a:pt x="3247080" y="1035996"/>
                </a:lnTo>
                <a:lnTo>
                  <a:pt x="3199227" y="1038811"/>
                </a:lnTo>
                <a:lnTo>
                  <a:pt x="3152781" y="1038811"/>
                </a:lnTo>
                <a:lnTo>
                  <a:pt x="3109151" y="1033181"/>
                </a:lnTo>
                <a:lnTo>
                  <a:pt x="3064112" y="1021921"/>
                </a:lnTo>
                <a:lnTo>
                  <a:pt x="3023296" y="1005032"/>
                </a:lnTo>
                <a:lnTo>
                  <a:pt x="2981073" y="982513"/>
                </a:lnTo>
                <a:lnTo>
                  <a:pt x="2938850" y="959994"/>
                </a:lnTo>
                <a:lnTo>
                  <a:pt x="2896626" y="934660"/>
                </a:lnTo>
                <a:lnTo>
                  <a:pt x="2855810" y="910733"/>
                </a:lnTo>
                <a:lnTo>
                  <a:pt x="2812180" y="889621"/>
                </a:lnTo>
                <a:lnTo>
                  <a:pt x="2769956" y="872732"/>
                </a:lnTo>
                <a:lnTo>
                  <a:pt x="2726325" y="861472"/>
                </a:lnTo>
                <a:lnTo>
                  <a:pt x="2681287" y="857250"/>
                </a:lnTo>
                <a:close/>
              </a:path>
            </a:pathLst>
          </a:custGeom>
          <a:solidFill>
            <a:schemeClr val="tx2"/>
          </a:solidFill>
          <a:ln w="101600">
            <a:noFill/>
            <a:prstDash val="solid"/>
            <a:round/>
            <a:headEnd/>
            <a:tailEnd/>
          </a:ln>
        </p:spPr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B0E1F691-4DE9-4310-A05E-A94F4630F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362574" y="0"/>
            <a:ext cx="76202" cy="6858000"/>
          </a:xfrm>
          <a:prstGeom prst="rect">
            <a:avLst/>
          </a:pr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96717"/>
      </p:ext>
    </p:extLst>
  </p:cSld>
  <p:clrMapOvr>
    <a:masterClrMapping/>
  </p:clrMapOvr>
</p:sld>
</file>

<file path=ppt/theme/theme1.xml><?xml version="1.0" encoding="utf-8"?>
<a:theme xmlns:a="http://schemas.openxmlformats.org/drawingml/2006/main" name="Odznáček">
  <a:themeElements>
    <a:clrScheme name="Badge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53AE6E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TM10001106[[fn=Odznáček]]</Template>
  <TotalTime>188</TotalTime>
  <Words>957</Words>
  <Application>Microsoft Office PowerPoint</Application>
  <PresentationFormat>Širokoúhlá obrazovka</PresentationFormat>
  <Paragraphs>105</Paragraphs>
  <Slides>24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6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31" baseType="lpstr">
      <vt:lpstr>arial</vt:lpstr>
      <vt:lpstr>arial</vt:lpstr>
      <vt:lpstr>Calibri</vt:lpstr>
      <vt:lpstr>Gill Sans MT</vt:lpstr>
      <vt:lpstr>Impact</vt:lpstr>
      <vt:lpstr>Times New Roman</vt:lpstr>
      <vt:lpstr>Odznáček</vt:lpstr>
      <vt:lpstr>Chov králíků III.</vt:lpstr>
      <vt:lpstr>Poznávačka – plemena králíků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Opakování z minulé hodiny</vt:lpstr>
      <vt:lpstr>Označování králíků</vt:lpstr>
      <vt:lpstr>Prezentace aplikace PowerPoint</vt:lpstr>
      <vt:lpstr>Plemenitba králíků</vt:lpstr>
      <vt:lpstr>Způsoby plemenitby králíků</vt:lpstr>
      <vt:lpstr>Inseminace králíků</vt:lpstr>
      <vt:lpstr>Inseminace králíků</vt:lpstr>
      <vt:lpstr>Zabřeznutí a březost</vt:lpstr>
      <vt:lpstr>Porod</vt:lpstr>
      <vt:lpstr>Odchov mláďat</vt:lpstr>
      <vt:lpstr>opakování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Chov králíků III.</dc:title>
  <dc:creator>Bulušková Kamila</dc:creator>
  <cp:lastModifiedBy>Bulušková Kamila</cp:lastModifiedBy>
  <cp:revision>1</cp:revision>
  <dcterms:created xsi:type="dcterms:W3CDTF">2023-03-17T11:07:35Z</dcterms:created>
  <dcterms:modified xsi:type="dcterms:W3CDTF">2023-03-22T11:19:44Z</dcterms:modified>
</cp:coreProperties>
</file>