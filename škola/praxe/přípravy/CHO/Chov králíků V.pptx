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68" r:id="rId15"/>
    <p:sldId id="267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89ABE6-3052-46E4-9018-CF66CF443F65}" v="90" dt="2023-03-26T19:00:49.5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lušková Kamila" userId="b14598a1-bbdf-4794-a95a-12c2c16168d9" providerId="ADAL" clId="{6789ABE6-3052-46E4-9018-CF66CF443F65}"/>
    <pc:docChg chg="undo custSel addSld modSld">
      <pc:chgData name="Bulušková Kamila" userId="b14598a1-bbdf-4794-a95a-12c2c16168d9" providerId="ADAL" clId="{6789ABE6-3052-46E4-9018-CF66CF443F65}" dt="2023-03-26T19:03:31.420" v="1113" actId="20577"/>
      <pc:docMkLst>
        <pc:docMk/>
      </pc:docMkLst>
      <pc:sldChg chg="modSp mod">
        <pc:chgData name="Bulušková Kamila" userId="b14598a1-bbdf-4794-a95a-12c2c16168d9" providerId="ADAL" clId="{6789ABE6-3052-46E4-9018-CF66CF443F65}" dt="2023-03-26T14:22:09.235" v="6" actId="6549"/>
        <pc:sldMkLst>
          <pc:docMk/>
          <pc:sldMk cId="2132051530" sldId="257"/>
        </pc:sldMkLst>
        <pc:spChg chg="mod">
          <ac:chgData name="Bulušková Kamila" userId="b14598a1-bbdf-4794-a95a-12c2c16168d9" providerId="ADAL" clId="{6789ABE6-3052-46E4-9018-CF66CF443F65}" dt="2023-03-26T14:22:09.235" v="6" actId="6549"/>
          <ac:spMkLst>
            <pc:docMk/>
            <pc:sldMk cId="2132051530" sldId="257"/>
            <ac:spMk id="2" creationId="{8F4199B7-1119-D29A-A6AB-6020E4617089}"/>
          </ac:spMkLst>
        </pc:spChg>
      </pc:sldChg>
      <pc:sldChg chg="modNotesTx">
        <pc:chgData name="Bulušková Kamila" userId="b14598a1-bbdf-4794-a95a-12c2c16168d9" providerId="ADAL" clId="{6789ABE6-3052-46E4-9018-CF66CF443F65}" dt="2023-03-26T14:30:43.617" v="247" actId="20577"/>
        <pc:sldMkLst>
          <pc:docMk/>
          <pc:sldMk cId="2999967743" sldId="258"/>
        </pc:sldMkLst>
      </pc:sldChg>
      <pc:sldChg chg="modSp modAnim">
        <pc:chgData name="Bulušková Kamila" userId="b14598a1-bbdf-4794-a95a-12c2c16168d9" providerId="ADAL" clId="{6789ABE6-3052-46E4-9018-CF66CF443F65}" dt="2023-03-26T14:35:25.066" v="323" actId="20577"/>
        <pc:sldMkLst>
          <pc:docMk/>
          <pc:sldMk cId="810572739" sldId="259"/>
        </pc:sldMkLst>
        <pc:spChg chg="mod">
          <ac:chgData name="Bulušková Kamila" userId="b14598a1-bbdf-4794-a95a-12c2c16168d9" providerId="ADAL" clId="{6789ABE6-3052-46E4-9018-CF66CF443F65}" dt="2023-03-26T14:35:25.066" v="323" actId="20577"/>
          <ac:spMkLst>
            <pc:docMk/>
            <pc:sldMk cId="810572739" sldId="259"/>
            <ac:spMk id="4" creationId="{9F9F8877-0BF8-60B1-77CD-5561D6C60727}"/>
          </ac:spMkLst>
        </pc:spChg>
      </pc:sldChg>
      <pc:sldChg chg="modSp mod modNotesTx">
        <pc:chgData name="Bulušková Kamila" userId="b14598a1-bbdf-4794-a95a-12c2c16168d9" providerId="ADAL" clId="{6789ABE6-3052-46E4-9018-CF66CF443F65}" dt="2023-03-26T14:36:56.299" v="495" actId="20577"/>
        <pc:sldMkLst>
          <pc:docMk/>
          <pc:sldMk cId="1932436121" sldId="260"/>
        </pc:sldMkLst>
        <pc:spChg chg="mod">
          <ac:chgData name="Bulušková Kamila" userId="b14598a1-bbdf-4794-a95a-12c2c16168d9" providerId="ADAL" clId="{6789ABE6-3052-46E4-9018-CF66CF443F65}" dt="2023-03-26T14:36:03.587" v="332" actId="20577"/>
          <ac:spMkLst>
            <pc:docMk/>
            <pc:sldMk cId="1932436121" sldId="260"/>
            <ac:spMk id="2" creationId="{2591002A-EACD-F1F8-FA40-B28A2029202A}"/>
          </ac:spMkLst>
        </pc:spChg>
      </pc:sldChg>
      <pc:sldChg chg="addSp delSp modSp mod setBg modAnim modNotesTx">
        <pc:chgData name="Bulušková Kamila" userId="b14598a1-bbdf-4794-a95a-12c2c16168d9" providerId="ADAL" clId="{6789ABE6-3052-46E4-9018-CF66CF443F65}" dt="2023-03-26T19:00:49.540" v="1108" actId="20577"/>
        <pc:sldMkLst>
          <pc:docMk/>
          <pc:sldMk cId="795446164" sldId="261"/>
        </pc:sldMkLst>
        <pc:spChg chg="mod">
          <ac:chgData name="Bulušková Kamila" userId="b14598a1-bbdf-4794-a95a-12c2c16168d9" providerId="ADAL" clId="{6789ABE6-3052-46E4-9018-CF66CF443F65}" dt="2023-03-26T18:58:48.011" v="1103" actId="26606"/>
          <ac:spMkLst>
            <pc:docMk/>
            <pc:sldMk cId="795446164" sldId="261"/>
            <ac:spMk id="2" creationId="{214CA575-4CB6-ACE8-E462-F46FC6BD875C}"/>
          </ac:spMkLst>
        </pc:spChg>
        <pc:spChg chg="mod">
          <ac:chgData name="Bulušková Kamila" userId="b14598a1-bbdf-4794-a95a-12c2c16168d9" providerId="ADAL" clId="{6789ABE6-3052-46E4-9018-CF66CF443F65}" dt="2023-03-26T19:00:49.540" v="1108" actId="20577"/>
          <ac:spMkLst>
            <pc:docMk/>
            <pc:sldMk cId="795446164" sldId="261"/>
            <ac:spMk id="3" creationId="{FD0599F3-C9A4-1726-3E22-B9553ED782CD}"/>
          </ac:spMkLst>
        </pc:spChg>
        <pc:spChg chg="add del">
          <ac:chgData name="Bulušková Kamila" userId="b14598a1-bbdf-4794-a95a-12c2c16168d9" providerId="ADAL" clId="{6789ABE6-3052-46E4-9018-CF66CF443F65}" dt="2023-03-26T18:58:48.011" v="1103" actId="26606"/>
          <ac:spMkLst>
            <pc:docMk/>
            <pc:sldMk cId="795446164" sldId="261"/>
            <ac:spMk id="1031" creationId="{374BD3A9-25D1-4691-BE05-149182EC4C13}"/>
          </ac:spMkLst>
        </pc:spChg>
        <pc:spChg chg="add del">
          <ac:chgData name="Bulušková Kamila" userId="b14598a1-bbdf-4794-a95a-12c2c16168d9" providerId="ADAL" clId="{6789ABE6-3052-46E4-9018-CF66CF443F65}" dt="2023-03-26T18:58:48.011" v="1103" actId="26606"/>
          <ac:spMkLst>
            <pc:docMk/>
            <pc:sldMk cId="795446164" sldId="261"/>
            <ac:spMk id="1033" creationId="{8D49CF1A-01DD-4115-A6BB-CFA8F704534E}"/>
          </ac:spMkLst>
        </pc:spChg>
        <pc:spChg chg="add del">
          <ac:chgData name="Bulušková Kamila" userId="b14598a1-bbdf-4794-a95a-12c2c16168d9" providerId="ADAL" clId="{6789ABE6-3052-46E4-9018-CF66CF443F65}" dt="2023-03-26T18:58:48.011" v="1103" actId="26606"/>
          <ac:spMkLst>
            <pc:docMk/>
            <pc:sldMk cId="795446164" sldId="261"/>
            <ac:spMk id="1035" creationId="{5FDAFA16-9D2D-4BEC-89D0-B4EABEE911B1}"/>
          </ac:spMkLst>
        </pc:spChg>
        <pc:picChg chg="add mod">
          <ac:chgData name="Bulušková Kamila" userId="b14598a1-bbdf-4794-a95a-12c2c16168d9" providerId="ADAL" clId="{6789ABE6-3052-46E4-9018-CF66CF443F65}" dt="2023-03-26T18:58:48.011" v="1103" actId="26606"/>
          <ac:picMkLst>
            <pc:docMk/>
            <pc:sldMk cId="795446164" sldId="261"/>
            <ac:picMk id="1026" creationId="{937805BC-55CB-D695-564A-11ABA0B7688F}"/>
          </ac:picMkLst>
        </pc:picChg>
      </pc:sldChg>
      <pc:sldChg chg="modSp mod">
        <pc:chgData name="Bulušková Kamila" userId="b14598a1-bbdf-4794-a95a-12c2c16168d9" providerId="ADAL" clId="{6789ABE6-3052-46E4-9018-CF66CF443F65}" dt="2023-03-26T15:05:59.314" v="1032" actId="1076"/>
        <pc:sldMkLst>
          <pc:docMk/>
          <pc:sldMk cId="2549545270" sldId="263"/>
        </pc:sldMkLst>
        <pc:spChg chg="mod">
          <ac:chgData name="Bulušková Kamila" userId="b14598a1-bbdf-4794-a95a-12c2c16168d9" providerId="ADAL" clId="{6789ABE6-3052-46E4-9018-CF66CF443F65}" dt="2023-03-26T14:38:10.352" v="517" actId="1076"/>
          <ac:spMkLst>
            <pc:docMk/>
            <pc:sldMk cId="2549545270" sldId="263"/>
            <ac:spMk id="3" creationId="{84D803F6-71B6-FE51-9FEE-8B43D5F54087}"/>
          </ac:spMkLst>
        </pc:spChg>
        <pc:picChg chg="mod">
          <ac:chgData name="Bulušková Kamila" userId="b14598a1-bbdf-4794-a95a-12c2c16168d9" providerId="ADAL" clId="{6789ABE6-3052-46E4-9018-CF66CF443F65}" dt="2023-03-26T15:05:59.314" v="1032" actId="1076"/>
          <ac:picMkLst>
            <pc:docMk/>
            <pc:sldMk cId="2549545270" sldId="263"/>
            <ac:picMk id="5122" creationId="{CA73B19F-B7AE-388C-BCEC-C1DF5C215D23}"/>
          </ac:picMkLst>
        </pc:picChg>
      </pc:sldChg>
      <pc:sldChg chg="modNotesTx">
        <pc:chgData name="Bulušková Kamila" userId="b14598a1-bbdf-4794-a95a-12c2c16168d9" providerId="ADAL" clId="{6789ABE6-3052-46E4-9018-CF66CF443F65}" dt="2023-03-26T14:39:23.115" v="527" actId="113"/>
        <pc:sldMkLst>
          <pc:docMk/>
          <pc:sldMk cId="1904437702" sldId="264"/>
        </pc:sldMkLst>
      </pc:sldChg>
      <pc:sldChg chg="modSp mod">
        <pc:chgData name="Bulušková Kamila" userId="b14598a1-bbdf-4794-a95a-12c2c16168d9" providerId="ADAL" clId="{6789ABE6-3052-46E4-9018-CF66CF443F65}" dt="2023-03-26T14:40:45.857" v="629" actId="20577"/>
        <pc:sldMkLst>
          <pc:docMk/>
          <pc:sldMk cId="2052433119" sldId="267"/>
        </pc:sldMkLst>
        <pc:spChg chg="mod">
          <ac:chgData name="Bulušková Kamila" userId="b14598a1-bbdf-4794-a95a-12c2c16168d9" providerId="ADAL" clId="{6789ABE6-3052-46E4-9018-CF66CF443F65}" dt="2023-03-26T14:40:45.857" v="629" actId="20577"/>
          <ac:spMkLst>
            <pc:docMk/>
            <pc:sldMk cId="2052433119" sldId="267"/>
            <ac:spMk id="3" creationId="{9AEA50DA-6821-79FE-A3F1-EA26A0E2E71D}"/>
          </ac:spMkLst>
        </pc:spChg>
      </pc:sldChg>
      <pc:sldChg chg="addSp delSp modSp new mod setBg">
        <pc:chgData name="Bulušková Kamila" userId="b14598a1-bbdf-4794-a95a-12c2c16168d9" providerId="ADAL" clId="{6789ABE6-3052-46E4-9018-CF66CF443F65}" dt="2023-03-26T08:53:44.433" v="4" actId="26606"/>
        <pc:sldMkLst>
          <pc:docMk/>
          <pc:sldMk cId="2997573575" sldId="269"/>
        </pc:sldMkLst>
        <pc:spChg chg="del">
          <ac:chgData name="Bulušková Kamila" userId="b14598a1-bbdf-4794-a95a-12c2c16168d9" providerId="ADAL" clId="{6789ABE6-3052-46E4-9018-CF66CF443F65}" dt="2023-03-26T08:52:36.386" v="2" actId="478"/>
          <ac:spMkLst>
            <pc:docMk/>
            <pc:sldMk cId="2997573575" sldId="269"/>
            <ac:spMk id="2" creationId="{9AEEDF13-F870-4F60-4735-63B574CA67C1}"/>
          </ac:spMkLst>
        </pc:spChg>
        <pc:spChg chg="del">
          <ac:chgData name="Bulušková Kamila" userId="b14598a1-bbdf-4794-a95a-12c2c16168d9" providerId="ADAL" clId="{6789ABE6-3052-46E4-9018-CF66CF443F65}" dt="2023-03-26T08:52:33.475" v="1" actId="478"/>
          <ac:spMkLst>
            <pc:docMk/>
            <pc:sldMk cId="2997573575" sldId="269"/>
            <ac:spMk id="3" creationId="{8731495B-063A-087C-0CDF-C13168F33D8A}"/>
          </ac:spMkLst>
        </pc:spChg>
        <pc:spChg chg="add">
          <ac:chgData name="Bulušková Kamila" userId="b14598a1-bbdf-4794-a95a-12c2c16168d9" providerId="ADAL" clId="{6789ABE6-3052-46E4-9018-CF66CF443F65}" dt="2023-03-26T08:53:44.433" v="4" actId="26606"/>
          <ac:spMkLst>
            <pc:docMk/>
            <pc:sldMk cId="2997573575" sldId="269"/>
            <ac:spMk id="7175" creationId="{84574769-622A-4DC6-9C80-C21D1899F34C}"/>
          </ac:spMkLst>
        </pc:spChg>
        <pc:spChg chg="add">
          <ac:chgData name="Bulušková Kamila" userId="b14598a1-bbdf-4794-a95a-12c2c16168d9" providerId="ADAL" clId="{6789ABE6-3052-46E4-9018-CF66CF443F65}" dt="2023-03-26T08:53:44.433" v="4" actId="26606"/>
          <ac:spMkLst>
            <pc:docMk/>
            <pc:sldMk cId="2997573575" sldId="269"/>
            <ac:spMk id="7177" creationId="{AE0022E2-857A-4FF7-B6FA-C9DC7E280D45}"/>
          </ac:spMkLst>
        </pc:spChg>
        <pc:spChg chg="add">
          <ac:chgData name="Bulušková Kamila" userId="b14598a1-bbdf-4794-a95a-12c2c16168d9" providerId="ADAL" clId="{6789ABE6-3052-46E4-9018-CF66CF443F65}" dt="2023-03-26T08:53:44.433" v="4" actId="26606"/>
          <ac:spMkLst>
            <pc:docMk/>
            <pc:sldMk cId="2997573575" sldId="269"/>
            <ac:spMk id="7179" creationId="{246B8BB3-7600-4116-9420-6BC8E0C8C738}"/>
          </ac:spMkLst>
        </pc:spChg>
        <pc:spChg chg="add">
          <ac:chgData name="Bulušková Kamila" userId="b14598a1-bbdf-4794-a95a-12c2c16168d9" providerId="ADAL" clId="{6789ABE6-3052-46E4-9018-CF66CF443F65}" dt="2023-03-26T08:53:44.433" v="4" actId="26606"/>
          <ac:spMkLst>
            <pc:docMk/>
            <pc:sldMk cId="2997573575" sldId="269"/>
            <ac:spMk id="7181" creationId="{1F024463-4859-40A3-9403-C48A009005DB}"/>
          </ac:spMkLst>
        </pc:spChg>
        <pc:spChg chg="add">
          <ac:chgData name="Bulušková Kamila" userId="b14598a1-bbdf-4794-a95a-12c2c16168d9" providerId="ADAL" clId="{6789ABE6-3052-46E4-9018-CF66CF443F65}" dt="2023-03-26T08:53:44.433" v="4" actId="26606"/>
          <ac:spMkLst>
            <pc:docMk/>
            <pc:sldMk cId="2997573575" sldId="269"/>
            <ac:spMk id="7183" creationId="{AE352827-8767-4EB8-88AC-7F03BF78660C}"/>
          </ac:spMkLst>
        </pc:spChg>
        <pc:picChg chg="add mod">
          <ac:chgData name="Bulušková Kamila" userId="b14598a1-bbdf-4794-a95a-12c2c16168d9" providerId="ADAL" clId="{6789ABE6-3052-46E4-9018-CF66CF443F65}" dt="2023-03-26T08:53:44.433" v="4" actId="26606"/>
          <ac:picMkLst>
            <pc:docMk/>
            <pc:sldMk cId="2997573575" sldId="269"/>
            <ac:picMk id="7170" creationId="{7A3C023D-33ED-AA75-BE6D-954A1224B8B5}"/>
          </ac:picMkLst>
        </pc:picChg>
      </pc:sldChg>
      <pc:sldChg chg="addSp modSp new mod setBg">
        <pc:chgData name="Bulušková Kamila" userId="b14598a1-bbdf-4794-a95a-12c2c16168d9" providerId="ADAL" clId="{6789ABE6-3052-46E4-9018-CF66CF443F65}" dt="2023-03-26T19:03:31.420" v="1113" actId="20577"/>
        <pc:sldMkLst>
          <pc:docMk/>
          <pc:sldMk cId="3182722406" sldId="270"/>
        </pc:sldMkLst>
        <pc:spChg chg="mod">
          <ac:chgData name="Bulušková Kamila" userId="b14598a1-bbdf-4794-a95a-12c2c16168d9" providerId="ADAL" clId="{6789ABE6-3052-46E4-9018-CF66CF443F65}" dt="2023-03-26T14:42:44.167" v="689" actId="26606"/>
          <ac:spMkLst>
            <pc:docMk/>
            <pc:sldMk cId="3182722406" sldId="270"/>
            <ac:spMk id="2" creationId="{4C4A9456-1C8F-1BE8-A099-3655F144DE5A}"/>
          </ac:spMkLst>
        </pc:spChg>
        <pc:spChg chg="mod">
          <ac:chgData name="Bulušková Kamila" userId="b14598a1-bbdf-4794-a95a-12c2c16168d9" providerId="ADAL" clId="{6789ABE6-3052-46E4-9018-CF66CF443F65}" dt="2023-03-26T19:03:31.420" v="1113" actId="20577"/>
          <ac:spMkLst>
            <pc:docMk/>
            <pc:sldMk cId="3182722406" sldId="270"/>
            <ac:spMk id="3" creationId="{905C0463-0AF3-A1D2-C58D-E20FDBA7D926}"/>
          </ac:spMkLst>
        </pc:spChg>
        <pc:picChg chg="add mod">
          <ac:chgData name="Bulušková Kamila" userId="b14598a1-bbdf-4794-a95a-12c2c16168d9" providerId="ADAL" clId="{6789ABE6-3052-46E4-9018-CF66CF443F65}" dt="2023-03-26T14:43:04.430" v="690" actId="27614"/>
          <ac:picMkLst>
            <pc:docMk/>
            <pc:sldMk cId="3182722406" sldId="270"/>
            <ac:picMk id="4" creationId="{4F2632F8-A23B-345C-3680-895CB03FB09E}"/>
          </ac:picMkLst>
        </pc:picChg>
      </pc:sldChg>
      <pc:sldChg chg="addSp modSp new mod setBg">
        <pc:chgData name="Bulušková Kamila" userId="b14598a1-bbdf-4794-a95a-12c2c16168d9" providerId="ADAL" clId="{6789ABE6-3052-46E4-9018-CF66CF443F65}" dt="2023-03-26T14:46:33.798" v="1030" actId="26606"/>
        <pc:sldMkLst>
          <pc:docMk/>
          <pc:sldMk cId="969254499" sldId="271"/>
        </pc:sldMkLst>
        <pc:spChg chg="mod">
          <ac:chgData name="Bulušková Kamila" userId="b14598a1-bbdf-4794-a95a-12c2c16168d9" providerId="ADAL" clId="{6789ABE6-3052-46E4-9018-CF66CF443F65}" dt="2023-03-26T14:46:33.798" v="1030" actId="26606"/>
          <ac:spMkLst>
            <pc:docMk/>
            <pc:sldMk cId="969254499" sldId="271"/>
            <ac:spMk id="2" creationId="{496FC217-1638-A2C6-D95B-D0702E47F1DD}"/>
          </ac:spMkLst>
        </pc:spChg>
        <pc:spChg chg="mod">
          <ac:chgData name="Bulušková Kamila" userId="b14598a1-bbdf-4794-a95a-12c2c16168d9" providerId="ADAL" clId="{6789ABE6-3052-46E4-9018-CF66CF443F65}" dt="2023-03-26T14:46:33.798" v="1030" actId="26606"/>
          <ac:spMkLst>
            <pc:docMk/>
            <pc:sldMk cId="969254499" sldId="271"/>
            <ac:spMk id="3" creationId="{933255C9-40AF-0A3A-A5B8-CB26B2DEDDC8}"/>
          </ac:spMkLst>
        </pc:spChg>
        <pc:picChg chg="add mod">
          <ac:chgData name="Bulušková Kamila" userId="b14598a1-bbdf-4794-a95a-12c2c16168d9" providerId="ADAL" clId="{6789ABE6-3052-46E4-9018-CF66CF443F65}" dt="2023-03-26T14:46:33.798" v="1030" actId="26606"/>
          <ac:picMkLst>
            <pc:docMk/>
            <pc:sldMk cId="969254499" sldId="271"/>
            <ac:picMk id="4" creationId="{82710910-AC29-4685-EF3F-567B2C17B0F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963C34-8CD5-486C-B5F2-02867C278E3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D3C8A5A-6E8C-433E-BB71-AEF655CF18B4}">
      <dgm:prSet/>
      <dgm:spPr/>
      <dgm:t>
        <a:bodyPr/>
        <a:lstStyle/>
        <a:p>
          <a:r>
            <a:rPr lang="cs-CZ"/>
            <a:t>Krátký generační interval </a:t>
          </a:r>
          <a:endParaRPr lang="en-US"/>
        </a:p>
      </dgm:t>
    </dgm:pt>
    <dgm:pt modelId="{7D780D6D-127C-4D56-A2F4-C4F2EA649B76}" type="parTrans" cxnId="{8DDE4D3B-FC9C-4950-ABD3-F68321E00351}">
      <dgm:prSet/>
      <dgm:spPr/>
      <dgm:t>
        <a:bodyPr/>
        <a:lstStyle/>
        <a:p>
          <a:endParaRPr lang="en-US"/>
        </a:p>
      </dgm:t>
    </dgm:pt>
    <dgm:pt modelId="{E7BE3EDD-5357-4828-B6ED-9A8797C7FE26}" type="sibTrans" cxnId="{8DDE4D3B-FC9C-4950-ABD3-F68321E00351}">
      <dgm:prSet/>
      <dgm:spPr/>
      <dgm:t>
        <a:bodyPr/>
        <a:lstStyle/>
        <a:p>
          <a:endParaRPr lang="en-US"/>
        </a:p>
      </dgm:t>
    </dgm:pt>
    <dgm:pt modelId="{2E54A2E8-58E1-47FD-B1C5-053E3A78F1F4}">
      <dgm:prSet/>
      <dgm:spPr/>
      <dgm:t>
        <a:bodyPr/>
        <a:lstStyle/>
        <a:p>
          <a:r>
            <a:rPr lang="cs-CZ"/>
            <a:t>Vysoká plodnost</a:t>
          </a:r>
          <a:endParaRPr lang="en-US"/>
        </a:p>
      </dgm:t>
    </dgm:pt>
    <dgm:pt modelId="{FDF25826-7BA6-4182-9B9F-1659D091417E}" type="parTrans" cxnId="{3B61E6AE-46E7-4FC9-B052-87CE349A19EE}">
      <dgm:prSet/>
      <dgm:spPr/>
      <dgm:t>
        <a:bodyPr/>
        <a:lstStyle/>
        <a:p>
          <a:endParaRPr lang="en-US"/>
        </a:p>
      </dgm:t>
    </dgm:pt>
    <dgm:pt modelId="{61D011A6-B417-4925-B855-0BB145B3E484}" type="sibTrans" cxnId="{3B61E6AE-46E7-4FC9-B052-87CE349A19EE}">
      <dgm:prSet/>
      <dgm:spPr/>
      <dgm:t>
        <a:bodyPr/>
        <a:lstStyle/>
        <a:p>
          <a:endParaRPr lang="en-US"/>
        </a:p>
      </dgm:t>
    </dgm:pt>
    <dgm:pt modelId="{5C959970-8A41-43EB-BA01-1BD53FBDEDF6}">
      <dgm:prSet/>
      <dgm:spPr/>
      <dgm:t>
        <a:bodyPr/>
        <a:lstStyle/>
        <a:p>
          <a:r>
            <a:rPr lang="cs-CZ"/>
            <a:t>Malé požadavky na prostor</a:t>
          </a:r>
          <a:endParaRPr lang="en-US"/>
        </a:p>
      </dgm:t>
    </dgm:pt>
    <dgm:pt modelId="{6D158C63-060A-4F9B-B8B4-33459B485D4C}" type="parTrans" cxnId="{D6420E35-DEEE-47CB-8EC7-A6F6D9D03960}">
      <dgm:prSet/>
      <dgm:spPr/>
      <dgm:t>
        <a:bodyPr/>
        <a:lstStyle/>
        <a:p>
          <a:endParaRPr lang="en-US"/>
        </a:p>
      </dgm:t>
    </dgm:pt>
    <dgm:pt modelId="{03118CAB-1713-4CDB-94AF-2EB8597352F1}" type="sibTrans" cxnId="{D6420E35-DEEE-47CB-8EC7-A6F6D9D03960}">
      <dgm:prSet/>
      <dgm:spPr/>
      <dgm:t>
        <a:bodyPr/>
        <a:lstStyle/>
        <a:p>
          <a:endParaRPr lang="en-US"/>
        </a:p>
      </dgm:t>
    </dgm:pt>
    <dgm:pt modelId="{E233F200-3C26-4362-AF3C-368A4B96A936}">
      <dgm:prSet/>
      <dgm:spPr/>
      <dgm:t>
        <a:bodyPr/>
        <a:lstStyle/>
        <a:p>
          <a:r>
            <a:rPr lang="cs-CZ"/>
            <a:t>Vysoká intenzita růstu</a:t>
          </a:r>
          <a:endParaRPr lang="en-US"/>
        </a:p>
      </dgm:t>
    </dgm:pt>
    <dgm:pt modelId="{725056EE-EC28-4B5A-B302-99D0E1D1D2EE}" type="parTrans" cxnId="{F9FD4EC2-C1C6-4676-AF7E-23863EF55D43}">
      <dgm:prSet/>
      <dgm:spPr/>
      <dgm:t>
        <a:bodyPr/>
        <a:lstStyle/>
        <a:p>
          <a:endParaRPr lang="en-US"/>
        </a:p>
      </dgm:t>
    </dgm:pt>
    <dgm:pt modelId="{F1FDCDFC-1C11-417C-BB16-816E755D4925}" type="sibTrans" cxnId="{F9FD4EC2-C1C6-4676-AF7E-23863EF55D43}">
      <dgm:prSet/>
      <dgm:spPr/>
      <dgm:t>
        <a:bodyPr/>
        <a:lstStyle/>
        <a:p>
          <a:endParaRPr lang="en-US"/>
        </a:p>
      </dgm:t>
    </dgm:pt>
    <dgm:pt modelId="{C634833F-AF9F-4E1E-8A34-D4A51AC683FB}">
      <dgm:prSet/>
      <dgm:spPr/>
      <dgm:t>
        <a:bodyPr/>
        <a:lstStyle/>
        <a:p>
          <a:r>
            <a:rPr lang="cs-CZ"/>
            <a:t>Možnost využití KKS</a:t>
          </a:r>
          <a:endParaRPr lang="en-US"/>
        </a:p>
      </dgm:t>
    </dgm:pt>
    <dgm:pt modelId="{2BEC8451-0212-4EF8-B338-85DF77268FDC}" type="parTrans" cxnId="{56B36883-7135-42C4-B794-EF4254847370}">
      <dgm:prSet/>
      <dgm:spPr/>
      <dgm:t>
        <a:bodyPr/>
        <a:lstStyle/>
        <a:p>
          <a:endParaRPr lang="en-US"/>
        </a:p>
      </dgm:t>
    </dgm:pt>
    <dgm:pt modelId="{67BF209A-9891-490C-A333-035300832EE2}" type="sibTrans" cxnId="{56B36883-7135-42C4-B794-EF4254847370}">
      <dgm:prSet/>
      <dgm:spPr/>
      <dgm:t>
        <a:bodyPr/>
        <a:lstStyle/>
        <a:p>
          <a:endParaRPr lang="en-US"/>
        </a:p>
      </dgm:t>
    </dgm:pt>
    <dgm:pt modelId="{55140BE6-4CD0-4EAD-9DB4-D559DDC89914}" type="pres">
      <dgm:prSet presAssocID="{D7963C34-8CD5-486C-B5F2-02867C278E3D}" presName="linear" presStyleCnt="0">
        <dgm:presLayoutVars>
          <dgm:animLvl val="lvl"/>
          <dgm:resizeHandles val="exact"/>
        </dgm:presLayoutVars>
      </dgm:prSet>
      <dgm:spPr/>
    </dgm:pt>
    <dgm:pt modelId="{9349BBED-20D9-46AC-B1BA-A67C5AEAD10A}" type="pres">
      <dgm:prSet presAssocID="{ED3C8A5A-6E8C-433E-BB71-AEF655CF18B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88D30A2-B03A-4F9B-AEFB-4457D10E9708}" type="pres">
      <dgm:prSet presAssocID="{E7BE3EDD-5357-4828-B6ED-9A8797C7FE26}" presName="spacer" presStyleCnt="0"/>
      <dgm:spPr/>
    </dgm:pt>
    <dgm:pt modelId="{97CE2440-1CD6-4B72-99C7-E69DCCC2D227}" type="pres">
      <dgm:prSet presAssocID="{2E54A2E8-58E1-47FD-B1C5-053E3A78F1F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7D9AFB8-C5FE-427F-B3C3-01FD07BC780A}" type="pres">
      <dgm:prSet presAssocID="{61D011A6-B417-4925-B855-0BB145B3E484}" presName="spacer" presStyleCnt="0"/>
      <dgm:spPr/>
    </dgm:pt>
    <dgm:pt modelId="{E9AC54DC-B73A-4AFC-8B0E-126984187CF2}" type="pres">
      <dgm:prSet presAssocID="{5C959970-8A41-43EB-BA01-1BD53FBDEDF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068D967-1232-482B-8873-304C2343C57D}" type="pres">
      <dgm:prSet presAssocID="{03118CAB-1713-4CDB-94AF-2EB8597352F1}" presName="spacer" presStyleCnt="0"/>
      <dgm:spPr/>
    </dgm:pt>
    <dgm:pt modelId="{2207BCC8-8D85-406E-85C6-418D6F19278F}" type="pres">
      <dgm:prSet presAssocID="{E233F200-3C26-4362-AF3C-368A4B96A93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525698C-6964-4318-B368-D92BE6F48BC3}" type="pres">
      <dgm:prSet presAssocID="{F1FDCDFC-1C11-417C-BB16-816E755D4925}" presName="spacer" presStyleCnt="0"/>
      <dgm:spPr/>
    </dgm:pt>
    <dgm:pt modelId="{30F178C8-F96F-4E77-B230-6C5EC62D71FF}" type="pres">
      <dgm:prSet presAssocID="{C634833F-AF9F-4E1E-8A34-D4A51AC683F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1368D31-34CE-427F-B778-7C132654FE23}" type="presOf" srcId="{C634833F-AF9F-4E1E-8A34-D4A51AC683FB}" destId="{30F178C8-F96F-4E77-B230-6C5EC62D71FF}" srcOrd="0" destOrd="0" presId="urn:microsoft.com/office/officeart/2005/8/layout/vList2"/>
    <dgm:cxn modelId="{D6420E35-DEEE-47CB-8EC7-A6F6D9D03960}" srcId="{D7963C34-8CD5-486C-B5F2-02867C278E3D}" destId="{5C959970-8A41-43EB-BA01-1BD53FBDEDF6}" srcOrd="2" destOrd="0" parTransId="{6D158C63-060A-4F9B-B8B4-33459B485D4C}" sibTransId="{03118CAB-1713-4CDB-94AF-2EB8597352F1}"/>
    <dgm:cxn modelId="{8DDE4D3B-FC9C-4950-ABD3-F68321E00351}" srcId="{D7963C34-8CD5-486C-B5F2-02867C278E3D}" destId="{ED3C8A5A-6E8C-433E-BB71-AEF655CF18B4}" srcOrd="0" destOrd="0" parTransId="{7D780D6D-127C-4D56-A2F4-C4F2EA649B76}" sibTransId="{E7BE3EDD-5357-4828-B6ED-9A8797C7FE26}"/>
    <dgm:cxn modelId="{AEC2D345-007D-44E1-A437-0444833C41A8}" type="presOf" srcId="{ED3C8A5A-6E8C-433E-BB71-AEF655CF18B4}" destId="{9349BBED-20D9-46AC-B1BA-A67C5AEAD10A}" srcOrd="0" destOrd="0" presId="urn:microsoft.com/office/officeart/2005/8/layout/vList2"/>
    <dgm:cxn modelId="{F524BC79-B936-4E50-8AF3-8134A8B4CDE3}" type="presOf" srcId="{5C959970-8A41-43EB-BA01-1BD53FBDEDF6}" destId="{E9AC54DC-B73A-4AFC-8B0E-126984187CF2}" srcOrd="0" destOrd="0" presId="urn:microsoft.com/office/officeart/2005/8/layout/vList2"/>
    <dgm:cxn modelId="{56B36883-7135-42C4-B794-EF4254847370}" srcId="{D7963C34-8CD5-486C-B5F2-02867C278E3D}" destId="{C634833F-AF9F-4E1E-8A34-D4A51AC683FB}" srcOrd="4" destOrd="0" parTransId="{2BEC8451-0212-4EF8-B338-85DF77268FDC}" sibTransId="{67BF209A-9891-490C-A333-035300832EE2}"/>
    <dgm:cxn modelId="{5CAE229F-DB58-40EF-B2A3-7979E05217B8}" type="presOf" srcId="{E233F200-3C26-4362-AF3C-368A4B96A936}" destId="{2207BCC8-8D85-406E-85C6-418D6F19278F}" srcOrd="0" destOrd="0" presId="urn:microsoft.com/office/officeart/2005/8/layout/vList2"/>
    <dgm:cxn modelId="{3B61E6AE-46E7-4FC9-B052-87CE349A19EE}" srcId="{D7963C34-8CD5-486C-B5F2-02867C278E3D}" destId="{2E54A2E8-58E1-47FD-B1C5-053E3A78F1F4}" srcOrd="1" destOrd="0" parTransId="{FDF25826-7BA6-4182-9B9F-1659D091417E}" sibTransId="{61D011A6-B417-4925-B855-0BB145B3E484}"/>
    <dgm:cxn modelId="{F9FD4EC2-C1C6-4676-AF7E-23863EF55D43}" srcId="{D7963C34-8CD5-486C-B5F2-02867C278E3D}" destId="{E233F200-3C26-4362-AF3C-368A4B96A936}" srcOrd="3" destOrd="0" parTransId="{725056EE-EC28-4B5A-B302-99D0E1D1D2EE}" sibTransId="{F1FDCDFC-1C11-417C-BB16-816E755D4925}"/>
    <dgm:cxn modelId="{995DA1ED-A9BD-4A11-BAAC-D3C78D69B107}" type="presOf" srcId="{D7963C34-8CD5-486C-B5F2-02867C278E3D}" destId="{55140BE6-4CD0-4EAD-9DB4-D559DDC89914}" srcOrd="0" destOrd="0" presId="urn:microsoft.com/office/officeart/2005/8/layout/vList2"/>
    <dgm:cxn modelId="{D91A54FC-716C-4156-BB5F-82A085763785}" type="presOf" srcId="{2E54A2E8-58E1-47FD-B1C5-053E3A78F1F4}" destId="{97CE2440-1CD6-4B72-99C7-E69DCCC2D227}" srcOrd="0" destOrd="0" presId="urn:microsoft.com/office/officeart/2005/8/layout/vList2"/>
    <dgm:cxn modelId="{84DC0369-7D7B-4CE3-8D76-FA932AFDA6C1}" type="presParOf" srcId="{55140BE6-4CD0-4EAD-9DB4-D559DDC89914}" destId="{9349BBED-20D9-46AC-B1BA-A67C5AEAD10A}" srcOrd="0" destOrd="0" presId="urn:microsoft.com/office/officeart/2005/8/layout/vList2"/>
    <dgm:cxn modelId="{BEA2C325-D513-4EC7-B153-2C1A64BAA2C2}" type="presParOf" srcId="{55140BE6-4CD0-4EAD-9DB4-D559DDC89914}" destId="{B88D30A2-B03A-4F9B-AEFB-4457D10E9708}" srcOrd="1" destOrd="0" presId="urn:microsoft.com/office/officeart/2005/8/layout/vList2"/>
    <dgm:cxn modelId="{16D0ECAE-A72E-47AA-86AC-6FBE8EA663F3}" type="presParOf" srcId="{55140BE6-4CD0-4EAD-9DB4-D559DDC89914}" destId="{97CE2440-1CD6-4B72-99C7-E69DCCC2D227}" srcOrd="2" destOrd="0" presId="urn:microsoft.com/office/officeart/2005/8/layout/vList2"/>
    <dgm:cxn modelId="{E3E24466-EE30-421F-81EA-D4414C1B9504}" type="presParOf" srcId="{55140BE6-4CD0-4EAD-9DB4-D559DDC89914}" destId="{47D9AFB8-C5FE-427F-B3C3-01FD07BC780A}" srcOrd="3" destOrd="0" presId="urn:microsoft.com/office/officeart/2005/8/layout/vList2"/>
    <dgm:cxn modelId="{2C9311DB-CEF6-42A7-936E-F2D0F8A65DBE}" type="presParOf" srcId="{55140BE6-4CD0-4EAD-9DB4-D559DDC89914}" destId="{E9AC54DC-B73A-4AFC-8B0E-126984187CF2}" srcOrd="4" destOrd="0" presId="urn:microsoft.com/office/officeart/2005/8/layout/vList2"/>
    <dgm:cxn modelId="{D6FD5E1A-73B6-466E-81BA-F43FB76EDE1E}" type="presParOf" srcId="{55140BE6-4CD0-4EAD-9DB4-D559DDC89914}" destId="{2068D967-1232-482B-8873-304C2343C57D}" srcOrd="5" destOrd="0" presId="urn:microsoft.com/office/officeart/2005/8/layout/vList2"/>
    <dgm:cxn modelId="{4C67355D-1BFA-4D74-B866-0C9762248C3B}" type="presParOf" srcId="{55140BE6-4CD0-4EAD-9DB4-D559DDC89914}" destId="{2207BCC8-8D85-406E-85C6-418D6F19278F}" srcOrd="6" destOrd="0" presId="urn:microsoft.com/office/officeart/2005/8/layout/vList2"/>
    <dgm:cxn modelId="{5D1292F8-77BB-4000-BEE5-9BD423466642}" type="presParOf" srcId="{55140BE6-4CD0-4EAD-9DB4-D559DDC89914}" destId="{4525698C-6964-4318-B368-D92BE6F48BC3}" srcOrd="7" destOrd="0" presId="urn:microsoft.com/office/officeart/2005/8/layout/vList2"/>
    <dgm:cxn modelId="{4BFFBB8A-4264-4DB0-9A65-2591F436DA4F}" type="presParOf" srcId="{55140BE6-4CD0-4EAD-9DB4-D559DDC89914}" destId="{30F178C8-F96F-4E77-B230-6C5EC62D71F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B04024-D404-4D6B-AFEF-0AF477C8357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C95CBBF-A426-408B-8045-6F20E5D98288}">
      <dgm:prSet/>
      <dgm:spPr/>
      <dgm:t>
        <a:bodyPr/>
        <a:lstStyle/>
        <a:p>
          <a:r>
            <a:rPr lang="cs-CZ"/>
            <a:t>Náročnost na lidskou práci</a:t>
          </a:r>
          <a:endParaRPr lang="en-US"/>
        </a:p>
      </dgm:t>
    </dgm:pt>
    <dgm:pt modelId="{512CEC69-CBC4-4916-B9E1-66FE6FBB1CCC}" type="parTrans" cxnId="{93ABE2D8-4D5A-4CF3-833D-C20780F17310}">
      <dgm:prSet/>
      <dgm:spPr/>
      <dgm:t>
        <a:bodyPr/>
        <a:lstStyle/>
        <a:p>
          <a:endParaRPr lang="en-US"/>
        </a:p>
      </dgm:t>
    </dgm:pt>
    <dgm:pt modelId="{E4638CD8-CEA3-4D7A-96AB-FF527AD1B516}" type="sibTrans" cxnId="{93ABE2D8-4D5A-4CF3-833D-C20780F17310}">
      <dgm:prSet/>
      <dgm:spPr/>
      <dgm:t>
        <a:bodyPr/>
        <a:lstStyle/>
        <a:p>
          <a:endParaRPr lang="en-US"/>
        </a:p>
      </dgm:t>
    </dgm:pt>
    <dgm:pt modelId="{3A46F361-8F14-4FA1-B0AF-964005C81BC2}">
      <dgm:prSet/>
      <dgm:spPr/>
      <dgm:t>
        <a:bodyPr/>
        <a:lstStyle/>
        <a:p>
          <a:r>
            <a:rPr lang="cs-CZ"/>
            <a:t>Individuální péče v oblasti reprodukce</a:t>
          </a:r>
          <a:endParaRPr lang="en-US"/>
        </a:p>
      </dgm:t>
    </dgm:pt>
    <dgm:pt modelId="{D8615DA0-38BF-4309-ABDA-B3741FC17760}" type="parTrans" cxnId="{87D715FD-0DB2-49BE-97FC-EAF22D279054}">
      <dgm:prSet/>
      <dgm:spPr/>
      <dgm:t>
        <a:bodyPr/>
        <a:lstStyle/>
        <a:p>
          <a:endParaRPr lang="en-US"/>
        </a:p>
      </dgm:t>
    </dgm:pt>
    <dgm:pt modelId="{75CFDBCD-6ED5-4732-83D3-11D2DD4F5F72}" type="sibTrans" cxnId="{87D715FD-0DB2-49BE-97FC-EAF22D279054}">
      <dgm:prSet/>
      <dgm:spPr/>
      <dgm:t>
        <a:bodyPr/>
        <a:lstStyle/>
        <a:p>
          <a:endParaRPr lang="en-US"/>
        </a:p>
      </dgm:t>
    </dgm:pt>
    <dgm:pt modelId="{DCF0E105-8256-478D-AD3C-E1EDC36B02AC}">
      <dgm:prSet/>
      <dgm:spPr/>
      <dgm:t>
        <a:bodyPr/>
        <a:lstStyle/>
        <a:p>
          <a:r>
            <a:rPr lang="cs-CZ" dirty="0"/>
            <a:t>Menší možnost využití mechanizace a automatizace</a:t>
          </a:r>
          <a:endParaRPr lang="en-US" dirty="0"/>
        </a:p>
      </dgm:t>
    </dgm:pt>
    <dgm:pt modelId="{68017001-FDCC-427C-88CF-4CA87EB2ED70}" type="parTrans" cxnId="{8A8A1EF7-F9B9-4282-900C-236F65E46465}">
      <dgm:prSet/>
      <dgm:spPr/>
      <dgm:t>
        <a:bodyPr/>
        <a:lstStyle/>
        <a:p>
          <a:endParaRPr lang="en-US"/>
        </a:p>
      </dgm:t>
    </dgm:pt>
    <dgm:pt modelId="{638960D2-AF49-4AD4-A339-042A386B4094}" type="sibTrans" cxnId="{8A8A1EF7-F9B9-4282-900C-236F65E46465}">
      <dgm:prSet/>
      <dgm:spPr/>
      <dgm:t>
        <a:bodyPr/>
        <a:lstStyle/>
        <a:p>
          <a:endParaRPr lang="en-US"/>
        </a:p>
      </dgm:t>
    </dgm:pt>
    <dgm:pt modelId="{587F9A04-79C5-4870-B363-BD9AE9C33165}">
      <dgm:prSet/>
      <dgm:spPr/>
      <dgm:t>
        <a:bodyPr/>
        <a:lstStyle/>
        <a:p>
          <a:r>
            <a:rPr lang="cs-CZ"/>
            <a:t>Vysoké náklady na krmivo </a:t>
          </a:r>
          <a:endParaRPr lang="en-US"/>
        </a:p>
      </dgm:t>
    </dgm:pt>
    <dgm:pt modelId="{1897AC46-8E12-4CD3-BAB1-91516E2374F9}" type="parTrans" cxnId="{0637F346-9214-46D4-B969-617C538B0D5D}">
      <dgm:prSet/>
      <dgm:spPr/>
      <dgm:t>
        <a:bodyPr/>
        <a:lstStyle/>
        <a:p>
          <a:endParaRPr lang="en-US"/>
        </a:p>
      </dgm:t>
    </dgm:pt>
    <dgm:pt modelId="{4B5BCB14-4720-4FE1-BC11-48BF3B235B02}" type="sibTrans" cxnId="{0637F346-9214-46D4-B969-617C538B0D5D}">
      <dgm:prSet/>
      <dgm:spPr/>
      <dgm:t>
        <a:bodyPr/>
        <a:lstStyle/>
        <a:p>
          <a:endParaRPr lang="en-US"/>
        </a:p>
      </dgm:t>
    </dgm:pt>
    <dgm:pt modelId="{6854D20A-838A-4D96-B6B1-F1587A0CE33A}" type="pres">
      <dgm:prSet presAssocID="{E5B04024-D404-4D6B-AFEF-0AF477C83574}" presName="linear" presStyleCnt="0">
        <dgm:presLayoutVars>
          <dgm:animLvl val="lvl"/>
          <dgm:resizeHandles val="exact"/>
        </dgm:presLayoutVars>
      </dgm:prSet>
      <dgm:spPr/>
    </dgm:pt>
    <dgm:pt modelId="{F5BB938C-60B3-4B06-B0E0-037336C17EC9}" type="pres">
      <dgm:prSet presAssocID="{0C95CBBF-A426-408B-8045-6F20E5D9828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C09C598-6CB3-43C9-9B6E-53E119BD7226}" type="pres">
      <dgm:prSet presAssocID="{E4638CD8-CEA3-4D7A-96AB-FF527AD1B516}" presName="spacer" presStyleCnt="0"/>
      <dgm:spPr/>
    </dgm:pt>
    <dgm:pt modelId="{D74F81A6-5E98-46BD-BBD7-9B48F8452E02}" type="pres">
      <dgm:prSet presAssocID="{3A46F361-8F14-4FA1-B0AF-964005C81BC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8D4F0E7-C767-45F6-A5E8-3E3D15AEB7E0}" type="pres">
      <dgm:prSet presAssocID="{75CFDBCD-6ED5-4732-83D3-11D2DD4F5F72}" presName="spacer" presStyleCnt="0"/>
      <dgm:spPr/>
    </dgm:pt>
    <dgm:pt modelId="{D351EBD9-F760-4211-8892-636AA503B8D9}" type="pres">
      <dgm:prSet presAssocID="{DCF0E105-8256-478D-AD3C-E1EDC36B02A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D4C8849-5C8F-492B-8A9C-8A73A7470919}" type="pres">
      <dgm:prSet presAssocID="{638960D2-AF49-4AD4-A339-042A386B4094}" presName="spacer" presStyleCnt="0"/>
      <dgm:spPr/>
    </dgm:pt>
    <dgm:pt modelId="{447FF6E5-B89D-4352-9049-BCCE05990D22}" type="pres">
      <dgm:prSet presAssocID="{587F9A04-79C5-4870-B363-BD9AE9C3316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3FB8162-76EF-4A2E-AED9-6F35A34A73C4}" type="presOf" srcId="{0C95CBBF-A426-408B-8045-6F20E5D98288}" destId="{F5BB938C-60B3-4B06-B0E0-037336C17EC9}" srcOrd="0" destOrd="0" presId="urn:microsoft.com/office/officeart/2005/8/layout/vList2"/>
    <dgm:cxn modelId="{0637F346-9214-46D4-B969-617C538B0D5D}" srcId="{E5B04024-D404-4D6B-AFEF-0AF477C83574}" destId="{587F9A04-79C5-4870-B363-BD9AE9C33165}" srcOrd="3" destOrd="0" parTransId="{1897AC46-8E12-4CD3-BAB1-91516E2374F9}" sibTransId="{4B5BCB14-4720-4FE1-BC11-48BF3B235B02}"/>
    <dgm:cxn modelId="{EDD5174F-E523-4488-919D-11DF9C9B2532}" type="presOf" srcId="{DCF0E105-8256-478D-AD3C-E1EDC36B02AC}" destId="{D351EBD9-F760-4211-8892-636AA503B8D9}" srcOrd="0" destOrd="0" presId="urn:microsoft.com/office/officeart/2005/8/layout/vList2"/>
    <dgm:cxn modelId="{1EB42B9F-63D0-47F2-B19E-B54FE02D2A04}" type="presOf" srcId="{3A46F361-8F14-4FA1-B0AF-964005C81BC2}" destId="{D74F81A6-5E98-46BD-BBD7-9B48F8452E02}" srcOrd="0" destOrd="0" presId="urn:microsoft.com/office/officeart/2005/8/layout/vList2"/>
    <dgm:cxn modelId="{2052A9D3-BB28-44B4-853A-46B83B968A6B}" type="presOf" srcId="{587F9A04-79C5-4870-B363-BD9AE9C33165}" destId="{447FF6E5-B89D-4352-9049-BCCE05990D22}" srcOrd="0" destOrd="0" presId="urn:microsoft.com/office/officeart/2005/8/layout/vList2"/>
    <dgm:cxn modelId="{E56B8CD4-3CCC-464B-B6D4-94563F541F70}" type="presOf" srcId="{E5B04024-D404-4D6B-AFEF-0AF477C83574}" destId="{6854D20A-838A-4D96-B6B1-F1587A0CE33A}" srcOrd="0" destOrd="0" presId="urn:microsoft.com/office/officeart/2005/8/layout/vList2"/>
    <dgm:cxn modelId="{93ABE2D8-4D5A-4CF3-833D-C20780F17310}" srcId="{E5B04024-D404-4D6B-AFEF-0AF477C83574}" destId="{0C95CBBF-A426-408B-8045-6F20E5D98288}" srcOrd="0" destOrd="0" parTransId="{512CEC69-CBC4-4916-B9E1-66FE6FBB1CCC}" sibTransId="{E4638CD8-CEA3-4D7A-96AB-FF527AD1B516}"/>
    <dgm:cxn modelId="{8A8A1EF7-F9B9-4282-900C-236F65E46465}" srcId="{E5B04024-D404-4D6B-AFEF-0AF477C83574}" destId="{DCF0E105-8256-478D-AD3C-E1EDC36B02AC}" srcOrd="2" destOrd="0" parTransId="{68017001-FDCC-427C-88CF-4CA87EB2ED70}" sibTransId="{638960D2-AF49-4AD4-A339-042A386B4094}"/>
    <dgm:cxn modelId="{87D715FD-0DB2-49BE-97FC-EAF22D279054}" srcId="{E5B04024-D404-4D6B-AFEF-0AF477C83574}" destId="{3A46F361-8F14-4FA1-B0AF-964005C81BC2}" srcOrd="1" destOrd="0" parTransId="{D8615DA0-38BF-4309-ABDA-B3741FC17760}" sibTransId="{75CFDBCD-6ED5-4732-83D3-11D2DD4F5F72}"/>
    <dgm:cxn modelId="{AC647C7E-CDC3-4665-80DD-F5E3DFAFB762}" type="presParOf" srcId="{6854D20A-838A-4D96-B6B1-F1587A0CE33A}" destId="{F5BB938C-60B3-4B06-B0E0-037336C17EC9}" srcOrd="0" destOrd="0" presId="urn:microsoft.com/office/officeart/2005/8/layout/vList2"/>
    <dgm:cxn modelId="{E374B0A6-B340-453B-8B60-5400670C5C5D}" type="presParOf" srcId="{6854D20A-838A-4D96-B6B1-F1587A0CE33A}" destId="{0C09C598-6CB3-43C9-9B6E-53E119BD7226}" srcOrd="1" destOrd="0" presId="urn:microsoft.com/office/officeart/2005/8/layout/vList2"/>
    <dgm:cxn modelId="{B57BB244-D164-4013-A4BA-7B7E56FCF63D}" type="presParOf" srcId="{6854D20A-838A-4D96-B6B1-F1587A0CE33A}" destId="{D74F81A6-5E98-46BD-BBD7-9B48F8452E02}" srcOrd="2" destOrd="0" presId="urn:microsoft.com/office/officeart/2005/8/layout/vList2"/>
    <dgm:cxn modelId="{111B3147-A2AF-4733-A2F6-3BD37390940C}" type="presParOf" srcId="{6854D20A-838A-4D96-B6B1-F1587A0CE33A}" destId="{08D4F0E7-C767-45F6-A5E8-3E3D15AEB7E0}" srcOrd="3" destOrd="0" presId="urn:microsoft.com/office/officeart/2005/8/layout/vList2"/>
    <dgm:cxn modelId="{F1B8202B-9374-4622-B4EC-1B82F865B5F0}" type="presParOf" srcId="{6854D20A-838A-4D96-B6B1-F1587A0CE33A}" destId="{D351EBD9-F760-4211-8892-636AA503B8D9}" srcOrd="4" destOrd="0" presId="urn:microsoft.com/office/officeart/2005/8/layout/vList2"/>
    <dgm:cxn modelId="{113C0FE9-6B0E-4FD6-B8EC-32417DAB38C5}" type="presParOf" srcId="{6854D20A-838A-4D96-B6B1-F1587A0CE33A}" destId="{8D4C8849-5C8F-492B-8A9C-8A73A7470919}" srcOrd="5" destOrd="0" presId="urn:microsoft.com/office/officeart/2005/8/layout/vList2"/>
    <dgm:cxn modelId="{3C47F176-BE22-449C-882F-3373A24E45DB}" type="presParOf" srcId="{6854D20A-838A-4D96-B6B1-F1587A0CE33A}" destId="{447FF6E5-B89D-4352-9049-BCCE05990D2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49BA62-A55F-48EC-9EBE-B59F0950BE69}" type="doc">
      <dgm:prSet loTypeId="urn:microsoft.com/office/officeart/2005/8/layout/hierarchy3" loCatId="hierarchy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E2614E44-2188-421E-B49F-854C6AB7B212}">
      <dgm:prSet/>
      <dgm:spPr/>
      <dgm:t>
        <a:bodyPr/>
        <a:lstStyle/>
        <a:p>
          <a:r>
            <a:rPr lang="cs-CZ"/>
            <a:t>Velkochov</a:t>
          </a:r>
          <a:endParaRPr lang="en-US"/>
        </a:p>
      </dgm:t>
    </dgm:pt>
    <dgm:pt modelId="{5C371C0E-2399-4546-955A-208E44E521D8}" type="parTrans" cxnId="{E8715DA2-E5F5-4A70-80C7-95D2BEEF5F33}">
      <dgm:prSet/>
      <dgm:spPr/>
      <dgm:t>
        <a:bodyPr/>
        <a:lstStyle/>
        <a:p>
          <a:endParaRPr lang="en-US"/>
        </a:p>
      </dgm:t>
    </dgm:pt>
    <dgm:pt modelId="{A31B7249-756A-49E9-90A3-A95489A986C4}" type="sibTrans" cxnId="{E8715DA2-E5F5-4A70-80C7-95D2BEEF5F33}">
      <dgm:prSet/>
      <dgm:spPr/>
      <dgm:t>
        <a:bodyPr/>
        <a:lstStyle/>
        <a:p>
          <a:endParaRPr lang="en-US"/>
        </a:p>
      </dgm:t>
    </dgm:pt>
    <dgm:pt modelId="{DA189BFC-70BC-441F-9BAD-6E8B253C9DAF}">
      <dgm:prSet/>
      <dgm:spPr/>
      <dgm:t>
        <a:bodyPr/>
        <a:lstStyle/>
        <a:p>
          <a:r>
            <a:rPr lang="cs-CZ"/>
            <a:t>Malochov</a:t>
          </a:r>
          <a:endParaRPr lang="en-US"/>
        </a:p>
      </dgm:t>
    </dgm:pt>
    <dgm:pt modelId="{DE6DA000-B42C-44E7-9E94-8675D763CAAA}" type="parTrans" cxnId="{0B717A4A-C2F2-432A-9372-EC27CA2446C7}">
      <dgm:prSet/>
      <dgm:spPr/>
      <dgm:t>
        <a:bodyPr/>
        <a:lstStyle/>
        <a:p>
          <a:endParaRPr lang="en-US"/>
        </a:p>
      </dgm:t>
    </dgm:pt>
    <dgm:pt modelId="{D2E69ADD-264F-4C59-AF89-B27E8DCF687E}" type="sibTrans" cxnId="{0B717A4A-C2F2-432A-9372-EC27CA2446C7}">
      <dgm:prSet/>
      <dgm:spPr/>
      <dgm:t>
        <a:bodyPr/>
        <a:lstStyle/>
        <a:p>
          <a:endParaRPr lang="en-US"/>
        </a:p>
      </dgm:t>
    </dgm:pt>
    <dgm:pt modelId="{E675B09B-1AD6-451B-B4B1-293BCC80AE5B}">
      <dgm:prSet/>
      <dgm:spPr/>
      <dgm:t>
        <a:bodyPr/>
        <a:lstStyle/>
        <a:p>
          <a:r>
            <a:rPr lang="cs-CZ"/>
            <a:t>Domácí chov</a:t>
          </a:r>
          <a:endParaRPr lang="en-US"/>
        </a:p>
      </dgm:t>
    </dgm:pt>
    <dgm:pt modelId="{692DABDF-03F4-4D9F-B0C4-AAC6E653C971}" type="parTrans" cxnId="{CB6A1CF6-CF7C-492B-A2B8-8A092BFCA2BA}">
      <dgm:prSet/>
      <dgm:spPr/>
      <dgm:t>
        <a:bodyPr/>
        <a:lstStyle/>
        <a:p>
          <a:endParaRPr lang="en-US"/>
        </a:p>
      </dgm:t>
    </dgm:pt>
    <dgm:pt modelId="{0472663E-5EC8-4B58-BECB-417B97676FD4}" type="sibTrans" cxnId="{CB6A1CF6-CF7C-492B-A2B8-8A092BFCA2BA}">
      <dgm:prSet/>
      <dgm:spPr/>
      <dgm:t>
        <a:bodyPr/>
        <a:lstStyle/>
        <a:p>
          <a:endParaRPr lang="en-US"/>
        </a:p>
      </dgm:t>
    </dgm:pt>
    <dgm:pt modelId="{59CD4B5D-E808-45EC-A6CC-6D1BE9CA422B}" type="pres">
      <dgm:prSet presAssocID="{8949BA62-A55F-48EC-9EBE-B59F0950BE6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BE953D7-DFBD-449E-AD0B-6E4D0F2079CD}" type="pres">
      <dgm:prSet presAssocID="{E2614E44-2188-421E-B49F-854C6AB7B212}" presName="root" presStyleCnt="0"/>
      <dgm:spPr/>
    </dgm:pt>
    <dgm:pt modelId="{6E6376C1-F07E-4A8D-B1A3-FEB14F5A0700}" type="pres">
      <dgm:prSet presAssocID="{E2614E44-2188-421E-B49F-854C6AB7B212}" presName="rootComposite" presStyleCnt="0"/>
      <dgm:spPr/>
    </dgm:pt>
    <dgm:pt modelId="{56ECD8EB-209E-48BA-90FB-4D8E1210F62F}" type="pres">
      <dgm:prSet presAssocID="{E2614E44-2188-421E-B49F-854C6AB7B212}" presName="rootText" presStyleLbl="node1" presStyleIdx="0" presStyleCnt="3"/>
      <dgm:spPr/>
    </dgm:pt>
    <dgm:pt modelId="{ADA98BC8-2651-4144-B1D3-247B67061AA6}" type="pres">
      <dgm:prSet presAssocID="{E2614E44-2188-421E-B49F-854C6AB7B212}" presName="rootConnector" presStyleLbl="node1" presStyleIdx="0" presStyleCnt="3"/>
      <dgm:spPr/>
    </dgm:pt>
    <dgm:pt modelId="{A404BEAE-E4D2-4E2A-9CFA-D78CEB914472}" type="pres">
      <dgm:prSet presAssocID="{E2614E44-2188-421E-B49F-854C6AB7B212}" presName="childShape" presStyleCnt="0"/>
      <dgm:spPr/>
    </dgm:pt>
    <dgm:pt modelId="{86B77472-6C91-4CBC-939D-E17720ABA556}" type="pres">
      <dgm:prSet presAssocID="{DA189BFC-70BC-441F-9BAD-6E8B253C9DAF}" presName="root" presStyleCnt="0"/>
      <dgm:spPr/>
    </dgm:pt>
    <dgm:pt modelId="{AAFED684-0822-4FB1-B632-B58661EEFBF3}" type="pres">
      <dgm:prSet presAssocID="{DA189BFC-70BC-441F-9BAD-6E8B253C9DAF}" presName="rootComposite" presStyleCnt="0"/>
      <dgm:spPr/>
    </dgm:pt>
    <dgm:pt modelId="{4F6A9717-3DC9-4758-966A-4A9D35F37D56}" type="pres">
      <dgm:prSet presAssocID="{DA189BFC-70BC-441F-9BAD-6E8B253C9DAF}" presName="rootText" presStyleLbl="node1" presStyleIdx="1" presStyleCnt="3"/>
      <dgm:spPr/>
    </dgm:pt>
    <dgm:pt modelId="{118188ED-CDBB-40A9-84C7-BD4BF9C6E0CE}" type="pres">
      <dgm:prSet presAssocID="{DA189BFC-70BC-441F-9BAD-6E8B253C9DAF}" presName="rootConnector" presStyleLbl="node1" presStyleIdx="1" presStyleCnt="3"/>
      <dgm:spPr/>
    </dgm:pt>
    <dgm:pt modelId="{1E83D7DA-8402-4A5C-BDF8-000A2F0B35A6}" type="pres">
      <dgm:prSet presAssocID="{DA189BFC-70BC-441F-9BAD-6E8B253C9DAF}" presName="childShape" presStyleCnt="0"/>
      <dgm:spPr/>
    </dgm:pt>
    <dgm:pt modelId="{1AC24EF2-7A3F-4382-9E6E-5857016AA2EA}" type="pres">
      <dgm:prSet presAssocID="{E675B09B-1AD6-451B-B4B1-293BCC80AE5B}" presName="root" presStyleCnt="0"/>
      <dgm:spPr/>
    </dgm:pt>
    <dgm:pt modelId="{1DB5B0EE-A8DE-4BA5-ADF5-3A390D492296}" type="pres">
      <dgm:prSet presAssocID="{E675B09B-1AD6-451B-B4B1-293BCC80AE5B}" presName="rootComposite" presStyleCnt="0"/>
      <dgm:spPr/>
    </dgm:pt>
    <dgm:pt modelId="{1BCA3D58-0CD6-46AE-BA97-F48D492C49AF}" type="pres">
      <dgm:prSet presAssocID="{E675B09B-1AD6-451B-B4B1-293BCC80AE5B}" presName="rootText" presStyleLbl="node1" presStyleIdx="2" presStyleCnt="3"/>
      <dgm:spPr/>
    </dgm:pt>
    <dgm:pt modelId="{91EB14CE-B6BC-4534-8E0A-A077A79598E4}" type="pres">
      <dgm:prSet presAssocID="{E675B09B-1AD6-451B-B4B1-293BCC80AE5B}" presName="rootConnector" presStyleLbl="node1" presStyleIdx="2" presStyleCnt="3"/>
      <dgm:spPr/>
    </dgm:pt>
    <dgm:pt modelId="{66B0B9CC-566A-4AA0-80EA-F8D2E586A00B}" type="pres">
      <dgm:prSet presAssocID="{E675B09B-1AD6-451B-B4B1-293BCC80AE5B}" presName="childShape" presStyleCnt="0"/>
      <dgm:spPr/>
    </dgm:pt>
  </dgm:ptLst>
  <dgm:cxnLst>
    <dgm:cxn modelId="{7A4F3E08-3E41-4BE6-A7CF-5F38C25AC461}" type="presOf" srcId="{E2614E44-2188-421E-B49F-854C6AB7B212}" destId="{ADA98BC8-2651-4144-B1D3-247B67061AA6}" srcOrd="1" destOrd="0" presId="urn:microsoft.com/office/officeart/2005/8/layout/hierarchy3"/>
    <dgm:cxn modelId="{943FFB28-B1F2-48B9-B138-BB970AD91463}" type="presOf" srcId="{E675B09B-1AD6-451B-B4B1-293BCC80AE5B}" destId="{1BCA3D58-0CD6-46AE-BA97-F48D492C49AF}" srcOrd="0" destOrd="0" presId="urn:microsoft.com/office/officeart/2005/8/layout/hierarchy3"/>
    <dgm:cxn modelId="{263A1530-CA26-4F8B-8B25-34E3D5B78ABF}" type="presOf" srcId="{E2614E44-2188-421E-B49F-854C6AB7B212}" destId="{56ECD8EB-209E-48BA-90FB-4D8E1210F62F}" srcOrd="0" destOrd="0" presId="urn:microsoft.com/office/officeart/2005/8/layout/hierarchy3"/>
    <dgm:cxn modelId="{CA216F5B-7FCF-401F-8E30-8D26A07026A8}" type="presOf" srcId="{DA189BFC-70BC-441F-9BAD-6E8B253C9DAF}" destId="{4F6A9717-3DC9-4758-966A-4A9D35F37D56}" srcOrd="0" destOrd="0" presId="urn:microsoft.com/office/officeart/2005/8/layout/hierarchy3"/>
    <dgm:cxn modelId="{0B717A4A-C2F2-432A-9372-EC27CA2446C7}" srcId="{8949BA62-A55F-48EC-9EBE-B59F0950BE69}" destId="{DA189BFC-70BC-441F-9BAD-6E8B253C9DAF}" srcOrd="1" destOrd="0" parTransId="{DE6DA000-B42C-44E7-9E94-8675D763CAAA}" sibTransId="{D2E69ADD-264F-4C59-AF89-B27E8DCF687E}"/>
    <dgm:cxn modelId="{E8715DA2-E5F5-4A70-80C7-95D2BEEF5F33}" srcId="{8949BA62-A55F-48EC-9EBE-B59F0950BE69}" destId="{E2614E44-2188-421E-B49F-854C6AB7B212}" srcOrd="0" destOrd="0" parTransId="{5C371C0E-2399-4546-955A-208E44E521D8}" sibTransId="{A31B7249-756A-49E9-90A3-A95489A986C4}"/>
    <dgm:cxn modelId="{1FBE6AA4-CC75-4DEB-A8F5-7345A211AD87}" type="presOf" srcId="{DA189BFC-70BC-441F-9BAD-6E8B253C9DAF}" destId="{118188ED-CDBB-40A9-84C7-BD4BF9C6E0CE}" srcOrd="1" destOrd="0" presId="urn:microsoft.com/office/officeart/2005/8/layout/hierarchy3"/>
    <dgm:cxn modelId="{562096D9-8251-4BD6-8B4B-C8FF13407E0D}" type="presOf" srcId="{8949BA62-A55F-48EC-9EBE-B59F0950BE69}" destId="{59CD4B5D-E808-45EC-A6CC-6D1BE9CA422B}" srcOrd="0" destOrd="0" presId="urn:microsoft.com/office/officeart/2005/8/layout/hierarchy3"/>
    <dgm:cxn modelId="{4A3BE6F2-DD10-4298-BF3A-18B64CD96A6B}" type="presOf" srcId="{E675B09B-1AD6-451B-B4B1-293BCC80AE5B}" destId="{91EB14CE-B6BC-4534-8E0A-A077A79598E4}" srcOrd="1" destOrd="0" presId="urn:microsoft.com/office/officeart/2005/8/layout/hierarchy3"/>
    <dgm:cxn modelId="{CB6A1CF6-CF7C-492B-A2B8-8A092BFCA2BA}" srcId="{8949BA62-A55F-48EC-9EBE-B59F0950BE69}" destId="{E675B09B-1AD6-451B-B4B1-293BCC80AE5B}" srcOrd="2" destOrd="0" parTransId="{692DABDF-03F4-4D9F-B0C4-AAC6E653C971}" sibTransId="{0472663E-5EC8-4B58-BECB-417B97676FD4}"/>
    <dgm:cxn modelId="{9841C72C-51B6-4F18-AF6F-2DCDDBAAAC5A}" type="presParOf" srcId="{59CD4B5D-E808-45EC-A6CC-6D1BE9CA422B}" destId="{2BE953D7-DFBD-449E-AD0B-6E4D0F2079CD}" srcOrd="0" destOrd="0" presId="urn:microsoft.com/office/officeart/2005/8/layout/hierarchy3"/>
    <dgm:cxn modelId="{E532A082-F651-49EB-8B8F-85B7D86143B7}" type="presParOf" srcId="{2BE953D7-DFBD-449E-AD0B-6E4D0F2079CD}" destId="{6E6376C1-F07E-4A8D-B1A3-FEB14F5A0700}" srcOrd="0" destOrd="0" presId="urn:microsoft.com/office/officeart/2005/8/layout/hierarchy3"/>
    <dgm:cxn modelId="{473431D1-EC00-437F-BEBB-4C02AAE45166}" type="presParOf" srcId="{6E6376C1-F07E-4A8D-B1A3-FEB14F5A0700}" destId="{56ECD8EB-209E-48BA-90FB-4D8E1210F62F}" srcOrd="0" destOrd="0" presId="urn:microsoft.com/office/officeart/2005/8/layout/hierarchy3"/>
    <dgm:cxn modelId="{F5D9F37B-D329-4033-805A-F6B0C8CDE981}" type="presParOf" srcId="{6E6376C1-F07E-4A8D-B1A3-FEB14F5A0700}" destId="{ADA98BC8-2651-4144-B1D3-247B67061AA6}" srcOrd="1" destOrd="0" presId="urn:microsoft.com/office/officeart/2005/8/layout/hierarchy3"/>
    <dgm:cxn modelId="{1C81EE73-624E-44DE-B3AF-D1BD93A29D51}" type="presParOf" srcId="{2BE953D7-DFBD-449E-AD0B-6E4D0F2079CD}" destId="{A404BEAE-E4D2-4E2A-9CFA-D78CEB914472}" srcOrd="1" destOrd="0" presId="urn:microsoft.com/office/officeart/2005/8/layout/hierarchy3"/>
    <dgm:cxn modelId="{180E905E-AD26-40E1-9F8E-5CB31FC6AA8F}" type="presParOf" srcId="{59CD4B5D-E808-45EC-A6CC-6D1BE9CA422B}" destId="{86B77472-6C91-4CBC-939D-E17720ABA556}" srcOrd="1" destOrd="0" presId="urn:microsoft.com/office/officeart/2005/8/layout/hierarchy3"/>
    <dgm:cxn modelId="{6447BF08-4E82-4C1D-9BE1-3348019A1E82}" type="presParOf" srcId="{86B77472-6C91-4CBC-939D-E17720ABA556}" destId="{AAFED684-0822-4FB1-B632-B58661EEFBF3}" srcOrd="0" destOrd="0" presId="urn:microsoft.com/office/officeart/2005/8/layout/hierarchy3"/>
    <dgm:cxn modelId="{FD8C22CD-6830-4D11-B26D-22D14E676441}" type="presParOf" srcId="{AAFED684-0822-4FB1-B632-B58661EEFBF3}" destId="{4F6A9717-3DC9-4758-966A-4A9D35F37D56}" srcOrd="0" destOrd="0" presId="urn:microsoft.com/office/officeart/2005/8/layout/hierarchy3"/>
    <dgm:cxn modelId="{1CA945A6-69E7-4688-B12D-8A315FE46CD5}" type="presParOf" srcId="{AAFED684-0822-4FB1-B632-B58661EEFBF3}" destId="{118188ED-CDBB-40A9-84C7-BD4BF9C6E0CE}" srcOrd="1" destOrd="0" presId="urn:microsoft.com/office/officeart/2005/8/layout/hierarchy3"/>
    <dgm:cxn modelId="{9712BC57-C2EB-4BAE-B093-780CA2F18E1C}" type="presParOf" srcId="{86B77472-6C91-4CBC-939D-E17720ABA556}" destId="{1E83D7DA-8402-4A5C-BDF8-000A2F0B35A6}" srcOrd="1" destOrd="0" presId="urn:microsoft.com/office/officeart/2005/8/layout/hierarchy3"/>
    <dgm:cxn modelId="{197579F0-FA2D-4A58-9592-097F8DF0AD7D}" type="presParOf" srcId="{59CD4B5D-E808-45EC-A6CC-6D1BE9CA422B}" destId="{1AC24EF2-7A3F-4382-9E6E-5857016AA2EA}" srcOrd="2" destOrd="0" presId="urn:microsoft.com/office/officeart/2005/8/layout/hierarchy3"/>
    <dgm:cxn modelId="{FE466BA4-A1AF-439D-A137-3DFFD1A1166E}" type="presParOf" srcId="{1AC24EF2-7A3F-4382-9E6E-5857016AA2EA}" destId="{1DB5B0EE-A8DE-4BA5-ADF5-3A390D492296}" srcOrd="0" destOrd="0" presId="urn:microsoft.com/office/officeart/2005/8/layout/hierarchy3"/>
    <dgm:cxn modelId="{82B54794-2DE3-4EDC-9A62-8C371D6513DA}" type="presParOf" srcId="{1DB5B0EE-A8DE-4BA5-ADF5-3A390D492296}" destId="{1BCA3D58-0CD6-46AE-BA97-F48D492C49AF}" srcOrd="0" destOrd="0" presId="urn:microsoft.com/office/officeart/2005/8/layout/hierarchy3"/>
    <dgm:cxn modelId="{A1A213C5-84F0-4C54-A499-F2833831A9CC}" type="presParOf" srcId="{1DB5B0EE-A8DE-4BA5-ADF5-3A390D492296}" destId="{91EB14CE-B6BC-4534-8E0A-A077A79598E4}" srcOrd="1" destOrd="0" presId="urn:microsoft.com/office/officeart/2005/8/layout/hierarchy3"/>
    <dgm:cxn modelId="{197C6269-C543-45DC-9052-07E11FB9C15B}" type="presParOf" srcId="{1AC24EF2-7A3F-4382-9E6E-5857016AA2EA}" destId="{66B0B9CC-566A-4AA0-80EA-F8D2E586A00B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9BBED-20D9-46AC-B1BA-A67C5AEAD10A}">
      <dsp:nvSpPr>
        <dsp:cNvPr id="0" name=""/>
        <dsp:cNvSpPr/>
      </dsp:nvSpPr>
      <dsp:spPr>
        <a:xfrm>
          <a:off x="0" y="134310"/>
          <a:ext cx="5994400" cy="936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000" kern="1200"/>
            <a:t>Krátký generační interval </a:t>
          </a:r>
          <a:endParaRPr lang="en-US" sz="4000" kern="1200"/>
        </a:p>
      </dsp:txBody>
      <dsp:txXfrm>
        <a:off x="45692" y="180002"/>
        <a:ext cx="5903016" cy="844616"/>
      </dsp:txXfrm>
    </dsp:sp>
    <dsp:sp modelId="{97CE2440-1CD6-4B72-99C7-E69DCCC2D227}">
      <dsp:nvSpPr>
        <dsp:cNvPr id="0" name=""/>
        <dsp:cNvSpPr/>
      </dsp:nvSpPr>
      <dsp:spPr>
        <a:xfrm>
          <a:off x="0" y="1185510"/>
          <a:ext cx="5994400" cy="936000"/>
        </a:xfrm>
        <a:prstGeom prst="roundRect">
          <a:avLst/>
        </a:prstGeom>
        <a:solidFill>
          <a:schemeClr val="accent2">
            <a:hueOff val="1559665"/>
            <a:satOff val="8876"/>
            <a:lumOff val="2745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000" kern="1200"/>
            <a:t>Vysoká plodnost</a:t>
          </a:r>
          <a:endParaRPr lang="en-US" sz="4000" kern="1200"/>
        </a:p>
      </dsp:txBody>
      <dsp:txXfrm>
        <a:off x="45692" y="1231202"/>
        <a:ext cx="5903016" cy="844616"/>
      </dsp:txXfrm>
    </dsp:sp>
    <dsp:sp modelId="{E9AC54DC-B73A-4AFC-8B0E-126984187CF2}">
      <dsp:nvSpPr>
        <dsp:cNvPr id="0" name=""/>
        <dsp:cNvSpPr/>
      </dsp:nvSpPr>
      <dsp:spPr>
        <a:xfrm>
          <a:off x="0" y="2236710"/>
          <a:ext cx="5994400" cy="936000"/>
        </a:xfrm>
        <a:prstGeom prst="roundRect">
          <a:avLst/>
        </a:prstGeom>
        <a:solidFill>
          <a:schemeClr val="accent2">
            <a:hueOff val="3119331"/>
            <a:satOff val="17752"/>
            <a:lumOff val="549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000" kern="1200"/>
            <a:t>Malé požadavky na prostor</a:t>
          </a:r>
          <a:endParaRPr lang="en-US" sz="4000" kern="1200"/>
        </a:p>
      </dsp:txBody>
      <dsp:txXfrm>
        <a:off x="45692" y="2282402"/>
        <a:ext cx="5903016" cy="844616"/>
      </dsp:txXfrm>
    </dsp:sp>
    <dsp:sp modelId="{2207BCC8-8D85-406E-85C6-418D6F19278F}">
      <dsp:nvSpPr>
        <dsp:cNvPr id="0" name=""/>
        <dsp:cNvSpPr/>
      </dsp:nvSpPr>
      <dsp:spPr>
        <a:xfrm>
          <a:off x="0" y="3287910"/>
          <a:ext cx="5994400" cy="936000"/>
        </a:xfrm>
        <a:prstGeom prst="roundRect">
          <a:avLst/>
        </a:prstGeom>
        <a:solidFill>
          <a:schemeClr val="accent2">
            <a:hueOff val="4678996"/>
            <a:satOff val="26628"/>
            <a:lumOff val="8235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000" kern="1200"/>
            <a:t>Vysoká intenzita růstu</a:t>
          </a:r>
          <a:endParaRPr lang="en-US" sz="4000" kern="1200"/>
        </a:p>
      </dsp:txBody>
      <dsp:txXfrm>
        <a:off x="45692" y="3333602"/>
        <a:ext cx="5903016" cy="844616"/>
      </dsp:txXfrm>
    </dsp:sp>
    <dsp:sp modelId="{30F178C8-F96F-4E77-B230-6C5EC62D71FF}">
      <dsp:nvSpPr>
        <dsp:cNvPr id="0" name=""/>
        <dsp:cNvSpPr/>
      </dsp:nvSpPr>
      <dsp:spPr>
        <a:xfrm>
          <a:off x="0" y="4339110"/>
          <a:ext cx="5994400" cy="936000"/>
        </a:xfrm>
        <a:prstGeom prst="roundRect">
          <a:avLst/>
        </a:prstGeom>
        <a:solidFill>
          <a:schemeClr val="accent2">
            <a:hueOff val="6238661"/>
            <a:satOff val="35504"/>
            <a:lumOff val="1098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000" kern="1200"/>
            <a:t>Možnost využití KKS</a:t>
          </a:r>
          <a:endParaRPr lang="en-US" sz="4000" kern="1200"/>
        </a:p>
      </dsp:txBody>
      <dsp:txXfrm>
        <a:off x="45692" y="4384802"/>
        <a:ext cx="5903016" cy="8446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B938C-60B3-4B06-B0E0-037336C17EC9}">
      <dsp:nvSpPr>
        <dsp:cNvPr id="0" name=""/>
        <dsp:cNvSpPr/>
      </dsp:nvSpPr>
      <dsp:spPr>
        <a:xfrm>
          <a:off x="0" y="52500"/>
          <a:ext cx="5994400" cy="12548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kern="1200"/>
            <a:t>Náročnost na lidskou práci</a:t>
          </a:r>
          <a:endParaRPr lang="en-US" sz="3300" kern="1200"/>
        </a:p>
      </dsp:txBody>
      <dsp:txXfrm>
        <a:off x="61256" y="113756"/>
        <a:ext cx="5871888" cy="1132313"/>
      </dsp:txXfrm>
    </dsp:sp>
    <dsp:sp modelId="{D74F81A6-5E98-46BD-BBD7-9B48F8452E02}">
      <dsp:nvSpPr>
        <dsp:cNvPr id="0" name=""/>
        <dsp:cNvSpPr/>
      </dsp:nvSpPr>
      <dsp:spPr>
        <a:xfrm>
          <a:off x="0" y="1402365"/>
          <a:ext cx="5994400" cy="1254825"/>
        </a:xfrm>
        <a:prstGeom prst="roundRect">
          <a:avLst/>
        </a:prstGeom>
        <a:solidFill>
          <a:schemeClr val="accent2">
            <a:hueOff val="2079554"/>
            <a:satOff val="11835"/>
            <a:lumOff val="366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kern="1200"/>
            <a:t>Individuální péče v oblasti reprodukce</a:t>
          </a:r>
          <a:endParaRPr lang="en-US" sz="3300" kern="1200"/>
        </a:p>
      </dsp:txBody>
      <dsp:txXfrm>
        <a:off x="61256" y="1463621"/>
        <a:ext cx="5871888" cy="1132313"/>
      </dsp:txXfrm>
    </dsp:sp>
    <dsp:sp modelId="{D351EBD9-F760-4211-8892-636AA503B8D9}">
      <dsp:nvSpPr>
        <dsp:cNvPr id="0" name=""/>
        <dsp:cNvSpPr/>
      </dsp:nvSpPr>
      <dsp:spPr>
        <a:xfrm>
          <a:off x="0" y="2752230"/>
          <a:ext cx="5994400" cy="1254825"/>
        </a:xfrm>
        <a:prstGeom prst="roundRect">
          <a:avLst/>
        </a:prstGeom>
        <a:solidFill>
          <a:schemeClr val="accent2">
            <a:hueOff val="4159108"/>
            <a:satOff val="23669"/>
            <a:lumOff val="732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kern="1200" dirty="0"/>
            <a:t>Menší možnost využití mechanizace a automatizace</a:t>
          </a:r>
          <a:endParaRPr lang="en-US" sz="3300" kern="1200" dirty="0"/>
        </a:p>
      </dsp:txBody>
      <dsp:txXfrm>
        <a:off x="61256" y="2813486"/>
        <a:ext cx="5871888" cy="1132313"/>
      </dsp:txXfrm>
    </dsp:sp>
    <dsp:sp modelId="{447FF6E5-B89D-4352-9049-BCCE05990D22}">
      <dsp:nvSpPr>
        <dsp:cNvPr id="0" name=""/>
        <dsp:cNvSpPr/>
      </dsp:nvSpPr>
      <dsp:spPr>
        <a:xfrm>
          <a:off x="0" y="4102095"/>
          <a:ext cx="5994400" cy="1254825"/>
        </a:xfrm>
        <a:prstGeom prst="roundRect">
          <a:avLst/>
        </a:prstGeom>
        <a:solidFill>
          <a:schemeClr val="accent2">
            <a:hueOff val="6238661"/>
            <a:satOff val="35504"/>
            <a:lumOff val="1098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kern="1200"/>
            <a:t>Vysoké náklady na krmivo </a:t>
          </a:r>
          <a:endParaRPr lang="en-US" sz="3300" kern="1200"/>
        </a:p>
      </dsp:txBody>
      <dsp:txXfrm>
        <a:off x="61256" y="4163351"/>
        <a:ext cx="5871888" cy="11323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ECD8EB-209E-48BA-90FB-4D8E1210F62F}">
      <dsp:nvSpPr>
        <dsp:cNvPr id="0" name=""/>
        <dsp:cNvSpPr/>
      </dsp:nvSpPr>
      <dsp:spPr>
        <a:xfrm>
          <a:off x="1242" y="1070152"/>
          <a:ext cx="2907589" cy="14537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535" tIns="59690" rIns="89535" bIns="5969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700" kern="1200"/>
            <a:t>Velkochov</a:t>
          </a:r>
          <a:endParaRPr lang="en-US" sz="4700" kern="1200"/>
        </a:p>
      </dsp:txBody>
      <dsp:txXfrm>
        <a:off x="43822" y="1112732"/>
        <a:ext cx="2822429" cy="1368634"/>
      </dsp:txXfrm>
    </dsp:sp>
    <dsp:sp modelId="{4F6A9717-3DC9-4758-966A-4A9D35F37D56}">
      <dsp:nvSpPr>
        <dsp:cNvPr id="0" name=""/>
        <dsp:cNvSpPr/>
      </dsp:nvSpPr>
      <dsp:spPr>
        <a:xfrm>
          <a:off x="3635730" y="1070152"/>
          <a:ext cx="2907589" cy="14537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535" tIns="59690" rIns="89535" bIns="5969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700" kern="1200"/>
            <a:t>Malochov</a:t>
          </a:r>
          <a:endParaRPr lang="en-US" sz="4700" kern="1200"/>
        </a:p>
      </dsp:txBody>
      <dsp:txXfrm>
        <a:off x="3678310" y="1112732"/>
        <a:ext cx="2822429" cy="1368634"/>
      </dsp:txXfrm>
    </dsp:sp>
    <dsp:sp modelId="{1BCA3D58-0CD6-46AE-BA97-F48D492C49AF}">
      <dsp:nvSpPr>
        <dsp:cNvPr id="0" name=""/>
        <dsp:cNvSpPr/>
      </dsp:nvSpPr>
      <dsp:spPr>
        <a:xfrm>
          <a:off x="7270217" y="1070152"/>
          <a:ext cx="2907589" cy="14537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535" tIns="59690" rIns="89535" bIns="5969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700" kern="1200"/>
            <a:t>Domácí chov</a:t>
          </a:r>
          <a:endParaRPr lang="en-US" sz="4700" kern="1200"/>
        </a:p>
      </dsp:txBody>
      <dsp:txXfrm>
        <a:off x="7312797" y="1112732"/>
        <a:ext cx="2822429" cy="13686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0CF7F1-C5E5-4448-937D-C58FD6567508}" type="datetimeFigureOut">
              <a:rPr lang="cs-CZ" smtClean="0"/>
              <a:t>26.03.2023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02E97-2AE0-4181-AB67-7A81FF0F50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8954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Do jaké kategorie z hlediska příjmu potravy se řadí králík domácí? (nepřežvýkavý býložravec)</a:t>
            </a:r>
          </a:p>
          <a:p>
            <a:r>
              <a:rPr lang="cs-CZ" dirty="0"/>
              <a:t>Co je to </a:t>
            </a:r>
            <a:r>
              <a:rPr lang="cs-CZ" dirty="0" err="1"/>
              <a:t>cékotrofie</a:t>
            </a:r>
            <a:r>
              <a:rPr lang="cs-CZ" dirty="0"/>
              <a:t>? (požírání měkkých bobků, bohatých na bílkoviny a vitamíny B a K)</a:t>
            </a:r>
          </a:p>
          <a:p>
            <a:r>
              <a:rPr lang="cs-CZ" dirty="0"/>
              <a:t>K čemu králíků </a:t>
            </a:r>
            <a:r>
              <a:rPr lang="cs-CZ" dirty="0" err="1"/>
              <a:t>cékotrofie</a:t>
            </a:r>
            <a:r>
              <a:rPr lang="cs-CZ" dirty="0"/>
              <a:t> slouží? (k </a:t>
            </a:r>
            <a:r>
              <a:rPr lang="cs-CZ" dirty="0" err="1"/>
              <a:t>znovustrávení</a:t>
            </a:r>
            <a:r>
              <a:rPr lang="cs-CZ" dirty="0"/>
              <a:t> nevyužitých živin, které by jinak z těla odešly)</a:t>
            </a:r>
          </a:p>
          <a:p>
            <a:r>
              <a:rPr lang="cs-CZ" dirty="0"/>
              <a:t>Jakým způsobem se krmí králíci ve velkochovech? (KKS, automatická krmítka)</a:t>
            </a:r>
          </a:p>
          <a:p>
            <a:r>
              <a:rPr lang="cs-CZ" dirty="0"/>
              <a:t>Co je pro králíka v malochovu nejdůležitější složkou krmení? (objemná krmiva – píce, seno)</a:t>
            </a:r>
          </a:p>
          <a:p>
            <a:r>
              <a:rPr lang="cs-CZ" dirty="0"/>
              <a:t>Co se králíkům nekrmí? (brambory, kukuřice – moc škrobu, nadýmavá zelenina, příliš cukernaté ovoce, ořechy, mléčné výrobky)</a:t>
            </a:r>
          </a:p>
          <a:p>
            <a:r>
              <a:rPr lang="cs-CZ" dirty="0"/>
              <a:t>Jak vypadají bobky zdravého králíka? (pravidelný tvar a velikost, suché, drolivé)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02E97-2AE0-4181-AB67-7A81FF0F5003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04162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b="0" i="0" dirty="0">
                <a:effectLst/>
                <a:latin typeface="din-2014"/>
              </a:rPr>
              <a:t>optimální je porážkový věk okolo 10 – 12 týdnů věku, kdy králíci přetvářejí živiny přijaté v krmivu do svaloviny, což lze navenek nahmatat. Starší králíci již ukládají živiny do struktur svého těla už jen málo a to hlavně do formy tuků.</a:t>
            </a:r>
          </a:p>
          <a:p>
            <a:r>
              <a:rPr lang="cs-CZ" b="0" i="0" dirty="0">
                <a:effectLst/>
                <a:latin typeface="din-2014"/>
              </a:rPr>
              <a:t>Na trh se králík distribuuje dle požadavků odběratele – celý včetně hlavy, bez hlavy, porcovaný…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02E97-2AE0-4181-AB67-7A81FF0F5003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588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Maso je hlavním produktem chovu králíků</a:t>
            </a:r>
          </a:p>
          <a:p>
            <a:r>
              <a:rPr lang="cs-CZ" dirty="0"/>
              <a:t>Vedlejší: kůže, vlna, hnůj, laboratorní zvířata</a:t>
            </a:r>
          </a:p>
          <a:p>
            <a:r>
              <a:rPr lang="cs-CZ" dirty="0"/>
              <a:t>Králičí maso kvalitou a výživovými hodnotami srovnatelné s telecím</a:t>
            </a:r>
          </a:p>
          <a:p>
            <a:r>
              <a:rPr lang="cs-CZ" dirty="0"/>
              <a:t>Poptávka meziročně klesá – rozdíl mezi roky 2010 a 2020 je pokles o téměř 60 %.</a:t>
            </a:r>
          </a:p>
          <a:p>
            <a:r>
              <a:rPr lang="cs-CZ" dirty="0"/>
              <a:t>V ČR převládá konzumace na venkově, v jiných zemích (Francie, Itálie) je králičí maso hledanou pochoutkou – nejvyšší spotřeba (3kg/os./rok) je na Maltě</a:t>
            </a:r>
          </a:p>
          <a:p>
            <a:r>
              <a:rPr lang="cs-CZ" dirty="0"/>
              <a:t>Na snižující se spotřebu králičího masa má vliv i vyšší cena ve srovnání s ostatními druhy mas a nová role králíka jako mazlíčka a společníka, přičemž potom vznikají etické problémy spotřebitelů (především dětí) s požitím králičího masa. </a:t>
            </a:r>
          </a:p>
          <a:p>
            <a:r>
              <a:rPr lang="cs-CZ" dirty="0"/>
              <a:t>Spotřebitelská cena (cena pro koncového zákazníka) je podobná jako za hovězí maso (176 Kč)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02E97-2AE0-4181-AB67-7A81FF0F5003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788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cs-CZ" dirty="0"/>
              <a:t>Výpočet jatečné výtěžnosti: </a:t>
            </a:r>
            <a:r>
              <a:rPr lang="cs-CZ" b="0" i="0" dirty="0">
                <a:solidFill>
                  <a:srgbClr val="484848"/>
                </a:solidFill>
                <a:effectLst/>
                <a:latin typeface="Open Sans" panose="020B0606030504020204" pitchFamily="34" charset="0"/>
              </a:rPr>
              <a:t>JV = </a:t>
            </a:r>
            <a:r>
              <a:rPr lang="cs-CZ" b="0" i="0" u="sng" dirty="0">
                <a:solidFill>
                  <a:srgbClr val="484848"/>
                </a:solidFill>
                <a:effectLst/>
                <a:latin typeface="Open Sans" panose="020B0606030504020204" pitchFamily="34" charset="0"/>
              </a:rPr>
              <a:t>hmotnost jatečně opracovaného těla</a:t>
            </a:r>
            <a:r>
              <a:rPr lang="cs-CZ" b="0" i="0" dirty="0">
                <a:solidFill>
                  <a:srgbClr val="484848"/>
                </a:solidFill>
                <a:effectLst/>
                <a:latin typeface="Open Sans" panose="020B0606030504020204" pitchFamily="34" charset="0"/>
              </a:rPr>
              <a:t> / živá porážková hmotnost      . 100 %</a:t>
            </a:r>
          </a:p>
          <a:p>
            <a:pPr algn="l"/>
            <a:r>
              <a:rPr lang="cs-CZ" b="0" i="0" dirty="0">
                <a:solidFill>
                  <a:srgbClr val="484848"/>
                </a:solidFill>
                <a:effectLst/>
                <a:latin typeface="Open Sans" panose="020B0606030504020204" pitchFamily="34" charset="0"/>
              </a:rPr>
              <a:t>Kolik masa získáte z králíka, vážícího 2,7 kg? 1,54 kg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02E97-2AE0-4181-AB67-7A81FF0F5003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3552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Dalším vedlejším produktem, kterou lze získat je vlna. Ta je získávána z plemene Angora a v ČR se s produkcí vlny můžeme setkat jen velmi okrajově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02E97-2AE0-4181-AB67-7A81FF0F5003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16266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b="0" dirty="0"/>
              <a:t>Krátký generační interval  - zařazení do chovu 6-10 měsíců věku</a:t>
            </a:r>
          </a:p>
          <a:p>
            <a:r>
              <a:rPr lang="cs-CZ" b="0" dirty="0"/>
              <a:t>Vysoká plodnost – až 8 vrhů do roka, rodí v průměru 8 mláďat (až 12) na vrh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b="0" dirty="0"/>
              <a:t>Hustota osazení klece u brojlerových králíků je max. 42 kg/1m2</a:t>
            </a:r>
          </a:p>
          <a:p>
            <a:r>
              <a:rPr lang="cs-CZ" dirty="0"/>
              <a:t>Vysoká intenzita růstu – brojleři porážka v 10 týdnech – denní přírůstek 35 g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02E97-2AE0-4181-AB67-7A81FF0F5003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6478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Krmivo cca 70 % nákladů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02E97-2AE0-4181-AB67-7A81FF0F5003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575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Velkochov – klece, </a:t>
            </a:r>
          </a:p>
          <a:p>
            <a:r>
              <a:rPr lang="cs-CZ" dirty="0"/>
              <a:t>Malochov – králíkárny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02E97-2AE0-4181-AB67-7A81FF0F5003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9566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FD9715-5C02-7FEF-7784-988AA7DBCB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Chov králíků V.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71AC41F-E9DF-3E6C-A4ED-60AB9150F7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Chov zvířat</a:t>
            </a:r>
          </a:p>
          <a:p>
            <a:r>
              <a:rPr lang="cs-CZ" dirty="0"/>
              <a:t>Kamila Bulušková</a:t>
            </a:r>
          </a:p>
        </p:txBody>
      </p:sp>
    </p:spTree>
    <p:extLst>
      <p:ext uri="{BB962C8B-B14F-4D97-AF65-F5344CB8AC3E}">
        <p14:creationId xmlns:p14="http://schemas.microsoft.com/office/powerpoint/2010/main" val="410957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Freeform 6">
            <a:extLst>
              <a:ext uri="{FF2B5EF4-FFF2-40B4-BE49-F238E27FC236}">
                <a16:creationId xmlns:a16="http://schemas.microsoft.com/office/drawing/2014/main" id="{BB8C1D0E-0B06-46C9-A8BD-A8E13FF99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7D1ADC4A-8537-4084-99C7-F8D378A64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D9453AC2-8882-459A-8985-3E24DD42A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4543" y="0"/>
            <a:ext cx="1196771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Králík: chov &amp; tipy | v magazínu o malých zvířatech zoohit!">
            <a:extLst>
              <a:ext uri="{FF2B5EF4-FFF2-40B4-BE49-F238E27FC236}">
                <a16:creationId xmlns:a16="http://schemas.microsoft.com/office/drawing/2014/main" id="{9B12020E-935A-1242-7CD6-721E985FAB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9" r="-1" b="5859"/>
          <a:stretch/>
        </p:blipFill>
        <p:spPr bwMode="auto">
          <a:xfrm>
            <a:off x="264543" y="10"/>
            <a:ext cx="1196771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8F4199B7-1119-D29A-A6AB-6020E4617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523" y="1098388"/>
            <a:ext cx="10318418" cy="43949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0000" spc="800" dirty="0" err="1">
                <a:solidFill>
                  <a:srgbClr val="FFFFFF"/>
                </a:solidFill>
              </a:rPr>
              <a:t>Opakování</a:t>
            </a:r>
            <a:r>
              <a:rPr lang="en-US" sz="10000" spc="800" dirty="0">
                <a:solidFill>
                  <a:srgbClr val="FFFFFF"/>
                </a:solidFill>
              </a:rPr>
              <a:t>  </a:t>
            </a:r>
            <a:r>
              <a:rPr lang="en-US" sz="10000" spc="800" dirty="0" err="1">
                <a:solidFill>
                  <a:srgbClr val="FFFFFF"/>
                </a:solidFill>
              </a:rPr>
              <a:t>minulé</a:t>
            </a:r>
            <a:r>
              <a:rPr lang="en-US" sz="10000" spc="800" dirty="0">
                <a:solidFill>
                  <a:srgbClr val="FFFFFF"/>
                </a:solidFill>
              </a:rPr>
              <a:t> </a:t>
            </a:r>
            <a:r>
              <a:rPr lang="en-US" sz="10000" spc="800" dirty="0" err="1">
                <a:solidFill>
                  <a:srgbClr val="FFFFFF"/>
                </a:solidFill>
              </a:rPr>
              <a:t>hodiny</a:t>
            </a:r>
            <a:endParaRPr lang="en-US" sz="10000" spc="800" dirty="0">
              <a:solidFill>
                <a:srgbClr val="FFFFFF"/>
              </a:solidFill>
            </a:endParaRP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D4A11FEA-6E98-401C-B708-DA2C95081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6454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51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4CA575-4CB6-ACE8-E462-F46FC6BD8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31015"/>
            <a:ext cx="10178322" cy="1492132"/>
          </a:xfrm>
        </p:spPr>
        <p:txBody>
          <a:bodyPr/>
          <a:lstStyle/>
          <a:p>
            <a:r>
              <a:rPr lang="cs-CZ" dirty="0"/>
              <a:t>Porážka králíka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D0599F3-C9A4-1726-3E22-B9553ED78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Optimální porážkový věk je </a:t>
            </a:r>
            <a:r>
              <a:rPr lang="cs-CZ" b="1" dirty="0"/>
              <a:t>10 – 12 týdnů</a:t>
            </a:r>
          </a:p>
          <a:p>
            <a:r>
              <a:rPr lang="cs-CZ" b="1" dirty="0"/>
              <a:t>Výkrmná kondice </a:t>
            </a:r>
            <a:r>
              <a:rPr lang="cs-CZ" dirty="0"/>
              <a:t>= </a:t>
            </a:r>
            <a:r>
              <a:rPr lang="cs-CZ" b="0" i="0" dirty="0">
                <a:effectLst/>
                <a:latin typeface="din-2014"/>
              </a:rPr>
              <a:t>předpoklad pro kvalitní jatečnou výtěžnost</a:t>
            </a:r>
          </a:p>
          <a:p>
            <a:r>
              <a:rPr lang="cs-CZ" dirty="0">
                <a:latin typeface="din-2014"/>
              </a:rPr>
              <a:t>Zvíře je před porážkou vylačněné (alespoň 12 hodin bez krmiva)</a:t>
            </a:r>
          </a:p>
          <a:p>
            <a:r>
              <a:rPr lang="cs-CZ" b="1" dirty="0">
                <a:latin typeface="din-2014"/>
              </a:rPr>
              <a:t>Porážka musí proběhnout co nejrychlejším a co nejhumánnějším způsobem</a:t>
            </a:r>
          </a:p>
          <a:p>
            <a:pPr lvl="1"/>
            <a:r>
              <a:rPr lang="cs-CZ" dirty="0">
                <a:latin typeface="din-2014"/>
              </a:rPr>
              <a:t>Ve velkochovech jsou používány porážecí pistole (omráčení)</a:t>
            </a:r>
          </a:p>
          <a:p>
            <a:pPr lvl="1"/>
            <a:r>
              <a:rPr lang="cs-CZ" dirty="0">
                <a:latin typeface="din-2014"/>
              </a:rPr>
              <a:t>V malochovech úder do zátylku a podřezání krčních tepen</a:t>
            </a:r>
          </a:p>
          <a:p>
            <a:r>
              <a:rPr lang="cs-CZ" dirty="0"/>
              <a:t>Po vykuchání se nechá králík vychladnout, dutina břišní je vymyta</a:t>
            </a:r>
          </a:p>
          <a:p>
            <a:r>
              <a:rPr lang="cs-CZ" dirty="0"/>
              <a:t>Distribuce masa podle požadavků odběratele </a:t>
            </a:r>
          </a:p>
        </p:txBody>
      </p:sp>
      <p:pic>
        <p:nvPicPr>
          <p:cNvPr id="1026" name="Picture 2" descr="Zabíječ králíků HRACZ od 895 Kč - Zbozi.cz">
            <a:extLst>
              <a:ext uri="{FF2B5EF4-FFF2-40B4-BE49-F238E27FC236}">
                <a16:creationId xmlns:a16="http://schemas.microsoft.com/office/drawing/2014/main" id="{937805BC-55CB-D695-564A-11ABA0B76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156" y="978408"/>
            <a:ext cx="2263418" cy="1177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4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176CA8-27D5-0CD2-5E82-80822F2F3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727" y="382385"/>
            <a:ext cx="6335338" cy="1492132"/>
          </a:xfrm>
        </p:spPr>
        <p:txBody>
          <a:bodyPr>
            <a:normAutofit/>
          </a:bodyPr>
          <a:lstStyle/>
          <a:p>
            <a:r>
              <a:rPr lang="cs-CZ" dirty="0"/>
              <a:t>Králičí maso</a:t>
            </a:r>
          </a:p>
        </p:txBody>
      </p:sp>
      <p:pic>
        <p:nvPicPr>
          <p:cNvPr id="2050" name="Picture 2" descr="Králíčí maso">
            <a:extLst>
              <a:ext uri="{FF2B5EF4-FFF2-40B4-BE49-F238E27FC236}">
                <a16:creationId xmlns:a16="http://schemas.microsoft.com/office/drawing/2014/main" id="{E330FDCD-291B-AF72-012A-75A98B3CB1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9" r="30752" b="1"/>
          <a:stretch/>
        </p:blipFill>
        <p:spPr bwMode="auto">
          <a:xfrm>
            <a:off x="688434" y="-9525"/>
            <a:ext cx="4129822" cy="686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5" name="Freeform 6">
            <a:extLst>
              <a:ext uri="{FF2B5EF4-FFF2-40B4-BE49-F238E27FC236}">
                <a16:creationId xmlns:a16="http://schemas.microsoft.com/office/drawing/2014/main" id="{5402222E-F041-43A0-81BC-1B3F2EF76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9400B1-5BA2-A6D5-0480-DE17D6D55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5727" y="2286001"/>
            <a:ext cx="6335338" cy="359359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1900" dirty="0"/>
              <a:t>Snadná stravitelnost, nízký obsah tuku a cholesterolu, vysoký podíl bílkovin (až 20 %)</a:t>
            </a:r>
          </a:p>
          <a:p>
            <a:pPr>
              <a:lnSpc>
                <a:spcPct val="100000"/>
              </a:lnSpc>
            </a:pPr>
            <a:r>
              <a:rPr lang="cs-CZ" sz="1900" dirty="0"/>
              <a:t>V ČR je králičí maso konzumováno převážně na venkově</a:t>
            </a:r>
          </a:p>
          <a:p>
            <a:pPr>
              <a:lnSpc>
                <a:spcPct val="100000"/>
              </a:lnSpc>
            </a:pPr>
            <a:r>
              <a:rPr lang="cs-CZ" sz="1900" dirty="0"/>
              <a:t>Poptávka po králičím mase dlouhodobě klesá </a:t>
            </a:r>
          </a:p>
          <a:p>
            <a:pPr>
              <a:lnSpc>
                <a:spcPct val="100000"/>
              </a:lnSpc>
            </a:pPr>
            <a:r>
              <a:rPr lang="cs-CZ" sz="1900" dirty="0"/>
              <a:t>Vyšší cena ve srovnání s ostatními druhy mas</a:t>
            </a:r>
          </a:p>
          <a:p>
            <a:pPr>
              <a:lnSpc>
                <a:spcPct val="100000"/>
              </a:lnSpc>
            </a:pPr>
            <a:endParaRPr lang="cs-CZ" sz="1900" dirty="0"/>
          </a:p>
          <a:p>
            <a:pPr>
              <a:lnSpc>
                <a:spcPct val="100000"/>
              </a:lnSpc>
            </a:pPr>
            <a:r>
              <a:rPr lang="cs-CZ" sz="1900" b="1" dirty="0"/>
              <a:t>Průměrná spotřeba králičího masa na obyvatele a rok je v ČR 0,6 kg</a:t>
            </a:r>
          </a:p>
          <a:p>
            <a:pPr>
              <a:lnSpc>
                <a:spcPct val="100000"/>
              </a:lnSpc>
            </a:pPr>
            <a:r>
              <a:rPr lang="cs-CZ" sz="1900" b="1" dirty="0"/>
              <a:t>Spotřebitelská cena za 1 kg králičího masa je v ČR 174,29 Kč</a:t>
            </a: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B80D28A2-8EA4-4EF0-9056-3BDAA7290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99967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080481-021E-F6F4-5F22-0E2ED354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>
            <a:normAutofit/>
          </a:bodyPr>
          <a:lstStyle/>
          <a:p>
            <a:r>
              <a:rPr lang="cs-CZ" sz="4400"/>
              <a:t>Produkce králičího masa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F9F8877-0BF8-60B1-77CD-5561D6C6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>
            <a:normAutofit/>
          </a:bodyPr>
          <a:lstStyle/>
          <a:p>
            <a:r>
              <a:rPr lang="cs-CZ" b="1" dirty="0">
                <a:solidFill>
                  <a:schemeClr val="tx1"/>
                </a:solidFill>
              </a:rPr>
              <a:t>Jatečná hmotnost </a:t>
            </a:r>
            <a:r>
              <a:rPr lang="cs-CZ" dirty="0">
                <a:solidFill>
                  <a:schemeClr val="tx1"/>
                </a:solidFill>
              </a:rPr>
              <a:t>brojlerového králíka: 2,7 – 2,8 kg</a:t>
            </a:r>
          </a:p>
          <a:p>
            <a:r>
              <a:rPr lang="cs-CZ" b="1" dirty="0">
                <a:solidFill>
                  <a:schemeClr val="tx1"/>
                </a:solidFill>
              </a:rPr>
              <a:t>Jatečná výtěžnost </a:t>
            </a:r>
            <a:r>
              <a:rPr lang="cs-CZ" dirty="0">
                <a:solidFill>
                  <a:schemeClr val="tx1"/>
                </a:solidFill>
              </a:rPr>
              <a:t>brojlerového králíka: 57 %</a:t>
            </a:r>
          </a:p>
          <a:p>
            <a:r>
              <a:rPr lang="cs-CZ" b="1" dirty="0">
                <a:solidFill>
                  <a:schemeClr val="tx1"/>
                </a:solidFill>
              </a:rPr>
              <a:t>Jatečný trup </a:t>
            </a:r>
            <a:r>
              <a:rPr lang="cs-CZ" dirty="0">
                <a:solidFill>
                  <a:schemeClr val="tx1"/>
                </a:solidFill>
              </a:rPr>
              <a:t>???</a:t>
            </a:r>
          </a:p>
          <a:p>
            <a:pPr marL="0" indent="0">
              <a:buNone/>
            </a:pPr>
            <a:r>
              <a:rPr lang="cs-CZ" dirty="0">
                <a:solidFill>
                  <a:schemeClr val="tx1"/>
                </a:solidFill>
              </a:rPr>
              <a:t>	1,54 kg</a:t>
            </a:r>
          </a:p>
          <a:p>
            <a:pPr marL="0" indent="0">
              <a:buNone/>
            </a:pPr>
            <a:r>
              <a:rPr lang="cs-CZ" dirty="0">
                <a:solidFill>
                  <a:schemeClr val="tx1"/>
                </a:solidFill>
              </a:rPr>
              <a:t>Roční produkce králičího masa v ČR je ve velkochovech 10 400 t ž. hm.</a:t>
            </a:r>
          </a:p>
        </p:txBody>
      </p:sp>
      <p:pic>
        <p:nvPicPr>
          <p:cNvPr id="3076" name="Picture 4" descr="Králík jako od babičky - Globus Opava">
            <a:extLst>
              <a:ext uri="{FF2B5EF4-FFF2-40B4-BE49-F238E27FC236}">
                <a16:creationId xmlns:a16="http://schemas.microsoft.com/office/drawing/2014/main" id="{B1528206-A2B0-BCE6-2638-556B18230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8193" y="1720862"/>
            <a:ext cx="5176744" cy="3442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57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91002A-EACD-F1F8-FA40-B28A20292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získávání vedlejších produktů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7D605F-CD7F-F7BD-030E-CB92F6B1D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741471"/>
            <a:ext cx="10178322" cy="4330556"/>
          </a:xfrm>
        </p:spPr>
        <p:txBody>
          <a:bodyPr>
            <a:normAutofit/>
          </a:bodyPr>
          <a:lstStyle/>
          <a:p>
            <a:r>
              <a:rPr lang="cs-CZ" b="1" u="sng" dirty="0"/>
              <a:t>Kůže</a:t>
            </a:r>
            <a:r>
              <a:rPr lang="cs-CZ" dirty="0"/>
              <a:t>: nejkvalitnější kožky lze získat v zimních měsících</a:t>
            </a:r>
          </a:p>
          <a:p>
            <a:r>
              <a:rPr lang="cs-CZ" dirty="0"/>
              <a:t>kůže se stahuje tzv. „do vaku“, srstí dovnitř</a:t>
            </a:r>
          </a:p>
          <a:p>
            <a:r>
              <a:rPr lang="cs-CZ" dirty="0"/>
              <a:t>dále je kůže napnuta na napínák a umístěna na dobře větrané místo – sušení</a:t>
            </a:r>
          </a:p>
          <a:p>
            <a:r>
              <a:rPr lang="cs-CZ" dirty="0"/>
              <a:t>Po vysušení se odstraňuje podkožní tuk</a:t>
            </a:r>
          </a:p>
          <a:p>
            <a:r>
              <a:rPr lang="cs-CZ" b="1" dirty="0"/>
              <a:t>Výkupní cena za kůži: 20 – 28 Kč</a:t>
            </a:r>
          </a:p>
          <a:p>
            <a:endParaRPr lang="cs-CZ" b="1" dirty="0"/>
          </a:p>
          <a:p>
            <a:r>
              <a:rPr lang="cs-CZ" b="1" u="sng" dirty="0"/>
              <a:t>Hnůj</a:t>
            </a:r>
            <a:r>
              <a:rPr lang="cs-CZ" b="1" dirty="0"/>
              <a:t>: </a:t>
            </a:r>
            <a:r>
              <a:rPr lang="cs-CZ" dirty="0"/>
              <a:t>vysoký obsah fosforečnanů</a:t>
            </a:r>
          </a:p>
          <a:p>
            <a:r>
              <a:rPr lang="cs-CZ" dirty="0"/>
              <a:t>Lze jím hnojit přímo, bez předchozích úprav</a:t>
            </a:r>
          </a:p>
          <a:p>
            <a:r>
              <a:rPr lang="cs-CZ" dirty="0"/>
              <a:t>Vhodně pro hnojení zeleniny a okrasných rostlin</a:t>
            </a:r>
          </a:p>
          <a:p>
            <a:r>
              <a:rPr lang="cs-CZ" dirty="0"/>
              <a:t>Králice s 50 mláďaty vyprodukuje </a:t>
            </a:r>
            <a:r>
              <a:rPr lang="cs-CZ" b="1" dirty="0"/>
              <a:t>ročně 1 m3 hnoje</a:t>
            </a:r>
          </a:p>
        </p:txBody>
      </p:sp>
    </p:spTree>
    <p:extLst>
      <p:ext uri="{BB962C8B-B14F-4D97-AF65-F5344CB8AC3E}">
        <p14:creationId xmlns:p14="http://schemas.microsoft.com/office/powerpoint/2010/main" val="1932436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Freeform 6">
            <a:extLst>
              <a:ext uri="{FF2B5EF4-FFF2-40B4-BE49-F238E27FC236}">
                <a16:creationId xmlns:a16="http://schemas.microsoft.com/office/drawing/2014/main" id="{BB8C1D0E-0B06-46C9-A8BD-A8E13FF99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7D1ADC4A-8537-4084-99C7-F8D378A64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D0E6FD24-FC15-4419-B4F8-87A6F572C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02A9D89-FE24-8AEF-1780-9A7583D96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9184" y="1098388"/>
            <a:ext cx="6035040" cy="439498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10000" spc="800" dirty="0" err="1"/>
              <a:t>Shrnutí</a:t>
            </a:r>
            <a:r>
              <a:rPr lang="en-US" sz="10000" spc="800" dirty="0"/>
              <a:t> </a:t>
            </a:r>
            <a:r>
              <a:rPr lang="en-US" sz="10000" spc="800" dirty="0" err="1"/>
              <a:t>kapitoly</a:t>
            </a:r>
            <a:r>
              <a:rPr lang="cs-CZ" sz="10000" spc="800" dirty="0"/>
              <a:t> chovu</a:t>
            </a:r>
            <a:r>
              <a:rPr lang="en-US" sz="10000" spc="800" dirty="0"/>
              <a:t> </a:t>
            </a:r>
            <a:r>
              <a:rPr lang="en-US" sz="10000" spc="800" dirty="0" err="1"/>
              <a:t>králíků</a:t>
            </a:r>
            <a:endParaRPr lang="en-US" sz="10000" spc="800" dirty="0"/>
          </a:p>
        </p:txBody>
      </p:sp>
      <p:pic>
        <p:nvPicPr>
          <p:cNvPr id="4098" name="Picture 2" descr="Stejné je to i s králíky">
            <a:extLst>
              <a:ext uri="{FF2B5EF4-FFF2-40B4-BE49-F238E27FC236}">
                <a16:creationId xmlns:a16="http://schemas.microsoft.com/office/drawing/2014/main" id="{23760C2A-1EE7-69F3-399D-6B81A77FA2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6" r="22043"/>
          <a:stretch/>
        </p:blipFill>
        <p:spPr bwMode="auto">
          <a:xfrm>
            <a:off x="211015" y="762000"/>
            <a:ext cx="4994031" cy="491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Freeform 14">
            <a:extLst>
              <a:ext uri="{FF2B5EF4-FFF2-40B4-BE49-F238E27FC236}">
                <a16:creationId xmlns:a16="http://schemas.microsoft.com/office/drawing/2014/main" id="{F90D41EE-859E-4D0B-8464-D44C2B4D6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" y="0"/>
            <a:ext cx="5362575" cy="6858000"/>
          </a:xfrm>
          <a:custGeom>
            <a:avLst/>
            <a:gdLst>
              <a:gd name="connsiteX0" fmla="*/ 0 w 5362575"/>
              <a:gd name="connsiteY0" fmla="*/ 0 h 6858000"/>
              <a:gd name="connsiteX1" fmla="*/ 5362575 w 5362575"/>
              <a:gd name="connsiteY1" fmla="*/ 0 h 6858000"/>
              <a:gd name="connsiteX2" fmla="*/ 5362575 w 5362575"/>
              <a:gd name="connsiteY2" fmla="*/ 6858000 h 6858000"/>
              <a:gd name="connsiteX3" fmla="*/ 0 w 5362575"/>
              <a:gd name="connsiteY3" fmla="*/ 6858000 h 6858000"/>
              <a:gd name="connsiteX4" fmla="*/ 0 w 5362575"/>
              <a:gd name="connsiteY4" fmla="*/ 0 h 6858000"/>
              <a:gd name="connsiteX5" fmla="*/ 2681287 w 5362575"/>
              <a:gd name="connsiteY5" fmla="*/ 857250 h 6858000"/>
              <a:gd name="connsiteX6" fmla="*/ 2636249 w 5362575"/>
              <a:gd name="connsiteY6" fmla="*/ 861472 h 6858000"/>
              <a:gd name="connsiteX7" fmla="*/ 2592618 w 5362575"/>
              <a:gd name="connsiteY7" fmla="*/ 872732 h 6858000"/>
              <a:gd name="connsiteX8" fmla="*/ 2550395 w 5362575"/>
              <a:gd name="connsiteY8" fmla="*/ 889621 h 6858000"/>
              <a:gd name="connsiteX9" fmla="*/ 2506764 w 5362575"/>
              <a:gd name="connsiteY9" fmla="*/ 910733 h 6858000"/>
              <a:gd name="connsiteX10" fmla="*/ 2465948 w 5362575"/>
              <a:gd name="connsiteY10" fmla="*/ 934660 h 6858000"/>
              <a:gd name="connsiteX11" fmla="*/ 2423725 w 5362575"/>
              <a:gd name="connsiteY11" fmla="*/ 959994 h 6858000"/>
              <a:gd name="connsiteX12" fmla="*/ 2381501 w 5362575"/>
              <a:gd name="connsiteY12" fmla="*/ 982513 h 6858000"/>
              <a:gd name="connsiteX13" fmla="*/ 2339278 w 5362575"/>
              <a:gd name="connsiteY13" fmla="*/ 1005032 h 6858000"/>
              <a:gd name="connsiteX14" fmla="*/ 2297055 w 5362575"/>
              <a:gd name="connsiteY14" fmla="*/ 1021921 h 6858000"/>
              <a:gd name="connsiteX15" fmla="*/ 2253424 w 5362575"/>
              <a:gd name="connsiteY15" fmla="*/ 1033181 h 6858000"/>
              <a:gd name="connsiteX16" fmla="*/ 2209793 w 5362575"/>
              <a:gd name="connsiteY16" fmla="*/ 1038811 h 6858000"/>
              <a:gd name="connsiteX17" fmla="*/ 2163347 w 5362575"/>
              <a:gd name="connsiteY17" fmla="*/ 1038811 h 6858000"/>
              <a:gd name="connsiteX18" fmla="*/ 2115494 w 5362575"/>
              <a:gd name="connsiteY18" fmla="*/ 1035996 h 6858000"/>
              <a:gd name="connsiteX19" fmla="*/ 2067641 w 5362575"/>
              <a:gd name="connsiteY19" fmla="*/ 1030366 h 6858000"/>
              <a:gd name="connsiteX20" fmla="*/ 2019788 w 5362575"/>
              <a:gd name="connsiteY20" fmla="*/ 1023329 h 6858000"/>
              <a:gd name="connsiteX21" fmla="*/ 1971934 w 5362575"/>
              <a:gd name="connsiteY21" fmla="*/ 1017699 h 6858000"/>
              <a:gd name="connsiteX22" fmla="*/ 1924081 w 5362575"/>
              <a:gd name="connsiteY22" fmla="*/ 1013477 h 6858000"/>
              <a:gd name="connsiteX23" fmla="*/ 1879043 w 5362575"/>
              <a:gd name="connsiteY23" fmla="*/ 1014884 h 6858000"/>
              <a:gd name="connsiteX24" fmla="*/ 1835412 w 5362575"/>
              <a:gd name="connsiteY24" fmla="*/ 1020514 h 6858000"/>
              <a:gd name="connsiteX25" fmla="*/ 1793189 w 5362575"/>
              <a:gd name="connsiteY25" fmla="*/ 1033181 h 6858000"/>
              <a:gd name="connsiteX26" fmla="*/ 1758003 w 5362575"/>
              <a:gd name="connsiteY26" fmla="*/ 1051478 h 6858000"/>
              <a:gd name="connsiteX27" fmla="*/ 1724224 w 5362575"/>
              <a:gd name="connsiteY27" fmla="*/ 1075404 h 6858000"/>
              <a:gd name="connsiteX28" fmla="*/ 1694668 w 5362575"/>
              <a:gd name="connsiteY28" fmla="*/ 1103553 h 6858000"/>
              <a:gd name="connsiteX29" fmla="*/ 1665111 w 5362575"/>
              <a:gd name="connsiteY29" fmla="*/ 1135924 h 6858000"/>
              <a:gd name="connsiteX30" fmla="*/ 1638370 w 5362575"/>
              <a:gd name="connsiteY30" fmla="*/ 1169703 h 6858000"/>
              <a:gd name="connsiteX31" fmla="*/ 1611628 w 5362575"/>
              <a:gd name="connsiteY31" fmla="*/ 1204889 h 6858000"/>
              <a:gd name="connsiteX32" fmla="*/ 1584887 w 5362575"/>
              <a:gd name="connsiteY32" fmla="*/ 1240075 h 6858000"/>
              <a:gd name="connsiteX33" fmla="*/ 1558145 w 5362575"/>
              <a:gd name="connsiteY33" fmla="*/ 1273854 h 6858000"/>
              <a:gd name="connsiteX34" fmla="*/ 1529996 w 5362575"/>
              <a:gd name="connsiteY34" fmla="*/ 1306225 h 6858000"/>
              <a:gd name="connsiteX35" fmla="*/ 1497625 w 5362575"/>
              <a:gd name="connsiteY35" fmla="*/ 1334374 h 6858000"/>
              <a:gd name="connsiteX36" fmla="*/ 1466661 w 5362575"/>
              <a:gd name="connsiteY36" fmla="*/ 1359708 h 6858000"/>
              <a:gd name="connsiteX37" fmla="*/ 1431475 w 5362575"/>
              <a:gd name="connsiteY37" fmla="*/ 1379412 h 6858000"/>
              <a:gd name="connsiteX38" fmla="*/ 1393474 w 5362575"/>
              <a:gd name="connsiteY38" fmla="*/ 1396302 h 6858000"/>
              <a:gd name="connsiteX39" fmla="*/ 1352658 w 5362575"/>
              <a:gd name="connsiteY39" fmla="*/ 1410376 h 6858000"/>
              <a:gd name="connsiteX40" fmla="*/ 1310435 w 5362575"/>
              <a:gd name="connsiteY40" fmla="*/ 1423043 h 6858000"/>
              <a:gd name="connsiteX41" fmla="*/ 1268212 w 5362575"/>
              <a:gd name="connsiteY41" fmla="*/ 1434303 h 6858000"/>
              <a:gd name="connsiteX42" fmla="*/ 1224581 w 5362575"/>
              <a:gd name="connsiteY42" fmla="*/ 1445562 h 6858000"/>
              <a:gd name="connsiteX43" fmla="*/ 1183765 w 5362575"/>
              <a:gd name="connsiteY43" fmla="*/ 1458229 h 6858000"/>
              <a:gd name="connsiteX44" fmla="*/ 1142949 w 5362575"/>
              <a:gd name="connsiteY44" fmla="*/ 1472304 h 6858000"/>
              <a:gd name="connsiteX45" fmla="*/ 1104948 w 5362575"/>
              <a:gd name="connsiteY45" fmla="*/ 1489193 h 6858000"/>
              <a:gd name="connsiteX46" fmla="*/ 1071169 w 5362575"/>
              <a:gd name="connsiteY46" fmla="*/ 1510305 h 6858000"/>
              <a:gd name="connsiteX47" fmla="*/ 1040205 w 5362575"/>
              <a:gd name="connsiteY47" fmla="*/ 1535639 h 6858000"/>
              <a:gd name="connsiteX48" fmla="*/ 1014871 w 5362575"/>
              <a:gd name="connsiteY48" fmla="*/ 1566603 h 6858000"/>
              <a:gd name="connsiteX49" fmla="*/ 993760 w 5362575"/>
              <a:gd name="connsiteY49" fmla="*/ 1600381 h 6858000"/>
              <a:gd name="connsiteX50" fmla="*/ 976870 w 5362575"/>
              <a:gd name="connsiteY50" fmla="*/ 1638382 h 6858000"/>
              <a:gd name="connsiteX51" fmla="*/ 962796 w 5362575"/>
              <a:gd name="connsiteY51" fmla="*/ 1679198 h 6858000"/>
              <a:gd name="connsiteX52" fmla="*/ 950129 w 5362575"/>
              <a:gd name="connsiteY52" fmla="*/ 1720014 h 6858000"/>
              <a:gd name="connsiteX53" fmla="*/ 938869 w 5362575"/>
              <a:gd name="connsiteY53" fmla="*/ 1763645 h 6858000"/>
              <a:gd name="connsiteX54" fmla="*/ 927610 w 5362575"/>
              <a:gd name="connsiteY54" fmla="*/ 1805868 h 6858000"/>
              <a:gd name="connsiteX55" fmla="*/ 914943 w 5362575"/>
              <a:gd name="connsiteY55" fmla="*/ 1848092 h 6858000"/>
              <a:gd name="connsiteX56" fmla="*/ 900868 w 5362575"/>
              <a:gd name="connsiteY56" fmla="*/ 1888908 h 6858000"/>
              <a:gd name="connsiteX57" fmla="*/ 883979 w 5362575"/>
              <a:gd name="connsiteY57" fmla="*/ 1926909 h 6858000"/>
              <a:gd name="connsiteX58" fmla="*/ 864275 w 5362575"/>
              <a:gd name="connsiteY58" fmla="*/ 1962095 h 6858000"/>
              <a:gd name="connsiteX59" fmla="*/ 838941 w 5362575"/>
              <a:gd name="connsiteY59" fmla="*/ 1993059 h 6858000"/>
              <a:gd name="connsiteX60" fmla="*/ 810792 w 5362575"/>
              <a:gd name="connsiteY60" fmla="*/ 2025430 h 6858000"/>
              <a:gd name="connsiteX61" fmla="*/ 778420 w 5362575"/>
              <a:gd name="connsiteY61" fmla="*/ 2053579 h 6858000"/>
              <a:gd name="connsiteX62" fmla="*/ 743234 w 5362575"/>
              <a:gd name="connsiteY62" fmla="*/ 2080320 h 6858000"/>
              <a:gd name="connsiteX63" fmla="*/ 708048 w 5362575"/>
              <a:gd name="connsiteY63" fmla="*/ 2107062 h 6858000"/>
              <a:gd name="connsiteX64" fmla="*/ 672862 w 5362575"/>
              <a:gd name="connsiteY64" fmla="*/ 2133803 h 6858000"/>
              <a:gd name="connsiteX65" fmla="*/ 639083 w 5362575"/>
              <a:gd name="connsiteY65" fmla="*/ 2160545 h 6858000"/>
              <a:gd name="connsiteX66" fmla="*/ 606712 w 5362575"/>
              <a:gd name="connsiteY66" fmla="*/ 2190101 h 6858000"/>
              <a:gd name="connsiteX67" fmla="*/ 578563 w 5362575"/>
              <a:gd name="connsiteY67" fmla="*/ 2219658 h 6858000"/>
              <a:gd name="connsiteX68" fmla="*/ 554637 w 5362575"/>
              <a:gd name="connsiteY68" fmla="*/ 2253436 h 6858000"/>
              <a:gd name="connsiteX69" fmla="*/ 536340 w 5362575"/>
              <a:gd name="connsiteY69" fmla="*/ 2288622 h 6858000"/>
              <a:gd name="connsiteX70" fmla="*/ 523673 w 5362575"/>
              <a:gd name="connsiteY70" fmla="*/ 2330846 h 6858000"/>
              <a:gd name="connsiteX71" fmla="*/ 518043 w 5362575"/>
              <a:gd name="connsiteY71" fmla="*/ 2374477 h 6858000"/>
              <a:gd name="connsiteX72" fmla="*/ 516635 w 5362575"/>
              <a:gd name="connsiteY72" fmla="*/ 2419515 h 6858000"/>
              <a:gd name="connsiteX73" fmla="*/ 520858 w 5362575"/>
              <a:gd name="connsiteY73" fmla="*/ 2467368 h 6858000"/>
              <a:gd name="connsiteX74" fmla="*/ 526488 w 5362575"/>
              <a:gd name="connsiteY74" fmla="*/ 2515221 h 6858000"/>
              <a:gd name="connsiteX75" fmla="*/ 533525 w 5362575"/>
              <a:gd name="connsiteY75" fmla="*/ 2563074 h 6858000"/>
              <a:gd name="connsiteX76" fmla="*/ 539155 w 5362575"/>
              <a:gd name="connsiteY76" fmla="*/ 2610927 h 6858000"/>
              <a:gd name="connsiteX77" fmla="*/ 541970 w 5362575"/>
              <a:gd name="connsiteY77" fmla="*/ 2658781 h 6858000"/>
              <a:gd name="connsiteX78" fmla="*/ 541970 w 5362575"/>
              <a:gd name="connsiteY78" fmla="*/ 2705226 h 6858000"/>
              <a:gd name="connsiteX79" fmla="*/ 536340 w 5362575"/>
              <a:gd name="connsiteY79" fmla="*/ 2748857 h 6858000"/>
              <a:gd name="connsiteX80" fmla="*/ 525080 w 5362575"/>
              <a:gd name="connsiteY80" fmla="*/ 2792488 h 6858000"/>
              <a:gd name="connsiteX81" fmla="*/ 508191 w 5362575"/>
              <a:gd name="connsiteY81" fmla="*/ 2833304 h 6858000"/>
              <a:gd name="connsiteX82" fmla="*/ 487079 w 5362575"/>
              <a:gd name="connsiteY82" fmla="*/ 2875527 h 6858000"/>
              <a:gd name="connsiteX83" fmla="*/ 463153 w 5362575"/>
              <a:gd name="connsiteY83" fmla="*/ 2917751 h 6858000"/>
              <a:gd name="connsiteX84" fmla="*/ 437819 w 5362575"/>
              <a:gd name="connsiteY84" fmla="*/ 2959974 h 6858000"/>
              <a:gd name="connsiteX85" fmla="*/ 413892 w 5362575"/>
              <a:gd name="connsiteY85" fmla="*/ 3000790 h 6858000"/>
              <a:gd name="connsiteX86" fmla="*/ 392780 w 5362575"/>
              <a:gd name="connsiteY86" fmla="*/ 3044421 h 6858000"/>
              <a:gd name="connsiteX87" fmla="*/ 375891 w 5362575"/>
              <a:gd name="connsiteY87" fmla="*/ 3086644 h 6858000"/>
              <a:gd name="connsiteX88" fmla="*/ 364631 w 5362575"/>
              <a:gd name="connsiteY88" fmla="*/ 3130275 h 6858000"/>
              <a:gd name="connsiteX89" fmla="*/ 360409 w 5362575"/>
              <a:gd name="connsiteY89" fmla="*/ 3175313 h 6858000"/>
              <a:gd name="connsiteX90" fmla="*/ 364631 w 5362575"/>
              <a:gd name="connsiteY90" fmla="*/ 3220351 h 6858000"/>
              <a:gd name="connsiteX91" fmla="*/ 375891 w 5362575"/>
              <a:gd name="connsiteY91" fmla="*/ 3263982 h 6858000"/>
              <a:gd name="connsiteX92" fmla="*/ 392780 w 5362575"/>
              <a:gd name="connsiteY92" fmla="*/ 3306206 h 6858000"/>
              <a:gd name="connsiteX93" fmla="*/ 413892 w 5362575"/>
              <a:gd name="connsiteY93" fmla="*/ 3349836 h 6858000"/>
              <a:gd name="connsiteX94" fmla="*/ 437819 w 5362575"/>
              <a:gd name="connsiteY94" fmla="*/ 3390652 h 6858000"/>
              <a:gd name="connsiteX95" fmla="*/ 463153 w 5362575"/>
              <a:gd name="connsiteY95" fmla="*/ 3432876 h 6858000"/>
              <a:gd name="connsiteX96" fmla="*/ 487079 w 5362575"/>
              <a:gd name="connsiteY96" fmla="*/ 3475099 h 6858000"/>
              <a:gd name="connsiteX97" fmla="*/ 508191 w 5362575"/>
              <a:gd name="connsiteY97" fmla="*/ 3517322 h 6858000"/>
              <a:gd name="connsiteX98" fmla="*/ 525080 w 5362575"/>
              <a:gd name="connsiteY98" fmla="*/ 3558138 h 6858000"/>
              <a:gd name="connsiteX99" fmla="*/ 536340 w 5362575"/>
              <a:gd name="connsiteY99" fmla="*/ 3601769 h 6858000"/>
              <a:gd name="connsiteX100" fmla="*/ 541970 w 5362575"/>
              <a:gd name="connsiteY100" fmla="*/ 3645400 h 6858000"/>
              <a:gd name="connsiteX101" fmla="*/ 541970 w 5362575"/>
              <a:gd name="connsiteY101" fmla="*/ 3691846 h 6858000"/>
              <a:gd name="connsiteX102" fmla="*/ 539155 w 5362575"/>
              <a:gd name="connsiteY102" fmla="*/ 3739699 h 6858000"/>
              <a:gd name="connsiteX103" fmla="*/ 533525 w 5362575"/>
              <a:gd name="connsiteY103" fmla="*/ 3787552 h 6858000"/>
              <a:gd name="connsiteX104" fmla="*/ 526488 w 5362575"/>
              <a:gd name="connsiteY104" fmla="*/ 3835405 h 6858000"/>
              <a:gd name="connsiteX105" fmla="*/ 520858 w 5362575"/>
              <a:gd name="connsiteY105" fmla="*/ 3883258 h 6858000"/>
              <a:gd name="connsiteX106" fmla="*/ 516635 w 5362575"/>
              <a:gd name="connsiteY106" fmla="*/ 3931111 h 6858000"/>
              <a:gd name="connsiteX107" fmla="*/ 518043 w 5362575"/>
              <a:gd name="connsiteY107" fmla="*/ 3976150 h 6858000"/>
              <a:gd name="connsiteX108" fmla="*/ 523673 w 5362575"/>
              <a:gd name="connsiteY108" fmla="*/ 4019781 h 6858000"/>
              <a:gd name="connsiteX109" fmla="*/ 536340 w 5362575"/>
              <a:gd name="connsiteY109" fmla="*/ 4062004 h 6858000"/>
              <a:gd name="connsiteX110" fmla="*/ 554637 w 5362575"/>
              <a:gd name="connsiteY110" fmla="*/ 4097190 h 6858000"/>
              <a:gd name="connsiteX111" fmla="*/ 578563 w 5362575"/>
              <a:gd name="connsiteY111" fmla="*/ 4130969 h 6858000"/>
              <a:gd name="connsiteX112" fmla="*/ 606712 w 5362575"/>
              <a:gd name="connsiteY112" fmla="*/ 4160525 h 6858000"/>
              <a:gd name="connsiteX113" fmla="*/ 639083 w 5362575"/>
              <a:gd name="connsiteY113" fmla="*/ 4190081 h 6858000"/>
              <a:gd name="connsiteX114" fmla="*/ 672862 w 5362575"/>
              <a:gd name="connsiteY114" fmla="*/ 4216823 h 6858000"/>
              <a:gd name="connsiteX115" fmla="*/ 708048 w 5362575"/>
              <a:gd name="connsiteY115" fmla="*/ 4243564 h 6858000"/>
              <a:gd name="connsiteX116" fmla="*/ 743234 w 5362575"/>
              <a:gd name="connsiteY116" fmla="*/ 4270306 h 6858000"/>
              <a:gd name="connsiteX117" fmla="*/ 778420 w 5362575"/>
              <a:gd name="connsiteY117" fmla="*/ 4297047 h 6858000"/>
              <a:gd name="connsiteX118" fmla="*/ 810792 w 5362575"/>
              <a:gd name="connsiteY118" fmla="*/ 4325196 h 6858000"/>
              <a:gd name="connsiteX119" fmla="*/ 838941 w 5362575"/>
              <a:gd name="connsiteY119" fmla="*/ 4357567 h 6858000"/>
              <a:gd name="connsiteX120" fmla="*/ 864275 w 5362575"/>
              <a:gd name="connsiteY120" fmla="*/ 4388531 h 6858000"/>
              <a:gd name="connsiteX121" fmla="*/ 883979 w 5362575"/>
              <a:gd name="connsiteY121" fmla="*/ 4423717 h 6858000"/>
              <a:gd name="connsiteX122" fmla="*/ 900868 w 5362575"/>
              <a:gd name="connsiteY122" fmla="*/ 4461718 h 6858000"/>
              <a:gd name="connsiteX123" fmla="*/ 914943 w 5362575"/>
              <a:gd name="connsiteY123" fmla="*/ 4502534 h 6858000"/>
              <a:gd name="connsiteX124" fmla="*/ 927610 w 5362575"/>
              <a:gd name="connsiteY124" fmla="*/ 4544758 h 6858000"/>
              <a:gd name="connsiteX125" fmla="*/ 938869 w 5362575"/>
              <a:gd name="connsiteY125" fmla="*/ 4586981 h 6858000"/>
              <a:gd name="connsiteX126" fmla="*/ 950129 w 5362575"/>
              <a:gd name="connsiteY126" fmla="*/ 4630612 h 6858000"/>
              <a:gd name="connsiteX127" fmla="*/ 962796 w 5362575"/>
              <a:gd name="connsiteY127" fmla="*/ 4671428 h 6858000"/>
              <a:gd name="connsiteX128" fmla="*/ 976870 w 5362575"/>
              <a:gd name="connsiteY128" fmla="*/ 4712244 h 6858000"/>
              <a:gd name="connsiteX129" fmla="*/ 993760 w 5362575"/>
              <a:gd name="connsiteY129" fmla="*/ 4750245 h 6858000"/>
              <a:gd name="connsiteX130" fmla="*/ 1014871 w 5362575"/>
              <a:gd name="connsiteY130" fmla="*/ 4784024 h 6858000"/>
              <a:gd name="connsiteX131" fmla="*/ 1040205 w 5362575"/>
              <a:gd name="connsiteY131" fmla="*/ 4814987 h 6858000"/>
              <a:gd name="connsiteX132" fmla="*/ 1071169 w 5362575"/>
              <a:gd name="connsiteY132" fmla="*/ 4840321 h 6858000"/>
              <a:gd name="connsiteX133" fmla="*/ 1104948 w 5362575"/>
              <a:gd name="connsiteY133" fmla="*/ 4861433 h 6858000"/>
              <a:gd name="connsiteX134" fmla="*/ 1142949 w 5362575"/>
              <a:gd name="connsiteY134" fmla="*/ 4878322 h 6858000"/>
              <a:gd name="connsiteX135" fmla="*/ 1183765 w 5362575"/>
              <a:gd name="connsiteY135" fmla="*/ 4892397 h 6858000"/>
              <a:gd name="connsiteX136" fmla="*/ 1224581 w 5362575"/>
              <a:gd name="connsiteY136" fmla="*/ 4905064 h 6858000"/>
              <a:gd name="connsiteX137" fmla="*/ 1268212 w 5362575"/>
              <a:gd name="connsiteY137" fmla="*/ 4916323 h 6858000"/>
              <a:gd name="connsiteX138" fmla="*/ 1310435 w 5362575"/>
              <a:gd name="connsiteY138" fmla="*/ 4927583 h 6858000"/>
              <a:gd name="connsiteX139" fmla="*/ 1352658 w 5362575"/>
              <a:gd name="connsiteY139" fmla="*/ 4940250 h 6858000"/>
              <a:gd name="connsiteX140" fmla="*/ 1393474 w 5362575"/>
              <a:gd name="connsiteY140" fmla="*/ 4954324 h 6858000"/>
              <a:gd name="connsiteX141" fmla="*/ 1431475 w 5362575"/>
              <a:gd name="connsiteY141" fmla="*/ 4971214 h 6858000"/>
              <a:gd name="connsiteX142" fmla="*/ 1466661 w 5362575"/>
              <a:gd name="connsiteY142" fmla="*/ 4990918 h 6858000"/>
              <a:gd name="connsiteX143" fmla="*/ 1497625 w 5362575"/>
              <a:gd name="connsiteY143" fmla="*/ 5016252 h 6858000"/>
              <a:gd name="connsiteX144" fmla="*/ 1529996 w 5362575"/>
              <a:gd name="connsiteY144" fmla="*/ 5044401 h 6858000"/>
              <a:gd name="connsiteX145" fmla="*/ 1558145 w 5362575"/>
              <a:gd name="connsiteY145" fmla="*/ 5076772 h 6858000"/>
              <a:gd name="connsiteX146" fmla="*/ 1584887 w 5362575"/>
              <a:gd name="connsiteY146" fmla="*/ 5110551 h 6858000"/>
              <a:gd name="connsiteX147" fmla="*/ 1611628 w 5362575"/>
              <a:gd name="connsiteY147" fmla="*/ 5145737 h 6858000"/>
              <a:gd name="connsiteX148" fmla="*/ 1638370 w 5362575"/>
              <a:gd name="connsiteY148" fmla="*/ 5180923 h 6858000"/>
              <a:gd name="connsiteX149" fmla="*/ 1665111 w 5362575"/>
              <a:gd name="connsiteY149" fmla="*/ 5214702 h 6858000"/>
              <a:gd name="connsiteX150" fmla="*/ 1694668 w 5362575"/>
              <a:gd name="connsiteY150" fmla="*/ 5247073 h 6858000"/>
              <a:gd name="connsiteX151" fmla="*/ 1724224 w 5362575"/>
              <a:gd name="connsiteY151" fmla="*/ 5275222 h 6858000"/>
              <a:gd name="connsiteX152" fmla="*/ 1758003 w 5362575"/>
              <a:gd name="connsiteY152" fmla="*/ 5299149 h 6858000"/>
              <a:gd name="connsiteX153" fmla="*/ 1793189 w 5362575"/>
              <a:gd name="connsiteY153" fmla="*/ 5317446 h 6858000"/>
              <a:gd name="connsiteX154" fmla="*/ 1835412 w 5362575"/>
              <a:gd name="connsiteY154" fmla="*/ 5330113 h 6858000"/>
              <a:gd name="connsiteX155" fmla="*/ 1879043 w 5362575"/>
              <a:gd name="connsiteY155" fmla="*/ 5335742 h 6858000"/>
              <a:gd name="connsiteX156" fmla="*/ 1924081 w 5362575"/>
              <a:gd name="connsiteY156" fmla="*/ 5337150 h 6858000"/>
              <a:gd name="connsiteX157" fmla="*/ 1971934 w 5362575"/>
              <a:gd name="connsiteY157" fmla="*/ 5332927 h 6858000"/>
              <a:gd name="connsiteX158" fmla="*/ 2019788 w 5362575"/>
              <a:gd name="connsiteY158" fmla="*/ 5327298 h 6858000"/>
              <a:gd name="connsiteX159" fmla="*/ 2067641 w 5362575"/>
              <a:gd name="connsiteY159" fmla="*/ 5320260 h 6858000"/>
              <a:gd name="connsiteX160" fmla="*/ 2115494 w 5362575"/>
              <a:gd name="connsiteY160" fmla="*/ 5314631 h 6858000"/>
              <a:gd name="connsiteX161" fmla="*/ 2163347 w 5362575"/>
              <a:gd name="connsiteY161" fmla="*/ 5311816 h 6858000"/>
              <a:gd name="connsiteX162" fmla="*/ 2209793 w 5362575"/>
              <a:gd name="connsiteY162" fmla="*/ 5311816 h 6858000"/>
              <a:gd name="connsiteX163" fmla="*/ 2253424 w 5362575"/>
              <a:gd name="connsiteY163" fmla="*/ 5317446 h 6858000"/>
              <a:gd name="connsiteX164" fmla="*/ 2297055 w 5362575"/>
              <a:gd name="connsiteY164" fmla="*/ 5328705 h 6858000"/>
              <a:gd name="connsiteX165" fmla="*/ 2339278 w 5362575"/>
              <a:gd name="connsiteY165" fmla="*/ 5345594 h 6858000"/>
              <a:gd name="connsiteX166" fmla="*/ 2381501 w 5362575"/>
              <a:gd name="connsiteY166" fmla="*/ 5368114 h 6858000"/>
              <a:gd name="connsiteX167" fmla="*/ 2423725 w 5362575"/>
              <a:gd name="connsiteY167" fmla="*/ 5390633 h 6858000"/>
              <a:gd name="connsiteX168" fmla="*/ 2465948 w 5362575"/>
              <a:gd name="connsiteY168" fmla="*/ 5415967 h 6858000"/>
              <a:gd name="connsiteX169" fmla="*/ 2506764 w 5362575"/>
              <a:gd name="connsiteY169" fmla="*/ 5439893 h 6858000"/>
              <a:gd name="connsiteX170" fmla="*/ 2550395 w 5362575"/>
              <a:gd name="connsiteY170" fmla="*/ 5461005 h 6858000"/>
              <a:gd name="connsiteX171" fmla="*/ 2592618 w 5362575"/>
              <a:gd name="connsiteY171" fmla="*/ 5477894 h 6858000"/>
              <a:gd name="connsiteX172" fmla="*/ 2636249 w 5362575"/>
              <a:gd name="connsiteY172" fmla="*/ 5489154 h 6858000"/>
              <a:gd name="connsiteX173" fmla="*/ 2681287 w 5362575"/>
              <a:gd name="connsiteY173" fmla="*/ 5493376 h 6858000"/>
              <a:gd name="connsiteX174" fmla="*/ 2726325 w 5362575"/>
              <a:gd name="connsiteY174" fmla="*/ 5489154 h 6858000"/>
              <a:gd name="connsiteX175" fmla="*/ 2769956 w 5362575"/>
              <a:gd name="connsiteY175" fmla="*/ 5477894 h 6858000"/>
              <a:gd name="connsiteX176" fmla="*/ 2812180 w 5362575"/>
              <a:gd name="connsiteY176" fmla="*/ 5461005 h 6858000"/>
              <a:gd name="connsiteX177" fmla="*/ 2855810 w 5362575"/>
              <a:gd name="connsiteY177" fmla="*/ 5439893 h 6858000"/>
              <a:gd name="connsiteX178" fmla="*/ 2896626 w 5362575"/>
              <a:gd name="connsiteY178" fmla="*/ 5415967 h 6858000"/>
              <a:gd name="connsiteX179" fmla="*/ 2938850 w 5362575"/>
              <a:gd name="connsiteY179" fmla="*/ 5390633 h 6858000"/>
              <a:gd name="connsiteX180" fmla="*/ 2981073 w 5362575"/>
              <a:gd name="connsiteY180" fmla="*/ 5368114 h 6858000"/>
              <a:gd name="connsiteX181" fmla="*/ 3023296 w 5362575"/>
              <a:gd name="connsiteY181" fmla="*/ 5345594 h 6858000"/>
              <a:gd name="connsiteX182" fmla="*/ 3064112 w 5362575"/>
              <a:gd name="connsiteY182" fmla="*/ 5328705 h 6858000"/>
              <a:gd name="connsiteX183" fmla="*/ 3109151 w 5362575"/>
              <a:gd name="connsiteY183" fmla="*/ 5317446 h 6858000"/>
              <a:gd name="connsiteX184" fmla="*/ 3152781 w 5362575"/>
              <a:gd name="connsiteY184" fmla="*/ 5311816 h 6858000"/>
              <a:gd name="connsiteX185" fmla="*/ 3199227 w 5362575"/>
              <a:gd name="connsiteY185" fmla="*/ 5311816 h 6858000"/>
              <a:gd name="connsiteX186" fmla="*/ 3247080 w 5362575"/>
              <a:gd name="connsiteY186" fmla="*/ 5314631 h 6858000"/>
              <a:gd name="connsiteX187" fmla="*/ 3294933 w 5362575"/>
              <a:gd name="connsiteY187" fmla="*/ 5320260 h 6858000"/>
              <a:gd name="connsiteX188" fmla="*/ 3342787 w 5362575"/>
              <a:gd name="connsiteY188" fmla="*/ 5327298 h 6858000"/>
              <a:gd name="connsiteX189" fmla="*/ 3390640 w 5362575"/>
              <a:gd name="connsiteY189" fmla="*/ 5332927 h 6858000"/>
              <a:gd name="connsiteX190" fmla="*/ 3438493 w 5362575"/>
              <a:gd name="connsiteY190" fmla="*/ 5337150 h 6858000"/>
              <a:gd name="connsiteX191" fmla="*/ 3483531 w 5362575"/>
              <a:gd name="connsiteY191" fmla="*/ 5335742 h 6858000"/>
              <a:gd name="connsiteX192" fmla="*/ 3527162 w 5362575"/>
              <a:gd name="connsiteY192" fmla="*/ 5330113 h 6858000"/>
              <a:gd name="connsiteX193" fmla="*/ 3569385 w 5362575"/>
              <a:gd name="connsiteY193" fmla="*/ 5317446 h 6858000"/>
              <a:gd name="connsiteX194" fmla="*/ 3604572 w 5362575"/>
              <a:gd name="connsiteY194" fmla="*/ 5299149 h 6858000"/>
              <a:gd name="connsiteX195" fmla="*/ 3638350 w 5362575"/>
              <a:gd name="connsiteY195" fmla="*/ 5275222 h 6858000"/>
              <a:gd name="connsiteX196" fmla="*/ 3667907 w 5362575"/>
              <a:gd name="connsiteY196" fmla="*/ 5247073 h 6858000"/>
              <a:gd name="connsiteX197" fmla="*/ 3697463 w 5362575"/>
              <a:gd name="connsiteY197" fmla="*/ 5214702 h 6858000"/>
              <a:gd name="connsiteX198" fmla="*/ 3724204 w 5362575"/>
              <a:gd name="connsiteY198" fmla="*/ 5180923 h 6858000"/>
              <a:gd name="connsiteX199" fmla="*/ 3750946 w 5362575"/>
              <a:gd name="connsiteY199" fmla="*/ 5145737 h 6858000"/>
              <a:gd name="connsiteX200" fmla="*/ 3777687 w 5362575"/>
              <a:gd name="connsiteY200" fmla="*/ 5110551 h 6858000"/>
              <a:gd name="connsiteX201" fmla="*/ 3804429 w 5362575"/>
              <a:gd name="connsiteY201" fmla="*/ 5076772 h 6858000"/>
              <a:gd name="connsiteX202" fmla="*/ 3832578 w 5362575"/>
              <a:gd name="connsiteY202" fmla="*/ 5044401 h 6858000"/>
              <a:gd name="connsiteX203" fmla="*/ 3864949 w 5362575"/>
              <a:gd name="connsiteY203" fmla="*/ 5016252 h 6858000"/>
              <a:gd name="connsiteX204" fmla="*/ 3895913 w 5362575"/>
              <a:gd name="connsiteY204" fmla="*/ 4990918 h 6858000"/>
              <a:gd name="connsiteX205" fmla="*/ 3931099 w 5362575"/>
              <a:gd name="connsiteY205" fmla="*/ 4971214 h 6858000"/>
              <a:gd name="connsiteX206" fmla="*/ 3969100 w 5362575"/>
              <a:gd name="connsiteY206" fmla="*/ 4954324 h 6858000"/>
              <a:gd name="connsiteX207" fmla="*/ 4009916 w 5362575"/>
              <a:gd name="connsiteY207" fmla="*/ 4940250 h 6858000"/>
              <a:gd name="connsiteX208" fmla="*/ 4052139 w 5362575"/>
              <a:gd name="connsiteY208" fmla="*/ 4927583 h 6858000"/>
              <a:gd name="connsiteX209" fmla="*/ 4094363 w 5362575"/>
              <a:gd name="connsiteY209" fmla="*/ 4916323 h 6858000"/>
              <a:gd name="connsiteX210" fmla="*/ 4137993 w 5362575"/>
              <a:gd name="connsiteY210" fmla="*/ 4905064 h 6858000"/>
              <a:gd name="connsiteX211" fmla="*/ 4178809 w 5362575"/>
              <a:gd name="connsiteY211" fmla="*/ 4892397 h 6858000"/>
              <a:gd name="connsiteX212" fmla="*/ 4219625 w 5362575"/>
              <a:gd name="connsiteY212" fmla="*/ 4878322 h 6858000"/>
              <a:gd name="connsiteX213" fmla="*/ 4257626 w 5362575"/>
              <a:gd name="connsiteY213" fmla="*/ 4861433 h 6858000"/>
              <a:gd name="connsiteX214" fmla="*/ 4291405 w 5362575"/>
              <a:gd name="connsiteY214" fmla="*/ 4840321 h 6858000"/>
              <a:gd name="connsiteX215" fmla="*/ 4322369 w 5362575"/>
              <a:gd name="connsiteY215" fmla="*/ 4814987 h 6858000"/>
              <a:gd name="connsiteX216" fmla="*/ 4347703 w 5362575"/>
              <a:gd name="connsiteY216" fmla="*/ 4784024 h 6858000"/>
              <a:gd name="connsiteX217" fmla="*/ 4368815 w 5362575"/>
              <a:gd name="connsiteY217" fmla="*/ 4750245 h 6858000"/>
              <a:gd name="connsiteX218" fmla="*/ 4385704 w 5362575"/>
              <a:gd name="connsiteY218" fmla="*/ 4712244 h 6858000"/>
              <a:gd name="connsiteX219" fmla="*/ 4399778 w 5362575"/>
              <a:gd name="connsiteY219" fmla="*/ 4671428 h 6858000"/>
              <a:gd name="connsiteX220" fmla="*/ 4412445 w 5362575"/>
              <a:gd name="connsiteY220" fmla="*/ 4630612 h 6858000"/>
              <a:gd name="connsiteX221" fmla="*/ 4423705 w 5362575"/>
              <a:gd name="connsiteY221" fmla="*/ 4586981 h 6858000"/>
              <a:gd name="connsiteX222" fmla="*/ 4434964 w 5362575"/>
              <a:gd name="connsiteY222" fmla="*/ 4544758 h 6858000"/>
              <a:gd name="connsiteX223" fmla="*/ 4447632 w 5362575"/>
              <a:gd name="connsiteY223" fmla="*/ 4502534 h 6858000"/>
              <a:gd name="connsiteX224" fmla="*/ 4461706 w 5362575"/>
              <a:gd name="connsiteY224" fmla="*/ 4461718 h 6858000"/>
              <a:gd name="connsiteX225" fmla="*/ 4478595 w 5362575"/>
              <a:gd name="connsiteY225" fmla="*/ 4423717 h 6858000"/>
              <a:gd name="connsiteX226" fmla="*/ 4498300 w 5362575"/>
              <a:gd name="connsiteY226" fmla="*/ 4388531 h 6858000"/>
              <a:gd name="connsiteX227" fmla="*/ 4523634 w 5362575"/>
              <a:gd name="connsiteY227" fmla="*/ 4357567 h 6858000"/>
              <a:gd name="connsiteX228" fmla="*/ 4551782 w 5362575"/>
              <a:gd name="connsiteY228" fmla="*/ 4325196 h 6858000"/>
              <a:gd name="connsiteX229" fmla="*/ 4584154 w 5362575"/>
              <a:gd name="connsiteY229" fmla="*/ 4297047 h 6858000"/>
              <a:gd name="connsiteX230" fmla="*/ 4617933 w 5362575"/>
              <a:gd name="connsiteY230" fmla="*/ 4270306 h 6858000"/>
              <a:gd name="connsiteX231" fmla="*/ 4654526 w 5362575"/>
              <a:gd name="connsiteY231" fmla="*/ 4243564 h 6858000"/>
              <a:gd name="connsiteX232" fmla="*/ 4689712 w 5362575"/>
              <a:gd name="connsiteY232" fmla="*/ 4216823 h 6858000"/>
              <a:gd name="connsiteX233" fmla="*/ 4723491 w 5362575"/>
              <a:gd name="connsiteY233" fmla="*/ 4190081 h 6858000"/>
              <a:gd name="connsiteX234" fmla="*/ 4755862 w 5362575"/>
              <a:gd name="connsiteY234" fmla="*/ 4160525 h 6858000"/>
              <a:gd name="connsiteX235" fmla="*/ 4784011 w 5362575"/>
              <a:gd name="connsiteY235" fmla="*/ 4130969 h 6858000"/>
              <a:gd name="connsiteX236" fmla="*/ 4807938 w 5362575"/>
              <a:gd name="connsiteY236" fmla="*/ 4097190 h 6858000"/>
              <a:gd name="connsiteX237" fmla="*/ 4826235 w 5362575"/>
              <a:gd name="connsiteY237" fmla="*/ 4062004 h 6858000"/>
              <a:gd name="connsiteX238" fmla="*/ 4838902 w 5362575"/>
              <a:gd name="connsiteY238" fmla="*/ 4019781 h 6858000"/>
              <a:gd name="connsiteX239" fmla="*/ 4844531 w 5362575"/>
              <a:gd name="connsiteY239" fmla="*/ 3976150 h 6858000"/>
              <a:gd name="connsiteX240" fmla="*/ 4845939 w 5362575"/>
              <a:gd name="connsiteY240" fmla="*/ 3931111 h 6858000"/>
              <a:gd name="connsiteX241" fmla="*/ 4841716 w 5362575"/>
              <a:gd name="connsiteY241" fmla="*/ 3883258 h 6858000"/>
              <a:gd name="connsiteX242" fmla="*/ 4836087 w 5362575"/>
              <a:gd name="connsiteY242" fmla="*/ 3835405 h 6858000"/>
              <a:gd name="connsiteX243" fmla="*/ 4829049 w 5362575"/>
              <a:gd name="connsiteY243" fmla="*/ 3787552 h 6858000"/>
              <a:gd name="connsiteX244" fmla="*/ 4823420 w 5362575"/>
              <a:gd name="connsiteY244" fmla="*/ 3739699 h 6858000"/>
              <a:gd name="connsiteX245" fmla="*/ 4820605 w 5362575"/>
              <a:gd name="connsiteY245" fmla="*/ 3691846 h 6858000"/>
              <a:gd name="connsiteX246" fmla="*/ 4820605 w 5362575"/>
              <a:gd name="connsiteY246" fmla="*/ 3645400 h 6858000"/>
              <a:gd name="connsiteX247" fmla="*/ 4826235 w 5362575"/>
              <a:gd name="connsiteY247" fmla="*/ 3601769 h 6858000"/>
              <a:gd name="connsiteX248" fmla="*/ 4837494 w 5362575"/>
              <a:gd name="connsiteY248" fmla="*/ 3558138 h 6858000"/>
              <a:gd name="connsiteX249" fmla="*/ 4854383 w 5362575"/>
              <a:gd name="connsiteY249" fmla="*/ 3517322 h 6858000"/>
              <a:gd name="connsiteX250" fmla="*/ 4876903 w 5362575"/>
              <a:gd name="connsiteY250" fmla="*/ 3475099 h 6858000"/>
              <a:gd name="connsiteX251" fmla="*/ 4899422 w 5362575"/>
              <a:gd name="connsiteY251" fmla="*/ 3432876 h 6858000"/>
              <a:gd name="connsiteX252" fmla="*/ 4924756 w 5362575"/>
              <a:gd name="connsiteY252" fmla="*/ 3390652 h 6858000"/>
              <a:gd name="connsiteX253" fmla="*/ 4948682 w 5362575"/>
              <a:gd name="connsiteY253" fmla="*/ 3349836 h 6858000"/>
              <a:gd name="connsiteX254" fmla="*/ 4969794 w 5362575"/>
              <a:gd name="connsiteY254" fmla="*/ 3306206 h 6858000"/>
              <a:gd name="connsiteX255" fmla="*/ 4986683 w 5362575"/>
              <a:gd name="connsiteY255" fmla="*/ 3263982 h 6858000"/>
              <a:gd name="connsiteX256" fmla="*/ 4997943 w 5362575"/>
              <a:gd name="connsiteY256" fmla="*/ 3220351 h 6858000"/>
              <a:gd name="connsiteX257" fmla="*/ 5002165 w 5362575"/>
              <a:gd name="connsiteY257" fmla="*/ 3175313 h 6858000"/>
              <a:gd name="connsiteX258" fmla="*/ 4997943 w 5362575"/>
              <a:gd name="connsiteY258" fmla="*/ 3130275 h 6858000"/>
              <a:gd name="connsiteX259" fmla="*/ 4986683 w 5362575"/>
              <a:gd name="connsiteY259" fmla="*/ 3086644 h 6858000"/>
              <a:gd name="connsiteX260" fmla="*/ 4969794 w 5362575"/>
              <a:gd name="connsiteY260" fmla="*/ 3044421 h 6858000"/>
              <a:gd name="connsiteX261" fmla="*/ 4948682 w 5362575"/>
              <a:gd name="connsiteY261" fmla="*/ 3000790 h 6858000"/>
              <a:gd name="connsiteX262" fmla="*/ 4924756 w 5362575"/>
              <a:gd name="connsiteY262" fmla="*/ 2959974 h 6858000"/>
              <a:gd name="connsiteX263" fmla="*/ 4899422 w 5362575"/>
              <a:gd name="connsiteY263" fmla="*/ 2917751 h 6858000"/>
              <a:gd name="connsiteX264" fmla="*/ 4876903 w 5362575"/>
              <a:gd name="connsiteY264" fmla="*/ 2875527 h 6858000"/>
              <a:gd name="connsiteX265" fmla="*/ 4854383 w 5362575"/>
              <a:gd name="connsiteY265" fmla="*/ 2833304 h 6858000"/>
              <a:gd name="connsiteX266" fmla="*/ 4837494 w 5362575"/>
              <a:gd name="connsiteY266" fmla="*/ 2792488 h 6858000"/>
              <a:gd name="connsiteX267" fmla="*/ 4826235 w 5362575"/>
              <a:gd name="connsiteY267" fmla="*/ 2748857 h 6858000"/>
              <a:gd name="connsiteX268" fmla="*/ 4820605 w 5362575"/>
              <a:gd name="connsiteY268" fmla="*/ 2705226 h 6858000"/>
              <a:gd name="connsiteX269" fmla="*/ 4820605 w 5362575"/>
              <a:gd name="connsiteY269" fmla="*/ 2658781 h 6858000"/>
              <a:gd name="connsiteX270" fmla="*/ 4823420 w 5362575"/>
              <a:gd name="connsiteY270" fmla="*/ 2610927 h 6858000"/>
              <a:gd name="connsiteX271" fmla="*/ 4829049 w 5362575"/>
              <a:gd name="connsiteY271" fmla="*/ 2563074 h 6858000"/>
              <a:gd name="connsiteX272" fmla="*/ 4836087 w 5362575"/>
              <a:gd name="connsiteY272" fmla="*/ 2515221 h 6858000"/>
              <a:gd name="connsiteX273" fmla="*/ 4841716 w 5362575"/>
              <a:gd name="connsiteY273" fmla="*/ 2467368 h 6858000"/>
              <a:gd name="connsiteX274" fmla="*/ 4845939 w 5362575"/>
              <a:gd name="connsiteY274" fmla="*/ 2419515 h 6858000"/>
              <a:gd name="connsiteX275" fmla="*/ 4844531 w 5362575"/>
              <a:gd name="connsiteY275" fmla="*/ 2374477 h 6858000"/>
              <a:gd name="connsiteX276" fmla="*/ 4838902 w 5362575"/>
              <a:gd name="connsiteY276" fmla="*/ 2330846 h 6858000"/>
              <a:gd name="connsiteX277" fmla="*/ 4826235 w 5362575"/>
              <a:gd name="connsiteY277" fmla="*/ 2288622 h 6858000"/>
              <a:gd name="connsiteX278" fmla="*/ 4807938 w 5362575"/>
              <a:gd name="connsiteY278" fmla="*/ 2253436 h 6858000"/>
              <a:gd name="connsiteX279" fmla="*/ 4784011 w 5362575"/>
              <a:gd name="connsiteY279" fmla="*/ 2219658 h 6858000"/>
              <a:gd name="connsiteX280" fmla="*/ 4755862 w 5362575"/>
              <a:gd name="connsiteY280" fmla="*/ 2190101 h 6858000"/>
              <a:gd name="connsiteX281" fmla="*/ 4723491 w 5362575"/>
              <a:gd name="connsiteY281" fmla="*/ 2160545 h 6858000"/>
              <a:gd name="connsiteX282" fmla="*/ 4689712 w 5362575"/>
              <a:gd name="connsiteY282" fmla="*/ 2133803 h 6858000"/>
              <a:gd name="connsiteX283" fmla="*/ 4654526 w 5362575"/>
              <a:gd name="connsiteY283" fmla="*/ 2107062 h 6858000"/>
              <a:gd name="connsiteX284" fmla="*/ 4617933 w 5362575"/>
              <a:gd name="connsiteY284" fmla="*/ 2080320 h 6858000"/>
              <a:gd name="connsiteX285" fmla="*/ 4584154 w 5362575"/>
              <a:gd name="connsiteY285" fmla="*/ 2053579 h 6858000"/>
              <a:gd name="connsiteX286" fmla="*/ 4551782 w 5362575"/>
              <a:gd name="connsiteY286" fmla="*/ 2025430 h 6858000"/>
              <a:gd name="connsiteX287" fmla="*/ 4523634 w 5362575"/>
              <a:gd name="connsiteY287" fmla="*/ 1993059 h 6858000"/>
              <a:gd name="connsiteX288" fmla="*/ 4498300 w 5362575"/>
              <a:gd name="connsiteY288" fmla="*/ 1962095 h 6858000"/>
              <a:gd name="connsiteX289" fmla="*/ 4478595 w 5362575"/>
              <a:gd name="connsiteY289" fmla="*/ 1926909 h 6858000"/>
              <a:gd name="connsiteX290" fmla="*/ 4461706 w 5362575"/>
              <a:gd name="connsiteY290" fmla="*/ 1888908 h 6858000"/>
              <a:gd name="connsiteX291" fmla="*/ 4447632 w 5362575"/>
              <a:gd name="connsiteY291" fmla="*/ 1848092 h 6858000"/>
              <a:gd name="connsiteX292" fmla="*/ 4434964 w 5362575"/>
              <a:gd name="connsiteY292" fmla="*/ 1805868 h 6858000"/>
              <a:gd name="connsiteX293" fmla="*/ 4423705 w 5362575"/>
              <a:gd name="connsiteY293" fmla="*/ 1763645 h 6858000"/>
              <a:gd name="connsiteX294" fmla="*/ 4412445 w 5362575"/>
              <a:gd name="connsiteY294" fmla="*/ 1720014 h 6858000"/>
              <a:gd name="connsiteX295" fmla="*/ 4399778 w 5362575"/>
              <a:gd name="connsiteY295" fmla="*/ 1679198 h 6858000"/>
              <a:gd name="connsiteX296" fmla="*/ 4385704 w 5362575"/>
              <a:gd name="connsiteY296" fmla="*/ 1638382 h 6858000"/>
              <a:gd name="connsiteX297" fmla="*/ 4368815 w 5362575"/>
              <a:gd name="connsiteY297" fmla="*/ 1600381 h 6858000"/>
              <a:gd name="connsiteX298" fmla="*/ 4347703 w 5362575"/>
              <a:gd name="connsiteY298" fmla="*/ 1566603 h 6858000"/>
              <a:gd name="connsiteX299" fmla="*/ 4322369 w 5362575"/>
              <a:gd name="connsiteY299" fmla="*/ 1535639 h 6858000"/>
              <a:gd name="connsiteX300" fmla="*/ 4291405 w 5362575"/>
              <a:gd name="connsiteY300" fmla="*/ 1510305 h 6858000"/>
              <a:gd name="connsiteX301" fmla="*/ 4257626 w 5362575"/>
              <a:gd name="connsiteY301" fmla="*/ 1489193 h 6858000"/>
              <a:gd name="connsiteX302" fmla="*/ 4219625 w 5362575"/>
              <a:gd name="connsiteY302" fmla="*/ 1472304 h 6858000"/>
              <a:gd name="connsiteX303" fmla="*/ 4178809 w 5362575"/>
              <a:gd name="connsiteY303" fmla="*/ 1458229 h 6858000"/>
              <a:gd name="connsiteX304" fmla="*/ 4137993 w 5362575"/>
              <a:gd name="connsiteY304" fmla="*/ 1445562 h 6858000"/>
              <a:gd name="connsiteX305" fmla="*/ 4094363 w 5362575"/>
              <a:gd name="connsiteY305" fmla="*/ 1434303 h 6858000"/>
              <a:gd name="connsiteX306" fmla="*/ 4052139 w 5362575"/>
              <a:gd name="connsiteY306" fmla="*/ 1423043 h 6858000"/>
              <a:gd name="connsiteX307" fmla="*/ 4009916 w 5362575"/>
              <a:gd name="connsiteY307" fmla="*/ 1410376 h 6858000"/>
              <a:gd name="connsiteX308" fmla="*/ 3969100 w 5362575"/>
              <a:gd name="connsiteY308" fmla="*/ 1396302 h 6858000"/>
              <a:gd name="connsiteX309" fmla="*/ 3931099 w 5362575"/>
              <a:gd name="connsiteY309" fmla="*/ 1379412 h 6858000"/>
              <a:gd name="connsiteX310" fmla="*/ 3895913 w 5362575"/>
              <a:gd name="connsiteY310" fmla="*/ 1359708 h 6858000"/>
              <a:gd name="connsiteX311" fmla="*/ 3864949 w 5362575"/>
              <a:gd name="connsiteY311" fmla="*/ 1334374 h 6858000"/>
              <a:gd name="connsiteX312" fmla="*/ 3832578 w 5362575"/>
              <a:gd name="connsiteY312" fmla="*/ 1306225 h 6858000"/>
              <a:gd name="connsiteX313" fmla="*/ 3804429 w 5362575"/>
              <a:gd name="connsiteY313" fmla="*/ 1273854 h 6858000"/>
              <a:gd name="connsiteX314" fmla="*/ 3777687 w 5362575"/>
              <a:gd name="connsiteY314" fmla="*/ 1240075 h 6858000"/>
              <a:gd name="connsiteX315" fmla="*/ 3750946 w 5362575"/>
              <a:gd name="connsiteY315" fmla="*/ 1204889 h 6858000"/>
              <a:gd name="connsiteX316" fmla="*/ 3724204 w 5362575"/>
              <a:gd name="connsiteY316" fmla="*/ 1169703 h 6858000"/>
              <a:gd name="connsiteX317" fmla="*/ 3697463 w 5362575"/>
              <a:gd name="connsiteY317" fmla="*/ 1135924 h 6858000"/>
              <a:gd name="connsiteX318" fmla="*/ 3667907 w 5362575"/>
              <a:gd name="connsiteY318" fmla="*/ 1103553 h 6858000"/>
              <a:gd name="connsiteX319" fmla="*/ 3638350 w 5362575"/>
              <a:gd name="connsiteY319" fmla="*/ 1075404 h 6858000"/>
              <a:gd name="connsiteX320" fmla="*/ 3604572 w 5362575"/>
              <a:gd name="connsiteY320" fmla="*/ 1051478 h 6858000"/>
              <a:gd name="connsiteX321" fmla="*/ 3569385 w 5362575"/>
              <a:gd name="connsiteY321" fmla="*/ 1033181 h 6858000"/>
              <a:gd name="connsiteX322" fmla="*/ 3527162 w 5362575"/>
              <a:gd name="connsiteY322" fmla="*/ 1020514 h 6858000"/>
              <a:gd name="connsiteX323" fmla="*/ 3483531 w 5362575"/>
              <a:gd name="connsiteY323" fmla="*/ 1014884 h 6858000"/>
              <a:gd name="connsiteX324" fmla="*/ 3438493 w 5362575"/>
              <a:gd name="connsiteY324" fmla="*/ 1013477 h 6858000"/>
              <a:gd name="connsiteX325" fmla="*/ 3390640 w 5362575"/>
              <a:gd name="connsiteY325" fmla="*/ 1017699 h 6858000"/>
              <a:gd name="connsiteX326" fmla="*/ 3342787 w 5362575"/>
              <a:gd name="connsiteY326" fmla="*/ 1023329 h 6858000"/>
              <a:gd name="connsiteX327" fmla="*/ 3294933 w 5362575"/>
              <a:gd name="connsiteY327" fmla="*/ 1030366 h 6858000"/>
              <a:gd name="connsiteX328" fmla="*/ 3247080 w 5362575"/>
              <a:gd name="connsiteY328" fmla="*/ 1035996 h 6858000"/>
              <a:gd name="connsiteX329" fmla="*/ 3199227 w 5362575"/>
              <a:gd name="connsiteY329" fmla="*/ 1038811 h 6858000"/>
              <a:gd name="connsiteX330" fmla="*/ 3152781 w 5362575"/>
              <a:gd name="connsiteY330" fmla="*/ 1038811 h 6858000"/>
              <a:gd name="connsiteX331" fmla="*/ 3109151 w 5362575"/>
              <a:gd name="connsiteY331" fmla="*/ 1033181 h 6858000"/>
              <a:gd name="connsiteX332" fmla="*/ 3064112 w 5362575"/>
              <a:gd name="connsiteY332" fmla="*/ 1021921 h 6858000"/>
              <a:gd name="connsiteX333" fmla="*/ 3023296 w 5362575"/>
              <a:gd name="connsiteY333" fmla="*/ 1005032 h 6858000"/>
              <a:gd name="connsiteX334" fmla="*/ 2981073 w 5362575"/>
              <a:gd name="connsiteY334" fmla="*/ 982513 h 6858000"/>
              <a:gd name="connsiteX335" fmla="*/ 2938850 w 5362575"/>
              <a:gd name="connsiteY335" fmla="*/ 959994 h 6858000"/>
              <a:gd name="connsiteX336" fmla="*/ 2896626 w 5362575"/>
              <a:gd name="connsiteY336" fmla="*/ 934660 h 6858000"/>
              <a:gd name="connsiteX337" fmla="*/ 2855810 w 5362575"/>
              <a:gd name="connsiteY337" fmla="*/ 910733 h 6858000"/>
              <a:gd name="connsiteX338" fmla="*/ 2812180 w 5362575"/>
              <a:gd name="connsiteY338" fmla="*/ 889621 h 6858000"/>
              <a:gd name="connsiteX339" fmla="*/ 2769956 w 5362575"/>
              <a:gd name="connsiteY339" fmla="*/ 872732 h 6858000"/>
              <a:gd name="connsiteX340" fmla="*/ 2726325 w 5362575"/>
              <a:gd name="connsiteY340" fmla="*/ 861472 h 6858000"/>
              <a:gd name="connsiteX341" fmla="*/ 2681287 w 5362575"/>
              <a:gd name="connsiteY341" fmla="*/ 857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</a:cxnLst>
            <a:rect l="l" t="t" r="r" b="b"/>
            <a:pathLst>
              <a:path w="5362575" h="6858000">
                <a:moveTo>
                  <a:pt x="0" y="0"/>
                </a:moveTo>
                <a:lnTo>
                  <a:pt x="5362575" y="0"/>
                </a:lnTo>
                <a:lnTo>
                  <a:pt x="5362575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2681287" y="857250"/>
                </a:moveTo>
                <a:lnTo>
                  <a:pt x="2636249" y="861472"/>
                </a:lnTo>
                <a:lnTo>
                  <a:pt x="2592618" y="872732"/>
                </a:lnTo>
                <a:lnTo>
                  <a:pt x="2550395" y="889621"/>
                </a:lnTo>
                <a:lnTo>
                  <a:pt x="2506764" y="910733"/>
                </a:lnTo>
                <a:lnTo>
                  <a:pt x="2465948" y="934660"/>
                </a:lnTo>
                <a:lnTo>
                  <a:pt x="2423725" y="959994"/>
                </a:lnTo>
                <a:lnTo>
                  <a:pt x="2381501" y="982513"/>
                </a:lnTo>
                <a:lnTo>
                  <a:pt x="2339278" y="1005032"/>
                </a:lnTo>
                <a:lnTo>
                  <a:pt x="2297055" y="1021921"/>
                </a:lnTo>
                <a:lnTo>
                  <a:pt x="2253424" y="1033181"/>
                </a:lnTo>
                <a:lnTo>
                  <a:pt x="2209793" y="1038811"/>
                </a:lnTo>
                <a:lnTo>
                  <a:pt x="2163347" y="1038811"/>
                </a:lnTo>
                <a:lnTo>
                  <a:pt x="2115494" y="1035996"/>
                </a:lnTo>
                <a:lnTo>
                  <a:pt x="2067641" y="1030366"/>
                </a:lnTo>
                <a:lnTo>
                  <a:pt x="2019788" y="1023329"/>
                </a:lnTo>
                <a:lnTo>
                  <a:pt x="1971934" y="1017699"/>
                </a:lnTo>
                <a:lnTo>
                  <a:pt x="1924081" y="1013477"/>
                </a:lnTo>
                <a:lnTo>
                  <a:pt x="1879043" y="1014884"/>
                </a:lnTo>
                <a:lnTo>
                  <a:pt x="1835412" y="1020514"/>
                </a:lnTo>
                <a:lnTo>
                  <a:pt x="1793189" y="1033181"/>
                </a:lnTo>
                <a:lnTo>
                  <a:pt x="1758003" y="1051478"/>
                </a:lnTo>
                <a:lnTo>
                  <a:pt x="1724224" y="1075404"/>
                </a:lnTo>
                <a:lnTo>
                  <a:pt x="1694668" y="1103553"/>
                </a:lnTo>
                <a:lnTo>
                  <a:pt x="1665111" y="1135924"/>
                </a:lnTo>
                <a:lnTo>
                  <a:pt x="1638370" y="1169703"/>
                </a:lnTo>
                <a:lnTo>
                  <a:pt x="1611628" y="1204889"/>
                </a:lnTo>
                <a:lnTo>
                  <a:pt x="1584887" y="1240075"/>
                </a:lnTo>
                <a:lnTo>
                  <a:pt x="1558145" y="1273854"/>
                </a:lnTo>
                <a:lnTo>
                  <a:pt x="1529996" y="1306225"/>
                </a:lnTo>
                <a:lnTo>
                  <a:pt x="1497625" y="1334374"/>
                </a:lnTo>
                <a:lnTo>
                  <a:pt x="1466661" y="1359708"/>
                </a:lnTo>
                <a:lnTo>
                  <a:pt x="1431475" y="1379412"/>
                </a:lnTo>
                <a:lnTo>
                  <a:pt x="1393474" y="1396302"/>
                </a:lnTo>
                <a:lnTo>
                  <a:pt x="1352658" y="1410376"/>
                </a:lnTo>
                <a:lnTo>
                  <a:pt x="1310435" y="1423043"/>
                </a:lnTo>
                <a:lnTo>
                  <a:pt x="1268212" y="1434303"/>
                </a:lnTo>
                <a:lnTo>
                  <a:pt x="1224581" y="1445562"/>
                </a:lnTo>
                <a:lnTo>
                  <a:pt x="1183765" y="1458229"/>
                </a:lnTo>
                <a:lnTo>
                  <a:pt x="1142949" y="1472304"/>
                </a:lnTo>
                <a:lnTo>
                  <a:pt x="1104948" y="1489193"/>
                </a:lnTo>
                <a:lnTo>
                  <a:pt x="1071169" y="1510305"/>
                </a:lnTo>
                <a:lnTo>
                  <a:pt x="1040205" y="1535639"/>
                </a:lnTo>
                <a:lnTo>
                  <a:pt x="1014871" y="1566603"/>
                </a:lnTo>
                <a:lnTo>
                  <a:pt x="993760" y="1600381"/>
                </a:lnTo>
                <a:lnTo>
                  <a:pt x="976870" y="1638382"/>
                </a:lnTo>
                <a:lnTo>
                  <a:pt x="962796" y="1679198"/>
                </a:lnTo>
                <a:lnTo>
                  <a:pt x="950129" y="1720014"/>
                </a:lnTo>
                <a:lnTo>
                  <a:pt x="938869" y="1763645"/>
                </a:lnTo>
                <a:lnTo>
                  <a:pt x="927610" y="1805868"/>
                </a:lnTo>
                <a:lnTo>
                  <a:pt x="914943" y="1848092"/>
                </a:lnTo>
                <a:lnTo>
                  <a:pt x="900868" y="1888908"/>
                </a:lnTo>
                <a:lnTo>
                  <a:pt x="883979" y="1926909"/>
                </a:lnTo>
                <a:lnTo>
                  <a:pt x="864275" y="1962095"/>
                </a:lnTo>
                <a:lnTo>
                  <a:pt x="838941" y="1993059"/>
                </a:lnTo>
                <a:lnTo>
                  <a:pt x="810792" y="2025430"/>
                </a:lnTo>
                <a:lnTo>
                  <a:pt x="778420" y="2053579"/>
                </a:lnTo>
                <a:lnTo>
                  <a:pt x="743234" y="2080320"/>
                </a:lnTo>
                <a:lnTo>
                  <a:pt x="708048" y="2107062"/>
                </a:lnTo>
                <a:lnTo>
                  <a:pt x="672862" y="2133803"/>
                </a:lnTo>
                <a:lnTo>
                  <a:pt x="639083" y="2160545"/>
                </a:lnTo>
                <a:lnTo>
                  <a:pt x="606712" y="2190101"/>
                </a:lnTo>
                <a:lnTo>
                  <a:pt x="578563" y="2219658"/>
                </a:lnTo>
                <a:lnTo>
                  <a:pt x="554637" y="2253436"/>
                </a:lnTo>
                <a:lnTo>
                  <a:pt x="536340" y="2288622"/>
                </a:lnTo>
                <a:lnTo>
                  <a:pt x="523673" y="2330846"/>
                </a:lnTo>
                <a:lnTo>
                  <a:pt x="518043" y="2374477"/>
                </a:lnTo>
                <a:lnTo>
                  <a:pt x="516635" y="2419515"/>
                </a:lnTo>
                <a:lnTo>
                  <a:pt x="520858" y="2467368"/>
                </a:lnTo>
                <a:lnTo>
                  <a:pt x="526488" y="2515221"/>
                </a:lnTo>
                <a:lnTo>
                  <a:pt x="533525" y="2563074"/>
                </a:lnTo>
                <a:lnTo>
                  <a:pt x="539155" y="2610927"/>
                </a:lnTo>
                <a:lnTo>
                  <a:pt x="541970" y="2658781"/>
                </a:lnTo>
                <a:lnTo>
                  <a:pt x="541970" y="2705226"/>
                </a:lnTo>
                <a:lnTo>
                  <a:pt x="536340" y="2748857"/>
                </a:lnTo>
                <a:lnTo>
                  <a:pt x="525080" y="2792488"/>
                </a:lnTo>
                <a:lnTo>
                  <a:pt x="508191" y="2833304"/>
                </a:lnTo>
                <a:lnTo>
                  <a:pt x="487079" y="2875527"/>
                </a:lnTo>
                <a:lnTo>
                  <a:pt x="463153" y="2917751"/>
                </a:lnTo>
                <a:lnTo>
                  <a:pt x="437819" y="2959974"/>
                </a:lnTo>
                <a:lnTo>
                  <a:pt x="413892" y="3000790"/>
                </a:lnTo>
                <a:lnTo>
                  <a:pt x="392780" y="3044421"/>
                </a:lnTo>
                <a:lnTo>
                  <a:pt x="375891" y="3086644"/>
                </a:lnTo>
                <a:lnTo>
                  <a:pt x="364631" y="3130275"/>
                </a:lnTo>
                <a:lnTo>
                  <a:pt x="360409" y="3175313"/>
                </a:lnTo>
                <a:lnTo>
                  <a:pt x="364631" y="3220351"/>
                </a:lnTo>
                <a:lnTo>
                  <a:pt x="375891" y="3263982"/>
                </a:lnTo>
                <a:lnTo>
                  <a:pt x="392780" y="3306206"/>
                </a:lnTo>
                <a:lnTo>
                  <a:pt x="413892" y="3349836"/>
                </a:lnTo>
                <a:lnTo>
                  <a:pt x="437819" y="3390652"/>
                </a:lnTo>
                <a:lnTo>
                  <a:pt x="463153" y="3432876"/>
                </a:lnTo>
                <a:lnTo>
                  <a:pt x="487079" y="3475099"/>
                </a:lnTo>
                <a:lnTo>
                  <a:pt x="508191" y="3517322"/>
                </a:lnTo>
                <a:lnTo>
                  <a:pt x="525080" y="3558138"/>
                </a:lnTo>
                <a:lnTo>
                  <a:pt x="536340" y="3601769"/>
                </a:lnTo>
                <a:lnTo>
                  <a:pt x="541970" y="3645400"/>
                </a:lnTo>
                <a:lnTo>
                  <a:pt x="541970" y="3691846"/>
                </a:lnTo>
                <a:lnTo>
                  <a:pt x="539155" y="3739699"/>
                </a:lnTo>
                <a:lnTo>
                  <a:pt x="533525" y="3787552"/>
                </a:lnTo>
                <a:lnTo>
                  <a:pt x="526488" y="3835405"/>
                </a:lnTo>
                <a:lnTo>
                  <a:pt x="520858" y="3883258"/>
                </a:lnTo>
                <a:lnTo>
                  <a:pt x="516635" y="3931111"/>
                </a:lnTo>
                <a:lnTo>
                  <a:pt x="518043" y="3976150"/>
                </a:lnTo>
                <a:lnTo>
                  <a:pt x="523673" y="4019781"/>
                </a:lnTo>
                <a:lnTo>
                  <a:pt x="536340" y="4062004"/>
                </a:lnTo>
                <a:lnTo>
                  <a:pt x="554637" y="4097190"/>
                </a:lnTo>
                <a:lnTo>
                  <a:pt x="578563" y="4130969"/>
                </a:lnTo>
                <a:lnTo>
                  <a:pt x="606712" y="4160525"/>
                </a:lnTo>
                <a:lnTo>
                  <a:pt x="639083" y="4190081"/>
                </a:lnTo>
                <a:lnTo>
                  <a:pt x="672862" y="4216823"/>
                </a:lnTo>
                <a:lnTo>
                  <a:pt x="708048" y="4243564"/>
                </a:lnTo>
                <a:lnTo>
                  <a:pt x="743234" y="4270306"/>
                </a:lnTo>
                <a:lnTo>
                  <a:pt x="778420" y="4297047"/>
                </a:lnTo>
                <a:lnTo>
                  <a:pt x="810792" y="4325196"/>
                </a:lnTo>
                <a:lnTo>
                  <a:pt x="838941" y="4357567"/>
                </a:lnTo>
                <a:lnTo>
                  <a:pt x="864275" y="4388531"/>
                </a:lnTo>
                <a:lnTo>
                  <a:pt x="883979" y="4423717"/>
                </a:lnTo>
                <a:lnTo>
                  <a:pt x="900868" y="4461718"/>
                </a:lnTo>
                <a:lnTo>
                  <a:pt x="914943" y="4502534"/>
                </a:lnTo>
                <a:lnTo>
                  <a:pt x="927610" y="4544758"/>
                </a:lnTo>
                <a:lnTo>
                  <a:pt x="938869" y="4586981"/>
                </a:lnTo>
                <a:lnTo>
                  <a:pt x="950129" y="4630612"/>
                </a:lnTo>
                <a:lnTo>
                  <a:pt x="962796" y="4671428"/>
                </a:lnTo>
                <a:lnTo>
                  <a:pt x="976870" y="4712244"/>
                </a:lnTo>
                <a:lnTo>
                  <a:pt x="993760" y="4750245"/>
                </a:lnTo>
                <a:lnTo>
                  <a:pt x="1014871" y="4784024"/>
                </a:lnTo>
                <a:lnTo>
                  <a:pt x="1040205" y="4814987"/>
                </a:lnTo>
                <a:lnTo>
                  <a:pt x="1071169" y="4840321"/>
                </a:lnTo>
                <a:lnTo>
                  <a:pt x="1104948" y="4861433"/>
                </a:lnTo>
                <a:lnTo>
                  <a:pt x="1142949" y="4878322"/>
                </a:lnTo>
                <a:lnTo>
                  <a:pt x="1183765" y="4892397"/>
                </a:lnTo>
                <a:lnTo>
                  <a:pt x="1224581" y="4905064"/>
                </a:lnTo>
                <a:lnTo>
                  <a:pt x="1268212" y="4916323"/>
                </a:lnTo>
                <a:lnTo>
                  <a:pt x="1310435" y="4927583"/>
                </a:lnTo>
                <a:lnTo>
                  <a:pt x="1352658" y="4940250"/>
                </a:lnTo>
                <a:lnTo>
                  <a:pt x="1393474" y="4954324"/>
                </a:lnTo>
                <a:lnTo>
                  <a:pt x="1431475" y="4971214"/>
                </a:lnTo>
                <a:lnTo>
                  <a:pt x="1466661" y="4990918"/>
                </a:lnTo>
                <a:lnTo>
                  <a:pt x="1497625" y="5016252"/>
                </a:lnTo>
                <a:lnTo>
                  <a:pt x="1529996" y="5044401"/>
                </a:lnTo>
                <a:lnTo>
                  <a:pt x="1558145" y="5076772"/>
                </a:lnTo>
                <a:lnTo>
                  <a:pt x="1584887" y="5110551"/>
                </a:lnTo>
                <a:lnTo>
                  <a:pt x="1611628" y="5145737"/>
                </a:lnTo>
                <a:lnTo>
                  <a:pt x="1638370" y="5180923"/>
                </a:lnTo>
                <a:lnTo>
                  <a:pt x="1665111" y="5214702"/>
                </a:lnTo>
                <a:lnTo>
                  <a:pt x="1694668" y="5247073"/>
                </a:lnTo>
                <a:lnTo>
                  <a:pt x="1724224" y="5275222"/>
                </a:lnTo>
                <a:lnTo>
                  <a:pt x="1758003" y="5299149"/>
                </a:lnTo>
                <a:lnTo>
                  <a:pt x="1793189" y="5317446"/>
                </a:lnTo>
                <a:lnTo>
                  <a:pt x="1835412" y="5330113"/>
                </a:lnTo>
                <a:lnTo>
                  <a:pt x="1879043" y="5335742"/>
                </a:lnTo>
                <a:lnTo>
                  <a:pt x="1924081" y="5337150"/>
                </a:lnTo>
                <a:lnTo>
                  <a:pt x="1971934" y="5332927"/>
                </a:lnTo>
                <a:lnTo>
                  <a:pt x="2019788" y="5327298"/>
                </a:lnTo>
                <a:lnTo>
                  <a:pt x="2067641" y="5320260"/>
                </a:lnTo>
                <a:lnTo>
                  <a:pt x="2115494" y="5314631"/>
                </a:lnTo>
                <a:lnTo>
                  <a:pt x="2163347" y="5311816"/>
                </a:lnTo>
                <a:lnTo>
                  <a:pt x="2209793" y="5311816"/>
                </a:lnTo>
                <a:lnTo>
                  <a:pt x="2253424" y="5317446"/>
                </a:lnTo>
                <a:lnTo>
                  <a:pt x="2297055" y="5328705"/>
                </a:lnTo>
                <a:lnTo>
                  <a:pt x="2339278" y="5345594"/>
                </a:lnTo>
                <a:lnTo>
                  <a:pt x="2381501" y="5368114"/>
                </a:lnTo>
                <a:lnTo>
                  <a:pt x="2423725" y="5390633"/>
                </a:lnTo>
                <a:lnTo>
                  <a:pt x="2465948" y="5415967"/>
                </a:lnTo>
                <a:lnTo>
                  <a:pt x="2506764" y="5439893"/>
                </a:lnTo>
                <a:lnTo>
                  <a:pt x="2550395" y="5461005"/>
                </a:lnTo>
                <a:lnTo>
                  <a:pt x="2592618" y="5477894"/>
                </a:lnTo>
                <a:lnTo>
                  <a:pt x="2636249" y="5489154"/>
                </a:lnTo>
                <a:lnTo>
                  <a:pt x="2681287" y="5493376"/>
                </a:lnTo>
                <a:lnTo>
                  <a:pt x="2726325" y="5489154"/>
                </a:lnTo>
                <a:lnTo>
                  <a:pt x="2769956" y="5477894"/>
                </a:lnTo>
                <a:lnTo>
                  <a:pt x="2812180" y="5461005"/>
                </a:lnTo>
                <a:lnTo>
                  <a:pt x="2855810" y="5439893"/>
                </a:lnTo>
                <a:lnTo>
                  <a:pt x="2896626" y="5415967"/>
                </a:lnTo>
                <a:lnTo>
                  <a:pt x="2938850" y="5390633"/>
                </a:lnTo>
                <a:lnTo>
                  <a:pt x="2981073" y="5368114"/>
                </a:lnTo>
                <a:lnTo>
                  <a:pt x="3023296" y="5345594"/>
                </a:lnTo>
                <a:lnTo>
                  <a:pt x="3064112" y="5328705"/>
                </a:lnTo>
                <a:lnTo>
                  <a:pt x="3109151" y="5317446"/>
                </a:lnTo>
                <a:lnTo>
                  <a:pt x="3152781" y="5311816"/>
                </a:lnTo>
                <a:lnTo>
                  <a:pt x="3199227" y="5311816"/>
                </a:lnTo>
                <a:lnTo>
                  <a:pt x="3247080" y="5314631"/>
                </a:lnTo>
                <a:lnTo>
                  <a:pt x="3294933" y="5320260"/>
                </a:lnTo>
                <a:lnTo>
                  <a:pt x="3342787" y="5327298"/>
                </a:lnTo>
                <a:lnTo>
                  <a:pt x="3390640" y="5332927"/>
                </a:lnTo>
                <a:lnTo>
                  <a:pt x="3438493" y="5337150"/>
                </a:lnTo>
                <a:lnTo>
                  <a:pt x="3483531" y="5335742"/>
                </a:lnTo>
                <a:lnTo>
                  <a:pt x="3527162" y="5330113"/>
                </a:lnTo>
                <a:lnTo>
                  <a:pt x="3569385" y="5317446"/>
                </a:lnTo>
                <a:lnTo>
                  <a:pt x="3604572" y="5299149"/>
                </a:lnTo>
                <a:lnTo>
                  <a:pt x="3638350" y="5275222"/>
                </a:lnTo>
                <a:lnTo>
                  <a:pt x="3667907" y="5247073"/>
                </a:lnTo>
                <a:lnTo>
                  <a:pt x="3697463" y="5214702"/>
                </a:lnTo>
                <a:lnTo>
                  <a:pt x="3724204" y="5180923"/>
                </a:lnTo>
                <a:lnTo>
                  <a:pt x="3750946" y="5145737"/>
                </a:lnTo>
                <a:lnTo>
                  <a:pt x="3777687" y="5110551"/>
                </a:lnTo>
                <a:lnTo>
                  <a:pt x="3804429" y="5076772"/>
                </a:lnTo>
                <a:lnTo>
                  <a:pt x="3832578" y="5044401"/>
                </a:lnTo>
                <a:lnTo>
                  <a:pt x="3864949" y="5016252"/>
                </a:lnTo>
                <a:lnTo>
                  <a:pt x="3895913" y="4990918"/>
                </a:lnTo>
                <a:lnTo>
                  <a:pt x="3931099" y="4971214"/>
                </a:lnTo>
                <a:lnTo>
                  <a:pt x="3969100" y="4954324"/>
                </a:lnTo>
                <a:lnTo>
                  <a:pt x="4009916" y="4940250"/>
                </a:lnTo>
                <a:lnTo>
                  <a:pt x="4052139" y="4927583"/>
                </a:lnTo>
                <a:lnTo>
                  <a:pt x="4094363" y="4916323"/>
                </a:lnTo>
                <a:lnTo>
                  <a:pt x="4137993" y="4905064"/>
                </a:lnTo>
                <a:lnTo>
                  <a:pt x="4178809" y="4892397"/>
                </a:lnTo>
                <a:lnTo>
                  <a:pt x="4219625" y="4878322"/>
                </a:lnTo>
                <a:lnTo>
                  <a:pt x="4257626" y="4861433"/>
                </a:lnTo>
                <a:lnTo>
                  <a:pt x="4291405" y="4840321"/>
                </a:lnTo>
                <a:lnTo>
                  <a:pt x="4322369" y="4814987"/>
                </a:lnTo>
                <a:lnTo>
                  <a:pt x="4347703" y="4784024"/>
                </a:lnTo>
                <a:lnTo>
                  <a:pt x="4368815" y="4750245"/>
                </a:lnTo>
                <a:lnTo>
                  <a:pt x="4385704" y="4712244"/>
                </a:lnTo>
                <a:lnTo>
                  <a:pt x="4399778" y="4671428"/>
                </a:lnTo>
                <a:lnTo>
                  <a:pt x="4412445" y="4630612"/>
                </a:lnTo>
                <a:lnTo>
                  <a:pt x="4423705" y="4586981"/>
                </a:lnTo>
                <a:lnTo>
                  <a:pt x="4434964" y="4544758"/>
                </a:lnTo>
                <a:lnTo>
                  <a:pt x="4447632" y="4502534"/>
                </a:lnTo>
                <a:lnTo>
                  <a:pt x="4461706" y="4461718"/>
                </a:lnTo>
                <a:lnTo>
                  <a:pt x="4478595" y="4423717"/>
                </a:lnTo>
                <a:lnTo>
                  <a:pt x="4498300" y="4388531"/>
                </a:lnTo>
                <a:lnTo>
                  <a:pt x="4523634" y="4357567"/>
                </a:lnTo>
                <a:lnTo>
                  <a:pt x="4551782" y="4325196"/>
                </a:lnTo>
                <a:lnTo>
                  <a:pt x="4584154" y="4297047"/>
                </a:lnTo>
                <a:lnTo>
                  <a:pt x="4617933" y="4270306"/>
                </a:lnTo>
                <a:lnTo>
                  <a:pt x="4654526" y="4243564"/>
                </a:lnTo>
                <a:lnTo>
                  <a:pt x="4689712" y="4216823"/>
                </a:lnTo>
                <a:lnTo>
                  <a:pt x="4723491" y="4190081"/>
                </a:lnTo>
                <a:lnTo>
                  <a:pt x="4755862" y="4160525"/>
                </a:lnTo>
                <a:lnTo>
                  <a:pt x="4784011" y="4130969"/>
                </a:lnTo>
                <a:lnTo>
                  <a:pt x="4807938" y="4097190"/>
                </a:lnTo>
                <a:lnTo>
                  <a:pt x="4826235" y="4062004"/>
                </a:lnTo>
                <a:lnTo>
                  <a:pt x="4838902" y="4019781"/>
                </a:lnTo>
                <a:lnTo>
                  <a:pt x="4844531" y="3976150"/>
                </a:lnTo>
                <a:lnTo>
                  <a:pt x="4845939" y="3931111"/>
                </a:lnTo>
                <a:lnTo>
                  <a:pt x="4841716" y="3883258"/>
                </a:lnTo>
                <a:lnTo>
                  <a:pt x="4836087" y="3835405"/>
                </a:lnTo>
                <a:lnTo>
                  <a:pt x="4829049" y="3787552"/>
                </a:lnTo>
                <a:lnTo>
                  <a:pt x="4823420" y="3739699"/>
                </a:lnTo>
                <a:lnTo>
                  <a:pt x="4820605" y="3691846"/>
                </a:lnTo>
                <a:lnTo>
                  <a:pt x="4820605" y="3645400"/>
                </a:lnTo>
                <a:lnTo>
                  <a:pt x="4826235" y="3601769"/>
                </a:lnTo>
                <a:lnTo>
                  <a:pt x="4837494" y="3558138"/>
                </a:lnTo>
                <a:lnTo>
                  <a:pt x="4854383" y="3517322"/>
                </a:lnTo>
                <a:lnTo>
                  <a:pt x="4876903" y="3475099"/>
                </a:lnTo>
                <a:lnTo>
                  <a:pt x="4899422" y="3432876"/>
                </a:lnTo>
                <a:lnTo>
                  <a:pt x="4924756" y="3390652"/>
                </a:lnTo>
                <a:lnTo>
                  <a:pt x="4948682" y="3349836"/>
                </a:lnTo>
                <a:lnTo>
                  <a:pt x="4969794" y="3306206"/>
                </a:lnTo>
                <a:lnTo>
                  <a:pt x="4986683" y="3263982"/>
                </a:lnTo>
                <a:lnTo>
                  <a:pt x="4997943" y="3220351"/>
                </a:lnTo>
                <a:lnTo>
                  <a:pt x="5002165" y="3175313"/>
                </a:lnTo>
                <a:lnTo>
                  <a:pt x="4997943" y="3130275"/>
                </a:lnTo>
                <a:lnTo>
                  <a:pt x="4986683" y="3086644"/>
                </a:lnTo>
                <a:lnTo>
                  <a:pt x="4969794" y="3044421"/>
                </a:lnTo>
                <a:lnTo>
                  <a:pt x="4948682" y="3000790"/>
                </a:lnTo>
                <a:lnTo>
                  <a:pt x="4924756" y="2959974"/>
                </a:lnTo>
                <a:lnTo>
                  <a:pt x="4899422" y="2917751"/>
                </a:lnTo>
                <a:lnTo>
                  <a:pt x="4876903" y="2875527"/>
                </a:lnTo>
                <a:lnTo>
                  <a:pt x="4854383" y="2833304"/>
                </a:lnTo>
                <a:lnTo>
                  <a:pt x="4837494" y="2792488"/>
                </a:lnTo>
                <a:lnTo>
                  <a:pt x="4826235" y="2748857"/>
                </a:lnTo>
                <a:lnTo>
                  <a:pt x="4820605" y="2705226"/>
                </a:lnTo>
                <a:lnTo>
                  <a:pt x="4820605" y="2658781"/>
                </a:lnTo>
                <a:lnTo>
                  <a:pt x="4823420" y="2610927"/>
                </a:lnTo>
                <a:lnTo>
                  <a:pt x="4829049" y="2563074"/>
                </a:lnTo>
                <a:lnTo>
                  <a:pt x="4836087" y="2515221"/>
                </a:lnTo>
                <a:lnTo>
                  <a:pt x="4841716" y="2467368"/>
                </a:lnTo>
                <a:lnTo>
                  <a:pt x="4845939" y="2419515"/>
                </a:lnTo>
                <a:lnTo>
                  <a:pt x="4844531" y="2374477"/>
                </a:lnTo>
                <a:lnTo>
                  <a:pt x="4838902" y="2330846"/>
                </a:lnTo>
                <a:lnTo>
                  <a:pt x="4826235" y="2288622"/>
                </a:lnTo>
                <a:lnTo>
                  <a:pt x="4807938" y="2253436"/>
                </a:lnTo>
                <a:lnTo>
                  <a:pt x="4784011" y="2219658"/>
                </a:lnTo>
                <a:lnTo>
                  <a:pt x="4755862" y="2190101"/>
                </a:lnTo>
                <a:lnTo>
                  <a:pt x="4723491" y="2160545"/>
                </a:lnTo>
                <a:lnTo>
                  <a:pt x="4689712" y="2133803"/>
                </a:lnTo>
                <a:lnTo>
                  <a:pt x="4654526" y="2107062"/>
                </a:lnTo>
                <a:lnTo>
                  <a:pt x="4617933" y="2080320"/>
                </a:lnTo>
                <a:lnTo>
                  <a:pt x="4584154" y="2053579"/>
                </a:lnTo>
                <a:lnTo>
                  <a:pt x="4551782" y="2025430"/>
                </a:lnTo>
                <a:lnTo>
                  <a:pt x="4523634" y="1993059"/>
                </a:lnTo>
                <a:lnTo>
                  <a:pt x="4498300" y="1962095"/>
                </a:lnTo>
                <a:lnTo>
                  <a:pt x="4478595" y="1926909"/>
                </a:lnTo>
                <a:lnTo>
                  <a:pt x="4461706" y="1888908"/>
                </a:lnTo>
                <a:lnTo>
                  <a:pt x="4447632" y="1848092"/>
                </a:lnTo>
                <a:lnTo>
                  <a:pt x="4434964" y="1805868"/>
                </a:lnTo>
                <a:lnTo>
                  <a:pt x="4423705" y="1763645"/>
                </a:lnTo>
                <a:lnTo>
                  <a:pt x="4412445" y="1720014"/>
                </a:lnTo>
                <a:lnTo>
                  <a:pt x="4399778" y="1679198"/>
                </a:lnTo>
                <a:lnTo>
                  <a:pt x="4385704" y="1638382"/>
                </a:lnTo>
                <a:lnTo>
                  <a:pt x="4368815" y="1600381"/>
                </a:lnTo>
                <a:lnTo>
                  <a:pt x="4347703" y="1566603"/>
                </a:lnTo>
                <a:lnTo>
                  <a:pt x="4322369" y="1535639"/>
                </a:lnTo>
                <a:lnTo>
                  <a:pt x="4291405" y="1510305"/>
                </a:lnTo>
                <a:lnTo>
                  <a:pt x="4257626" y="1489193"/>
                </a:lnTo>
                <a:lnTo>
                  <a:pt x="4219625" y="1472304"/>
                </a:lnTo>
                <a:lnTo>
                  <a:pt x="4178809" y="1458229"/>
                </a:lnTo>
                <a:lnTo>
                  <a:pt x="4137993" y="1445562"/>
                </a:lnTo>
                <a:lnTo>
                  <a:pt x="4094363" y="1434303"/>
                </a:lnTo>
                <a:lnTo>
                  <a:pt x="4052139" y="1423043"/>
                </a:lnTo>
                <a:lnTo>
                  <a:pt x="4009916" y="1410376"/>
                </a:lnTo>
                <a:lnTo>
                  <a:pt x="3969100" y="1396302"/>
                </a:lnTo>
                <a:lnTo>
                  <a:pt x="3931099" y="1379412"/>
                </a:lnTo>
                <a:lnTo>
                  <a:pt x="3895913" y="1359708"/>
                </a:lnTo>
                <a:lnTo>
                  <a:pt x="3864949" y="1334374"/>
                </a:lnTo>
                <a:lnTo>
                  <a:pt x="3832578" y="1306225"/>
                </a:lnTo>
                <a:lnTo>
                  <a:pt x="3804429" y="1273854"/>
                </a:lnTo>
                <a:lnTo>
                  <a:pt x="3777687" y="1240075"/>
                </a:lnTo>
                <a:lnTo>
                  <a:pt x="3750946" y="1204889"/>
                </a:lnTo>
                <a:lnTo>
                  <a:pt x="3724204" y="1169703"/>
                </a:lnTo>
                <a:lnTo>
                  <a:pt x="3697463" y="1135924"/>
                </a:lnTo>
                <a:lnTo>
                  <a:pt x="3667907" y="1103553"/>
                </a:lnTo>
                <a:lnTo>
                  <a:pt x="3638350" y="1075404"/>
                </a:lnTo>
                <a:lnTo>
                  <a:pt x="3604572" y="1051478"/>
                </a:lnTo>
                <a:lnTo>
                  <a:pt x="3569385" y="1033181"/>
                </a:lnTo>
                <a:lnTo>
                  <a:pt x="3527162" y="1020514"/>
                </a:lnTo>
                <a:lnTo>
                  <a:pt x="3483531" y="1014884"/>
                </a:lnTo>
                <a:lnTo>
                  <a:pt x="3438493" y="1013477"/>
                </a:lnTo>
                <a:lnTo>
                  <a:pt x="3390640" y="1017699"/>
                </a:lnTo>
                <a:lnTo>
                  <a:pt x="3342787" y="1023329"/>
                </a:lnTo>
                <a:lnTo>
                  <a:pt x="3294933" y="1030366"/>
                </a:lnTo>
                <a:lnTo>
                  <a:pt x="3247080" y="1035996"/>
                </a:lnTo>
                <a:lnTo>
                  <a:pt x="3199227" y="1038811"/>
                </a:lnTo>
                <a:lnTo>
                  <a:pt x="3152781" y="1038811"/>
                </a:lnTo>
                <a:lnTo>
                  <a:pt x="3109151" y="1033181"/>
                </a:lnTo>
                <a:lnTo>
                  <a:pt x="3064112" y="1021921"/>
                </a:lnTo>
                <a:lnTo>
                  <a:pt x="3023296" y="1005032"/>
                </a:lnTo>
                <a:lnTo>
                  <a:pt x="2981073" y="982513"/>
                </a:lnTo>
                <a:lnTo>
                  <a:pt x="2938850" y="959994"/>
                </a:lnTo>
                <a:lnTo>
                  <a:pt x="2896626" y="934660"/>
                </a:lnTo>
                <a:lnTo>
                  <a:pt x="2855810" y="910733"/>
                </a:lnTo>
                <a:lnTo>
                  <a:pt x="2812180" y="889621"/>
                </a:lnTo>
                <a:lnTo>
                  <a:pt x="2769956" y="872732"/>
                </a:lnTo>
                <a:lnTo>
                  <a:pt x="2726325" y="861472"/>
                </a:lnTo>
                <a:lnTo>
                  <a:pt x="2681287" y="857250"/>
                </a:lnTo>
                <a:close/>
              </a:path>
            </a:pathLst>
          </a:custGeom>
          <a:solidFill>
            <a:schemeClr val="tx2"/>
          </a:solidFill>
          <a:ln w="101600">
            <a:noFill/>
            <a:prstDash val="solid"/>
            <a:round/>
            <a:headEnd/>
            <a:tailEnd/>
          </a:ln>
        </p:spPr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8E2004CB-520C-4EB0-8EB4-5A457A3C8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362574" y="0"/>
            <a:ext cx="76202" cy="6858000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4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A1ADD5-AE2D-E85F-42B3-8EB3489AF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>
            <a:normAutofit/>
          </a:bodyPr>
          <a:lstStyle/>
          <a:p>
            <a:r>
              <a:rPr lang="cs-CZ" sz="4400"/>
              <a:t>Králík domácí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D803F6-71B6-FE51-9FEE-8B43D5F54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5581" y="1965960"/>
            <a:ext cx="4363595" cy="4227815"/>
          </a:xfrm>
        </p:spPr>
        <p:txBody>
          <a:bodyPr>
            <a:normAutofit lnSpcReduction="10000"/>
          </a:bodyPr>
          <a:lstStyle/>
          <a:p>
            <a:r>
              <a:rPr lang="cs-CZ" dirty="0"/>
              <a:t>Méně významné hospodářské zvíře</a:t>
            </a:r>
          </a:p>
          <a:p>
            <a:r>
              <a:rPr lang="cs-CZ" dirty="0"/>
              <a:t>Patří do řádu </a:t>
            </a:r>
            <a:r>
              <a:rPr lang="cs-CZ" dirty="0" err="1"/>
              <a:t>zajícovců</a:t>
            </a:r>
            <a:endParaRPr lang="cs-CZ" dirty="0"/>
          </a:p>
          <a:p>
            <a:r>
              <a:rPr lang="cs-CZ" dirty="0"/>
              <a:t>Nepřežvýkavý býložravec</a:t>
            </a:r>
          </a:p>
          <a:p>
            <a:r>
              <a:rPr lang="cs-CZ" b="1" dirty="0"/>
              <a:t>Cíl chovu</a:t>
            </a:r>
            <a:r>
              <a:rPr lang="cs-CZ" dirty="0"/>
              <a:t>: zisk králičího masa, kůže, hnoje, vlny, laboratorních zvířat</a:t>
            </a:r>
          </a:p>
          <a:p>
            <a:r>
              <a:rPr lang="cs-CZ" b="1" dirty="0" err="1"/>
              <a:t>Polyestrické</a:t>
            </a:r>
            <a:r>
              <a:rPr lang="cs-CZ" b="1" dirty="0"/>
              <a:t> zvíře </a:t>
            </a:r>
            <a:r>
              <a:rPr lang="cs-CZ" dirty="0"/>
              <a:t>(více říjí do roka) – provokovaná ovulace</a:t>
            </a:r>
          </a:p>
          <a:p>
            <a:r>
              <a:rPr lang="cs-CZ" b="1" dirty="0" err="1"/>
              <a:t>Multiparní</a:t>
            </a:r>
            <a:r>
              <a:rPr lang="cs-CZ" b="1" dirty="0"/>
              <a:t> zvíře </a:t>
            </a:r>
            <a:r>
              <a:rPr lang="cs-CZ" dirty="0"/>
              <a:t>(více mláďat ve vrhu)</a:t>
            </a:r>
          </a:p>
          <a:p>
            <a:r>
              <a:rPr lang="cs-CZ" dirty="0"/>
              <a:t>Délka březosti 30-31 dnů</a:t>
            </a:r>
          </a:p>
          <a:p>
            <a:r>
              <a:rPr lang="cs-CZ" dirty="0"/>
              <a:t>Až 8 vrhů do roka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5122" name="Picture 2" descr="Print page">
            <a:extLst>
              <a:ext uri="{FF2B5EF4-FFF2-40B4-BE49-F238E27FC236}">
                <a16:creationId xmlns:a16="http://schemas.microsoft.com/office/drawing/2014/main" id="{CA73B19F-B7AE-388C-BCEC-C1DF5C215D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42" r="4204" b="-3"/>
          <a:stretch/>
        </p:blipFill>
        <p:spPr bwMode="auto">
          <a:xfrm>
            <a:off x="6096000" y="580713"/>
            <a:ext cx="5414304" cy="5407737"/>
          </a:xfrm>
          <a:custGeom>
            <a:avLst/>
            <a:gdLst/>
            <a:ahLst/>
            <a:cxnLst/>
            <a:rect l="l" t="t" r="r" b="b"/>
            <a:pathLst>
              <a:path w="3860171" h="3855489">
                <a:moveTo>
                  <a:pt x="1930086" y="0"/>
                </a:moveTo>
                <a:lnTo>
                  <a:pt x="1967540" y="3511"/>
                </a:lnTo>
                <a:lnTo>
                  <a:pt x="2003824" y="12875"/>
                </a:lnTo>
                <a:lnTo>
                  <a:pt x="2038938" y="26920"/>
                </a:lnTo>
                <a:lnTo>
                  <a:pt x="2075222" y="44477"/>
                </a:lnTo>
                <a:lnTo>
                  <a:pt x="2109166" y="64375"/>
                </a:lnTo>
                <a:lnTo>
                  <a:pt x="2144279" y="85443"/>
                </a:lnTo>
                <a:lnTo>
                  <a:pt x="2179393" y="104171"/>
                </a:lnTo>
                <a:lnTo>
                  <a:pt x="2214507" y="122898"/>
                </a:lnTo>
                <a:lnTo>
                  <a:pt x="2248450" y="136943"/>
                </a:lnTo>
                <a:lnTo>
                  <a:pt x="2285905" y="146307"/>
                </a:lnTo>
                <a:lnTo>
                  <a:pt x="2322189" y="150989"/>
                </a:lnTo>
                <a:lnTo>
                  <a:pt x="2360814" y="150989"/>
                </a:lnTo>
                <a:lnTo>
                  <a:pt x="2400610" y="148648"/>
                </a:lnTo>
                <a:lnTo>
                  <a:pt x="2440405" y="143966"/>
                </a:lnTo>
                <a:lnTo>
                  <a:pt x="2480201" y="138114"/>
                </a:lnTo>
                <a:lnTo>
                  <a:pt x="2519996" y="133432"/>
                </a:lnTo>
                <a:lnTo>
                  <a:pt x="2559792" y="129921"/>
                </a:lnTo>
                <a:lnTo>
                  <a:pt x="2597247" y="131091"/>
                </a:lnTo>
                <a:lnTo>
                  <a:pt x="2633531" y="135773"/>
                </a:lnTo>
                <a:lnTo>
                  <a:pt x="2668644" y="146307"/>
                </a:lnTo>
                <a:lnTo>
                  <a:pt x="2697906" y="161523"/>
                </a:lnTo>
                <a:lnTo>
                  <a:pt x="2725997" y="181421"/>
                </a:lnTo>
                <a:lnTo>
                  <a:pt x="2750577" y="204830"/>
                </a:lnTo>
                <a:lnTo>
                  <a:pt x="2775156" y="231750"/>
                </a:lnTo>
                <a:lnTo>
                  <a:pt x="2797395" y="259841"/>
                </a:lnTo>
                <a:lnTo>
                  <a:pt x="2819634" y="289103"/>
                </a:lnTo>
                <a:lnTo>
                  <a:pt x="2841872" y="318364"/>
                </a:lnTo>
                <a:lnTo>
                  <a:pt x="2864111" y="346455"/>
                </a:lnTo>
                <a:lnTo>
                  <a:pt x="2887520" y="373376"/>
                </a:lnTo>
                <a:lnTo>
                  <a:pt x="2914441" y="396785"/>
                </a:lnTo>
                <a:lnTo>
                  <a:pt x="2940191" y="417853"/>
                </a:lnTo>
                <a:lnTo>
                  <a:pt x="2969452" y="434240"/>
                </a:lnTo>
                <a:lnTo>
                  <a:pt x="3001055" y="448285"/>
                </a:lnTo>
                <a:lnTo>
                  <a:pt x="3034998" y="459990"/>
                </a:lnTo>
                <a:lnTo>
                  <a:pt x="3070112" y="470524"/>
                </a:lnTo>
                <a:lnTo>
                  <a:pt x="3105226" y="479888"/>
                </a:lnTo>
                <a:lnTo>
                  <a:pt x="3141510" y="489251"/>
                </a:lnTo>
                <a:lnTo>
                  <a:pt x="3175453" y="499785"/>
                </a:lnTo>
                <a:lnTo>
                  <a:pt x="3209396" y="511490"/>
                </a:lnTo>
                <a:lnTo>
                  <a:pt x="3240999" y="525535"/>
                </a:lnTo>
                <a:lnTo>
                  <a:pt x="3269090" y="543092"/>
                </a:lnTo>
                <a:lnTo>
                  <a:pt x="3294840" y="564161"/>
                </a:lnTo>
                <a:lnTo>
                  <a:pt x="3315908" y="589911"/>
                </a:lnTo>
                <a:lnTo>
                  <a:pt x="3333465" y="618002"/>
                </a:lnTo>
                <a:lnTo>
                  <a:pt x="3347510" y="649604"/>
                </a:lnTo>
                <a:lnTo>
                  <a:pt x="3359215" y="683547"/>
                </a:lnTo>
                <a:lnTo>
                  <a:pt x="3369749" y="717491"/>
                </a:lnTo>
                <a:lnTo>
                  <a:pt x="3379113" y="753775"/>
                </a:lnTo>
                <a:lnTo>
                  <a:pt x="3388476" y="788889"/>
                </a:lnTo>
                <a:lnTo>
                  <a:pt x="3399010" y="824002"/>
                </a:lnTo>
                <a:lnTo>
                  <a:pt x="3410715" y="857946"/>
                </a:lnTo>
                <a:lnTo>
                  <a:pt x="3424760" y="889548"/>
                </a:lnTo>
                <a:lnTo>
                  <a:pt x="3441147" y="918809"/>
                </a:lnTo>
                <a:lnTo>
                  <a:pt x="3462215" y="944560"/>
                </a:lnTo>
                <a:lnTo>
                  <a:pt x="3485624" y="971480"/>
                </a:lnTo>
                <a:lnTo>
                  <a:pt x="3512545" y="994889"/>
                </a:lnTo>
                <a:lnTo>
                  <a:pt x="3540636" y="1017128"/>
                </a:lnTo>
                <a:lnTo>
                  <a:pt x="3571068" y="1039367"/>
                </a:lnTo>
                <a:lnTo>
                  <a:pt x="3600329" y="1061605"/>
                </a:lnTo>
                <a:lnTo>
                  <a:pt x="3628420" y="1083844"/>
                </a:lnTo>
                <a:lnTo>
                  <a:pt x="3655341" y="1108424"/>
                </a:lnTo>
                <a:lnTo>
                  <a:pt x="3678750" y="1133003"/>
                </a:lnTo>
                <a:lnTo>
                  <a:pt x="3698648" y="1161094"/>
                </a:lnTo>
                <a:lnTo>
                  <a:pt x="3713864" y="1190356"/>
                </a:lnTo>
                <a:lnTo>
                  <a:pt x="3724398" y="1225469"/>
                </a:lnTo>
                <a:lnTo>
                  <a:pt x="3729080" y="1261754"/>
                </a:lnTo>
                <a:lnTo>
                  <a:pt x="3730250" y="1299208"/>
                </a:lnTo>
                <a:lnTo>
                  <a:pt x="3726739" y="1339004"/>
                </a:lnTo>
                <a:lnTo>
                  <a:pt x="3722057" y="1378799"/>
                </a:lnTo>
                <a:lnTo>
                  <a:pt x="3716205" y="1418595"/>
                </a:lnTo>
                <a:lnTo>
                  <a:pt x="3711523" y="1458391"/>
                </a:lnTo>
                <a:lnTo>
                  <a:pt x="3709182" y="1498186"/>
                </a:lnTo>
                <a:lnTo>
                  <a:pt x="3709182" y="1536811"/>
                </a:lnTo>
                <a:lnTo>
                  <a:pt x="3713864" y="1573096"/>
                </a:lnTo>
                <a:lnTo>
                  <a:pt x="3723228" y="1609380"/>
                </a:lnTo>
                <a:lnTo>
                  <a:pt x="3737273" y="1643323"/>
                </a:lnTo>
                <a:lnTo>
                  <a:pt x="3756000" y="1678437"/>
                </a:lnTo>
                <a:lnTo>
                  <a:pt x="3774728" y="1713550"/>
                </a:lnTo>
                <a:lnTo>
                  <a:pt x="3795796" y="1748664"/>
                </a:lnTo>
                <a:lnTo>
                  <a:pt x="3815694" y="1782608"/>
                </a:lnTo>
                <a:lnTo>
                  <a:pt x="3833250" y="1818892"/>
                </a:lnTo>
                <a:lnTo>
                  <a:pt x="3847296" y="1854005"/>
                </a:lnTo>
                <a:lnTo>
                  <a:pt x="3856660" y="1890290"/>
                </a:lnTo>
                <a:lnTo>
                  <a:pt x="3860171" y="1927744"/>
                </a:lnTo>
                <a:lnTo>
                  <a:pt x="3856660" y="1965199"/>
                </a:lnTo>
                <a:lnTo>
                  <a:pt x="3847296" y="2001483"/>
                </a:lnTo>
                <a:lnTo>
                  <a:pt x="3833250" y="2036597"/>
                </a:lnTo>
                <a:lnTo>
                  <a:pt x="3815694" y="2072881"/>
                </a:lnTo>
                <a:lnTo>
                  <a:pt x="3795796" y="2106824"/>
                </a:lnTo>
                <a:lnTo>
                  <a:pt x="3774728" y="2141938"/>
                </a:lnTo>
                <a:lnTo>
                  <a:pt x="3756000" y="2177052"/>
                </a:lnTo>
                <a:lnTo>
                  <a:pt x="3737273" y="2212166"/>
                </a:lnTo>
                <a:lnTo>
                  <a:pt x="3723228" y="2246109"/>
                </a:lnTo>
                <a:lnTo>
                  <a:pt x="3713864" y="2282393"/>
                </a:lnTo>
                <a:lnTo>
                  <a:pt x="3709182" y="2318677"/>
                </a:lnTo>
                <a:lnTo>
                  <a:pt x="3709182" y="2357302"/>
                </a:lnTo>
                <a:lnTo>
                  <a:pt x="3711523" y="2397098"/>
                </a:lnTo>
                <a:lnTo>
                  <a:pt x="3716205" y="2436894"/>
                </a:lnTo>
                <a:lnTo>
                  <a:pt x="3722057" y="2476689"/>
                </a:lnTo>
                <a:lnTo>
                  <a:pt x="3726739" y="2516485"/>
                </a:lnTo>
                <a:lnTo>
                  <a:pt x="3730250" y="2556280"/>
                </a:lnTo>
                <a:lnTo>
                  <a:pt x="3729080" y="2593735"/>
                </a:lnTo>
                <a:lnTo>
                  <a:pt x="3724398" y="2630019"/>
                </a:lnTo>
                <a:lnTo>
                  <a:pt x="3713864" y="2665133"/>
                </a:lnTo>
                <a:lnTo>
                  <a:pt x="3698648" y="2694394"/>
                </a:lnTo>
                <a:lnTo>
                  <a:pt x="3678750" y="2722485"/>
                </a:lnTo>
                <a:lnTo>
                  <a:pt x="3655341" y="2747065"/>
                </a:lnTo>
                <a:lnTo>
                  <a:pt x="3628420" y="2771645"/>
                </a:lnTo>
                <a:lnTo>
                  <a:pt x="3600329" y="2793883"/>
                </a:lnTo>
                <a:lnTo>
                  <a:pt x="3571068" y="2816122"/>
                </a:lnTo>
                <a:lnTo>
                  <a:pt x="3540636" y="2838361"/>
                </a:lnTo>
                <a:lnTo>
                  <a:pt x="3512545" y="2860599"/>
                </a:lnTo>
                <a:lnTo>
                  <a:pt x="3485624" y="2884009"/>
                </a:lnTo>
                <a:lnTo>
                  <a:pt x="3462215" y="2910929"/>
                </a:lnTo>
                <a:lnTo>
                  <a:pt x="3441147" y="2936679"/>
                </a:lnTo>
                <a:lnTo>
                  <a:pt x="3424760" y="2965941"/>
                </a:lnTo>
                <a:lnTo>
                  <a:pt x="3410715" y="2997543"/>
                </a:lnTo>
                <a:lnTo>
                  <a:pt x="3399010" y="3031486"/>
                </a:lnTo>
                <a:lnTo>
                  <a:pt x="3388476" y="3066600"/>
                </a:lnTo>
                <a:lnTo>
                  <a:pt x="3379113" y="3101714"/>
                </a:lnTo>
                <a:lnTo>
                  <a:pt x="3369749" y="3137998"/>
                </a:lnTo>
                <a:lnTo>
                  <a:pt x="3359215" y="3171941"/>
                </a:lnTo>
                <a:lnTo>
                  <a:pt x="3347510" y="3205885"/>
                </a:lnTo>
                <a:lnTo>
                  <a:pt x="3333465" y="3237487"/>
                </a:lnTo>
                <a:lnTo>
                  <a:pt x="3315908" y="3265578"/>
                </a:lnTo>
                <a:lnTo>
                  <a:pt x="3294840" y="3291328"/>
                </a:lnTo>
                <a:lnTo>
                  <a:pt x="3269090" y="3312396"/>
                </a:lnTo>
                <a:lnTo>
                  <a:pt x="3240999" y="3329953"/>
                </a:lnTo>
                <a:lnTo>
                  <a:pt x="3209396" y="3343999"/>
                </a:lnTo>
                <a:lnTo>
                  <a:pt x="3175453" y="3355703"/>
                </a:lnTo>
                <a:lnTo>
                  <a:pt x="3141510" y="3366237"/>
                </a:lnTo>
                <a:lnTo>
                  <a:pt x="3105226" y="3375601"/>
                </a:lnTo>
                <a:lnTo>
                  <a:pt x="3070112" y="3384965"/>
                </a:lnTo>
                <a:lnTo>
                  <a:pt x="3034998" y="3395499"/>
                </a:lnTo>
                <a:lnTo>
                  <a:pt x="3001055" y="3407203"/>
                </a:lnTo>
                <a:lnTo>
                  <a:pt x="2969452" y="3421249"/>
                </a:lnTo>
                <a:lnTo>
                  <a:pt x="2940191" y="3437635"/>
                </a:lnTo>
                <a:lnTo>
                  <a:pt x="2914441" y="3458704"/>
                </a:lnTo>
                <a:lnTo>
                  <a:pt x="2887520" y="3482113"/>
                </a:lnTo>
                <a:lnTo>
                  <a:pt x="2864111" y="3509033"/>
                </a:lnTo>
                <a:lnTo>
                  <a:pt x="2841872" y="3537124"/>
                </a:lnTo>
                <a:lnTo>
                  <a:pt x="2819634" y="3566386"/>
                </a:lnTo>
                <a:lnTo>
                  <a:pt x="2797395" y="3595647"/>
                </a:lnTo>
                <a:lnTo>
                  <a:pt x="2775156" y="3623738"/>
                </a:lnTo>
                <a:lnTo>
                  <a:pt x="2750577" y="3650659"/>
                </a:lnTo>
                <a:lnTo>
                  <a:pt x="2725997" y="3674068"/>
                </a:lnTo>
                <a:lnTo>
                  <a:pt x="2697906" y="3693966"/>
                </a:lnTo>
                <a:lnTo>
                  <a:pt x="2668644" y="3709182"/>
                </a:lnTo>
                <a:lnTo>
                  <a:pt x="2633531" y="3719716"/>
                </a:lnTo>
                <a:lnTo>
                  <a:pt x="2597247" y="3724398"/>
                </a:lnTo>
                <a:lnTo>
                  <a:pt x="2559792" y="3725568"/>
                </a:lnTo>
                <a:lnTo>
                  <a:pt x="2519996" y="3722057"/>
                </a:lnTo>
                <a:lnTo>
                  <a:pt x="2480201" y="3717375"/>
                </a:lnTo>
                <a:lnTo>
                  <a:pt x="2440405" y="3711523"/>
                </a:lnTo>
                <a:lnTo>
                  <a:pt x="2400610" y="3706841"/>
                </a:lnTo>
                <a:lnTo>
                  <a:pt x="2360814" y="3704500"/>
                </a:lnTo>
                <a:lnTo>
                  <a:pt x="2322189" y="3704500"/>
                </a:lnTo>
                <a:lnTo>
                  <a:pt x="2285905" y="3709182"/>
                </a:lnTo>
                <a:lnTo>
                  <a:pt x="2248450" y="3718545"/>
                </a:lnTo>
                <a:lnTo>
                  <a:pt x="2214507" y="3732591"/>
                </a:lnTo>
                <a:lnTo>
                  <a:pt x="2179393" y="3751318"/>
                </a:lnTo>
                <a:lnTo>
                  <a:pt x="2144279" y="3770045"/>
                </a:lnTo>
                <a:lnTo>
                  <a:pt x="2109166" y="3791114"/>
                </a:lnTo>
                <a:lnTo>
                  <a:pt x="2075222" y="3811011"/>
                </a:lnTo>
                <a:lnTo>
                  <a:pt x="2038938" y="3828568"/>
                </a:lnTo>
                <a:lnTo>
                  <a:pt x="2003824" y="3842614"/>
                </a:lnTo>
                <a:lnTo>
                  <a:pt x="1967540" y="3851978"/>
                </a:lnTo>
                <a:lnTo>
                  <a:pt x="1930086" y="3855489"/>
                </a:lnTo>
                <a:lnTo>
                  <a:pt x="1892631" y="3851978"/>
                </a:lnTo>
                <a:lnTo>
                  <a:pt x="1856347" y="3842614"/>
                </a:lnTo>
                <a:lnTo>
                  <a:pt x="1821233" y="3828568"/>
                </a:lnTo>
                <a:lnTo>
                  <a:pt x="1784949" y="3811011"/>
                </a:lnTo>
                <a:lnTo>
                  <a:pt x="1751005" y="3791114"/>
                </a:lnTo>
                <a:lnTo>
                  <a:pt x="1715892" y="3770045"/>
                </a:lnTo>
                <a:lnTo>
                  <a:pt x="1680778" y="3751318"/>
                </a:lnTo>
                <a:lnTo>
                  <a:pt x="1645664" y="3732591"/>
                </a:lnTo>
                <a:lnTo>
                  <a:pt x="1610550" y="3718545"/>
                </a:lnTo>
                <a:lnTo>
                  <a:pt x="1574266" y="3709182"/>
                </a:lnTo>
                <a:lnTo>
                  <a:pt x="1537982" y="3704500"/>
                </a:lnTo>
                <a:lnTo>
                  <a:pt x="1499357" y="3704500"/>
                </a:lnTo>
                <a:lnTo>
                  <a:pt x="1459561" y="3706841"/>
                </a:lnTo>
                <a:lnTo>
                  <a:pt x="1419766" y="3711523"/>
                </a:lnTo>
                <a:lnTo>
                  <a:pt x="1379970" y="3717375"/>
                </a:lnTo>
                <a:lnTo>
                  <a:pt x="1340175" y="3722057"/>
                </a:lnTo>
                <a:lnTo>
                  <a:pt x="1300379" y="3725568"/>
                </a:lnTo>
                <a:lnTo>
                  <a:pt x="1262924" y="3724398"/>
                </a:lnTo>
                <a:lnTo>
                  <a:pt x="1226640" y="3719716"/>
                </a:lnTo>
                <a:lnTo>
                  <a:pt x="1191526" y="3709182"/>
                </a:lnTo>
                <a:lnTo>
                  <a:pt x="1162265" y="3693966"/>
                </a:lnTo>
                <a:lnTo>
                  <a:pt x="1134174" y="3674068"/>
                </a:lnTo>
                <a:lnTo>
                  <a:pt x="1109594" y="3650659"/>
                </a:lnTo>
                <a:lnTo>
                  <a:pt x="1085015" y="3623738"/>
                </a:lnTo>
                <a:lnTo>
                  <a:pt x="1062776" y="3595647"/>
                </a:lnTo>
                <a:lnTo>
                  <a:pt x="1040537" y="3566386"/>
                </a:lnTo>
                <a:lnTo>
                  <a:pt x="1018299" y="3537124"/>
                </a:lnTo>
                <a:lnTo>
                  <a:pt x="996060" y="3509033"/>
                </a:lnTo>
                <a:lnTo>
                  <a:pt x="972651" y="3482113"/>
                </a:lnTo>
                <a:lnTo>
                  <a:pt x="945730" y="3458704"/>
                </a:lnTo>
                <a:lnTo>
                  <a:pt x="919980" y="3437635"/>
                </a:lnTo>
                <a:lnTo>
                  <a:pt x="890719" y="3421249"/>
                </a:lnTo>
                <a:lnTo>
                  <a:pt x="859116" y="3407203"/>
                </a:lnTo>
                <a:lnTo>
                  <a:pt x="825173" y="3395499"/>
                </a:lnTo>
                <a:lnTo>
                  <a:pt x="790059" y="3384965"/>
                </a:lnTo>
                <a:lnTo>
                  <a:pt x="754946" y="3375601"/>
                </a:lnTo>
                <a:lnTo>
                  <a:pt x="718662" y="3366237"/>
                </a:lnTo>
                <a:lnTo>
                  <a:pt x="684718" y="3355703"/>
                </a:lnTo>
                <a:lnTo>
                  <a:pt x="650775" y="3343999"/>
                </a:lnTo>
                <a:lnTo>
                  <a:pt x="619173" y="3329953"/>
                </a:lnTo>
                <a:lnTo>
                  <a:pt x="591082" y="3312396"/>
                </a:lnTo>
                <a:lnTo>
                  <a:pt x="565332" y="3291328"/>
                </a:lnTo>
                <a:lnTo>
                  <a:pt x="544263" y="3265578"/>
                </a:lnTo>
                <a:lnTo>
                  <a:pt x="526706" y="3237487"/>
                </a:lnTo>
                <a:lnTo>
                  <a:pt x="512661" y="3205885"/>
                </a:lnTo>
                <a:lnTo>
                  <a:pt x="500956" y="3171941"/>
                </a:lnTo>
                <a:lnTo>
                  <a:pt x="490422" y="3137998"/>
                </a:lnTo>
                <a:lnTo>
                  <a:pt x="481059" y="3101714"/>
                </a:lnTo>
                <a:lnTo>
                  <a:pt x="471695" y="3066600"/>
                </a:lnTo>
                <a:lnTo>
                  <a:pt x="461161" y="3031486"/>
                </a:lnTo>
                <a:lnTo>
                  <a:pt x="449456" y="2997543"/>
                </a:lnTo>
                <a:lnTo>
                  <a:pt x="435411" y="2965941"/>
                </a:lnTo>
                <a:lnTo>
                  <a:pt x="419024" y="2936679"/>
                </a:lnTo>
                <a:lnTo>
                  <a:pt x="397956" y="2910929"/>
                </a:lnTo>
                <a:lnTo>
                  <a:pt x="374547" y="2884009"/>
                </a:lnTo>
                <a:lnTo>
                  <a:pt x="347626" y="2860599"/>
                </a:lnTo>
                <a:lnTo>
                  <a:pt x="318365" y="2838361"/>
                </a:lnTo>
                <a:lnTo>
                  <a:pt x="289103" y="2816122"/>
                </a:lnTo>
                <a:lnTo>
                  <a:pt x="259842" y="2793883"/>
                </a:lnTo>
                <a:lnTo>
                  <a:pt x="231751" y="2771645"/>
                </a:lnTo>
                <a:lnTo>
                  <a:pt x="204830" y="2747065"/>
                </a:lnTo>
                <a:lnTo>
                  <a:pt x="181421" y="2722485"/>
                </a:lnTo>
                <a:lnTo>
                  <a:pt x="161523" y="2694394"/>
                </a:lnTo>
                <a:lnTo>
                  <a:pt x="146308" y="2665133"/>
                </a:lnTo>
                <a:lnTo>
                  <a:pt x="135773" y="2630019"/>
                </a:lnTo>
                <a:lnTo>
                  <a:pt x="131092" y="2593735"/>
                </a:lnTo>
                <a:lnTo>
                  <a:pt x="129921" y="2556280"/>
                </a:lnTo>
                <a:lnTo>
                  <a:pt x="133432" y="2516485"/>
                </a:lnTo>
                <a:lnTo>
                  <a:pt x="138114" y="2476689"/>
                </a:lnTo>
                <a:lnTo>
                  <a:pt x="143967" y="2436894"/>
                </a:lnTo>
                <a:lnTo>
                  <a:pt x="148648" y="2397098"/>
                </a:lnTo>
                <a:lnTo>
                  <a:pt x="150989" y="2357302"/>
                </a:lnTo>
                <a:lnTo>
                  <a:pt x="150989" y="2318677"/>
                </a:lnTo>
                <a:lnTo>
                  <a:pt x="146308" y="2282393"/>
                </a:lnTo>
                <a:lnTo>
                  <a:pt x="136944" y="2246109"/>
                </a:lnTo>
                <a:lnTo>
                  <a:pt x="122898" y="2212166"/>
                </a:lnTo>
                <a:lnTo>
                  <a:pt x="105341" y="2177052"/>
                </a:lnTo>
                <a:lnTo>
                  <a:pt x="85444" y="2141938"/>
                </a:lnTo>
                <a:lnTo>
                  <a:pt x="64375" y="2106824"/>
                </a:lnTo>
                <a:lnTo>
                  <a:pt x="44478" y="2072881"/>
                </a:lnTo>
                <a:lnTo>
                  <a:pt x="26921" y="2036597"/>
                </a:lnTo>
                <a:lnTo>
                  <a:pt x="12875" y="2001483"/>
                </a:lnTo>
                <a:lnTo>
                  <a:pt x="3512" y="1965199"/>
                </a:lnTo>
                <a:lnTo>
                  <a:pt x="0" y="1927744"/>
                </a:lnTo>
                <a:lnTo>
                  <a:pt x="3512" y="1890290"/>
                </a:lnTo>
                <a:lnTo>
                  <a:pt x="12875" y="1854005"/>
                </a:lnTo>
                <a:lnTo>
                  <a:pt x="26921" y="1818892"/>
                </a:lnTo>
                <a:lnTo>
                  <a:pt x="44478" y="1782608"/>
                </a:lnTo>
                <a:lnTo>
                  <a:pt x="64375" y="1748664"/>
                </a:lnTo>
                <a:lnTo>
                  <a:pt x="85444" y="1713550"/>
                </a:lnTo>
                <a:lnTo>
                  <a:pt x="105341" y="1678437"/>
                </a:lnTo>
                <a:lnTo>
                  <a:pt x="122898" y="1643323"/>
                </a:lnTo>
                <a:lnTo>
                  <a:pt x="136944" y="1609380"/>
                </a:lnTo>
                <a:lnTo>
                  <a:pt x="146308" y="1573096"/>
                </a:lnTo>
                <a:lnTo>
                  <a:pt x="150989" y="1536811"/>
                </a:lnTo>
                <a:lnTo>
                  <a:pt x="150989" y="1498186"/>
                </a:lnTo>
                <a:lnTo>
                  <a:pt x="148648" y="1458391"/>
                </a:lnTo>
                <a:lnTo>
                  <a:pt x="143967" y="1418595"/>
                </a:lnTo>
                <a:lnTo>
                  <a:pt x="138114" y="1378799"/>
                </a:lnTo>
                <a:lnTo>
                  <a:pt x="133432" y="1339004"/>
                </a:lnTo>
                <a:lnTo>
                  <a:pt x="129921" y="1299208"/>
                </a:lnTo>
                <a:lnTo>
                  <a:pt x="131092" y="1261754"/>
                </a:lnTo>
                <a:lnTo>
                  <a:pt x="135773" y="1225469"/>
                </a:lnTo>
                <a:lnTo>
                  <a:pt x="146308" y="1190356"/>
                </a:lnTo>
                <a:lnTo>
                  <a:pt x="161523" y="1161094"/>
                </a:lnTo>
                <a:lnTo>
                  <a:pt x="181421" y="1133003"/>
                </a:lnTo>
                <a:lnTo>
                  <a:pt x="204830" y="1108424"/>
                </a:lnTo>
                <a:lnTo>
                  <a:pt x="231751" y="1083844"/>
                </a:lnTo>
                <a:lnTo>
                  <a:pt x="259842" y="1061605"/>
                </a:lnTo>
                <a:lnTo>
                  <a:pt x="289103" y="1039367"/>
                </a:lnTo>
                <a:lnTo>
                  <a:pt x="318365" y="1017128"/>
                </a:lnTo>
                <a:lnTo>
                  <a:pt x="347626" y="994889"/>
                </a:lnTo>
                <a:lnTo>
                  <a:pt x="374547" y="971480"/>
                </a:lnTo>
                <a:lnTo>
                  <a:pt x="397956" y="944560"/>
                </a:lnTo>
                <a:lnTo>
                  <a:pt x="419024" y="918809"/>
                </a:lnTo>
                <a:lnTo>
                  <a:pt x="435411" y="889548"/>
                </a:lnTo>
                <a:lnTo>
                  <a:pt x="449456" y="857946"/>
                </a:lnTo>
                <a:lnTo>
                  <a:pt x="461161" y="824002"/>
                </a:lnTo>
                <a:lnTo>
                  <a:pt x="471695" y="788889"/>
                </a:lnTo>
                <a:lnTo>
                  <a:pt x="481059" y="753775"/>
                </a:lnTo>
                <a:lnTo>
                  <a:pt x="490422" y="717491"/>
                </a:lnTo>
                <a:lnTo>
                  <a:pt x="500956" y="683547"/>
                </a:lnTo>
                <a:lnTo>
                  <a:pt x="512661" y="649604"/>
                </a:lnTo>
                <a:lnTo>
                  <a:pt x="526706" y="618002"/>
                </a:lnTo>
                <a:lnTo>
                  <a:pt x="544263" y="589911"/>
                </a:lnTo>
                <a:lnTo>
                  <a:pt x="565332" y="564161"/>
                </a:lnTo>
                <a:lnTo>
                  <a:pt x="591082" y="543092"/>
                </a:lnTo>
                <a:lnTo>
                  <a:pt x="619173" y="525535"/>
                </a:lnTo>
                <a:lnTo>
                  <a:pt x="650775" y="511490"/>
                </a:lnTo>
                <a:lnTo>
                  <a:pt x="684718" y="499785"/>
                </a:lnTo>
                <a:lnTo>
                  <a:pt x="718662" y="489251"/>
                </a:lnTo>
                <a:lnTo>
                  <a:pt x="754946" y="479888"/>
                </a:lnTo>
                <a:lnTo>
                  <a:pt x="790059" y="470524"/>
                </a:lnTo>
                <a:lnTo>
                  <a:pt x="825173" y="459990"/>
                </a:lnTo>
                <a:lnTo>
                  <a:pt x="859116" y="448285"/>
                </a:lnTo>
                <a:lnTo>
                  <a:pt x="890719" y="434240"/>
                </a:lnTo>
                <a:lnTo>
                  <a:pt x="919980" y="417853"/>
                </a:lnTo>
                <a:lnTo>
                  <a:pt x="945730" y="396785"/>
                </a:lnTo>
                <a:lnTo>
                  <a:pt x="972651" y="373376"/>
                </a:lnTo>
                <a:lnTo>
                  <a:pt x="996060" y="346455"/>
                </a:lnTo>
                <a:lnTo>
                  <a:pt x="1018299" y="318364"/>
                </a:lnTo>
                <a:lnTo>
                  <a:pt x="1040537" y="289103"/>
                </a:lnTo>
                <a:lnTo>
                  <a:pt x="1062776" y="259841"/>
                </a:lnTo>
                <a:lnTo>
                  <a:pt x="1085015" y="231750"/>
                </a:lnTo>
                <a:lnTo>
                  <a:pt x="1109594" y="204830"/>
                </a:lnTo>
                <a:lnTo>
                  <a:pt x="1134174" y="181421"/>
                </a:lnTo>
                <a:lnTo>
                  <a:pt x="1162265" y="161523"/>
                </a:lnTo>
                <a:lnTo>
                  <a:pt x="1191526" y="146307"/>
                </a:lnTo>
                <a:lnTo>
                  <a:pt x="1226640" y="135773"/>
                </a:lnTo>
                <a:lnTo>
                  <a:pt x="1262924" y="131091"/>
                </a:lnTo>
                <a:lnTo>
                  <a:pt x="1300379" y="129921"/>
                </a:lnTo>
                <a:lnTo>
                  <a:pt x="1340175" y="133432"/>
                </a:lnTo>
                <a:lnTo>
                  <a:pt x="1379970" y="138114"/>
                </a:lnTo>
                <a:lnTo>
                  <a:pt x="1419766" y="143966"/>
                </a:lnTo>
                <a:lnTo>
                  <a:pt x="1459561" y="148648"/>
                </a:lnTo>
                <a:lnTo>
                  <a:pt x="1499357" y="150989"/>
                </a:lnTo>
                <a:lnTo>
                  <a:pt x="1537982" y="150989"/>
                </a:lnTo>
                <a:lnTo>
                  <a:pt x="1574266" y="146307"/>
                </a:lnTo>
                <a:lnTo>
                  <a:pt x="1610550" y="136943"/>
                </a:lnTo>
                <a:lnTo>
                  <a:pt x="1645664" y="122898"/>
                </a:lnTo>
                <a:lnTo>
                  <a:pt x="1680778" y="104171"/>
                </a:lnTo>
                <a:lnTo>
                  <a:pt x="1715892" y="85443"/>
                </a:lnTo>
                <a:lnTo>
                  <a:pt x="1751005" y="64375"/>
                </a:lnTo>
                <a:lnTo>
                  <a:pt x="1784949" y="44477"/>
                </a:lnTo>
                <a:lnTo>
                  <a:pt x="1821233" y="26920"/>
                </a:lnTo>
                <a:lnTo>
                  <a:pt x="1856347" y="12875"/>
                </a:lnTo>
                <a:lnTo>
                  <a:pt x="1892631" y="351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545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300C1A-93B4-94DC-E136-A96A3A0AD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6"/>
            <a:ext cx="3384329" cy="5421435"/>
          </a:xfrm>
        </p:spPr>
        <p:txBody>
          <a:bodyPr anchor="ctr">
            <a:normAutofit/>
          </a:bodyPr>
          <a:lstStyle/>
          <a:p>
            <a:r>
              <a:rPr lang="cs-CZ" sz="4000"/>
              <a:t>Výhody chovu králíků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599E5DAB-8901-2696-6E72-C27D91233E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5436141"/>
              </p:ext>
            </p:extLst>
          </p:nvPr>
        </p:nvGraphicFramePr>
        <p:xfrm>
          <a:off x="5280025" y="644525"/>
          <a:ext cx="5994400" cy="5409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0443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8AC931-3DB5-C886-0837-BBF03B115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6"/>
            <a:ext cx="3384329" cy="5421435"/>
          </a:xfrm>
        </p:spPr>
        <p:txBody>
          <a:bodyPr anchor="ctr">
            <a:normAutofit/>
          </a:bodyPr>
          <a:lstStyle/>
          <a:p>
            <a:r>
              <a:rPr lang="cs-CZ" sz="4000"/>
              <a:t>Nevýhody chovu králíků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93C1E621-2F0D-1C38-DB2C-34BF4A7F39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5814466"/>
              </p:ext>
            </p:extLst>
          </p:nvPr>
        </p:nvGraphicFramePr>
        <p:xfrm>
          <a:off x="5280025" y="644525"/>
          <a:ext cx="5994400" cy="5409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6092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153338-023C-FAED-B693-B7BEB0D60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 anchor="ctr">
            <a:normAutofit/>
          </a:bodyPr>
          <a:lstStyle/>
          <a:p>
            <a:r>
              <a:rPr lang="cs-CZ" dirty="0"/>
              <a:t>Způsoby chovu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1F25FCCB-23F4-335B-F668-7A39F7ECE6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0041627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59716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4A9456-1C8F-1BE8-A099-3655F144D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>
            <a:normAutofit/>
          </a:bodyPr>
          <a:lstStyle/>
          <a:p>
            <a:r>
              <a:rPr lang="cs-CZ" sz="4400"/>
              <a:t>Velkochov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5C0463-0AF3-A1D2-C58D-E20FDBA7D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cs-CZ" sz="1900" b="1">
                <a:solidFill>
                  <a:schemeClr val="tx1"/>
                </a:solidFill>
              </a:rPr>
              <a:t>Brojlerový králík </a:t>
            </a:r>
            <a:r>
              <a:rPr lang="cs-CZ" sz="1900" dirty="0">
                <a:solidFill>
                  <a:schemeClr val="tx1"/>
                </a:solidFill>
              </a:rPr>
              <a:t>- Speciálně vyšlechtěný hybrid, určen k výkrmu</a:t>
            </a:r>
          </a:p>
          <a:p>
            <a:pPr>
              <a:lnSpc>
                <a:spcPct val="100000"/>
              </a:lnSpc>
            </a:pPr>
            <a:r>
              <a:rPr lang="cs-CZ" sz="1900" dirty="0">
                <a:solidFill>
                  <a:schemeClr val="tx1"/>
                </a:solidFill>
              </a:rPr>
              <a:t>Šlechtění zaměřeno na </a:t>
            </a:r>
            <a:r>
              <a:rPr lang="cs-CZ" sz="1900" u="sng" dirty="0">
                <a:solidFill>
                  <a:schemeClr val="tx1"/>
                </a:solidFill>
              </a:rPr>
              <a:t>produkční znaky</a:t>
            </a:r>
            <a:r>
              <a:rPr lang="cs-CZ" sz="1900" dirty="0">
                <a:solidFill>
                  <a:schemeClr val="tx1"/>
                </a:solidFill>
              </a:rPr>
              <a:t> (výkrmnost, jatečná hodnota) a </a:t>
            </a:r>
            <a:r>
              <a:rPr lang="cs-CZ" sz="1900" u="sng" dirty="0">
                <a:solidFill>
                  <a:schemeClr val="tx1"/>
                </a:solidFill>
              </a:rPr>
              <a:t>reprodukční znaky </a:t>
            </a:r>
            <a:r>
              <a:rPr lang="cs-CZ" sz="1900" dirty="0">
                <a:solidFill>
                  <a:schemeClr val="tx1"/>
                </a:solidFill>
              </a:rPr>
              <a:t>(počet mláďat ve vrhu) </a:t>
            </a:r>
          </a:p>
          <a:p>
            <a:pPr>
              <a:lnSpc>
                <a:spcPct val="100000"/>
              </a:lnSpc>
            </a:pPr>
            <a:r>
              <a:rPr lang="cs-CZ" sz="1900" dirty="0">
                <a:solidFill>
                  <a:schemeClr val="tx1"/>
                </a:solidFill>
              </a:rPr>
              <a:t>Vysoký průměrný denní přírůstek, dobrá konverze krmiva, rychlé dosažení porážkové hmotnosti</a:t>
            </a:r>
          </a:p>
          <a:p>
            <a:pPr>
              <a:lnSpc>
                <a:spcPct val="100000"/>
              </a:lnSpc>
            </a:pPr>
            <a:r>
              <a:rPr lang="cs-CZ" sz="1900" dirty="0">
                <a:solidFill>
                  <a:schemeClr val="tx1"/>
                </a:solidFill>
              </a:rPr>
              <a:t>Vyšší plodnost a mléčnost ramlic oproti čistokrevným plemenům</a:t>
            </a:r>
          </a:p>
          <a:p>
            <a:pPr>
              <a:lnSpc>
                <a:spcPct val="100000"/>
              </a:lnSpc>
            </a:pPr>
            <a:endParaRPr lang="cs-CZ" sz="1900" dirty="0">
              <a:solidFill>
                <a:schemeClr val="tx1"/>
              </a:solidFill>
            </a:endParaRPr>
          </a:p>
        </p:txBody>
      </p:sp>
      <p:pic>
        <p:nvPicPr>
          <p:cNvPr id="4" name="Obrázek 3" descr="Obsah obrázku savec, zajícovci, bílé&#10;&#10;Popis byl vytvořen automaticky">
            <a:extLst>
              <a:ext uri="{FF2B5EF4-FFF2-40B4-BE49-F238E27FC236}">
                <a16:creationId xmlns:a16="http://schemas.microsoft.com/office/drawing/2014/main" id="{4F2632F8-A23B-345C-3680-895CB03FB0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706"/>
          <a:stretch/>
        </p:blipFill>
        <p:spPr>
          <a:xfrm>
            <a:off x="6098193" y="1767440"/>
            <a:ext cx="5176744" cy="334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22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6FC217-1638-A2C6-D95B-D0702E47F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>
            <a:normAutofit/>
          </a:bodyPr>
          <a:lstStyle/>
          <a:p>
            <a:r>
              <a:rPr lang="cs-CZ" sz="4400"/>
              <a:t>malochov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3255C9-40AF-0A3A-A5B8-CB26B2DED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1900" b="1" dirty="0">
                <a:solidFill>
                  <a:schemeClr val="tx1"/>
                </a:solidFill>
              </a:rPr>
              <a:t>Brojleroví králíci x čistokrevná plemena</a:t>
            </a:r>
          </a:p>
          <a:p>
            <a:pPr>
              <a:lnSpc>
                <a:spcPct val="100000"/>
              </a:lnSpc>
            </a:pPr>
            <a:r>
              <a:rPr lang="cs-CZ" sz="1900" dirty="0">
                <a:solidFill>
                  <a:schemeClr val="tx1"/>
                </a:solidFill>
              </a:rPr>
              <a:t>Zástupci velkých plemen králíků: Belgický obr, Moravský modrý</a:t>
            </a:r>
          </a:p>
          <a:p>
            <a:pPr>
              <a:lnSpc>
                <a:spcPct val="100000"/>
              </a:lnSpc>
            </a:pPr>
            <a:r>
              <a:rPr lang="cs-CZ" sz="1900" dirty="0">
                <a:solidFill>
                  <a:schemeClr val="tx1"/>
                </a:solidFill>
              </a:rPr>
              <a:t>Zástupci středních plemen: Kalifornský, Český </a:t>
            </a:r>
            <a:r>
              <a:rPr lang="cs-CZ" sz="1900" dirty="0" err="1">
                <a:solidFill>
                  <a:schemeClr val="tx1"/>
                </a:solidFill>
              </a:rPr>
              <a:t>strakáč</a:t>
            </a:r>
            <a:r>
              <a:rPr lang="cs-CZ" sz="1900" dirty="0">
                <a:solidFill>
                  <a:schemeClr val="tx1"/>
                </a:solidFill>
              </a:rPr>
              <a:t>, Český luštič</a:t>
            </a:r>
          </a:p>
          <a:p>
            <a:pPr>
              <a:lnSpc>
                <a:spcPct val="100000"/>
              </a:lnSpc>
            </a:pPr>
            <a:r>
              <a:rPr lang="cs-CZ" sz="1900" dirty="0">
                <a:solidFill>
                  <a:schemeClr val="tx1"/>
                </a:solidFill>
              </a:rPr>
              <a:t>Zástupci malých plemen: Činčila malá, Holandský králík</a:t>
            </a:r>
          </a:p>
          <a:p>
            <a:pPr>
              <a:lnSpc>
                <a:spcPct val="100000"/>
              </a:lnSpc>
            </a:pPr>
            <a:r>
              <a:rPr lang="cs-CZ" sz="1900" dirty="0">
                <a:solidFill>
                  <a:schemeClr val="tx1"/>
                </a:solidFill>
              </a:rPr>
              <a:t>Zástupci zakrslých plemen: Zakrslý beran, Zakrslý </a:t>
            </a:r>
            <a:r>
              <a:rPr lang="cs-CZ" sz="1900" dirty="0" err="1">
                <a:solidFill>
                  <a:schemeClr val="tx1"/>
                </a:solidFill>
              </a:rPr>
              <a:t>teddy</a:t>
            </a:r>
            <a:endParaRPr lang="cs-CZ" sz="1900" dirty="0">
              <a:solidFill>
                <a:schemeClr val="tx1"/>
              </a:solidFill>
            </a:endParaRPr>
          </a:p>
        </p:txBody>
      </p:sp>
      <p:pic>
        <p:nvPicPr>
          <p:cNvPr id="4" name="Picture 4" descr="Český strakáč divoce zbarvený 1,0 94,5 b. z výstavy Moravia Brno 2017, chovatel Jiří Vacek">
            <a:extLst>
              <a:ext uri="{FF2B5EF4-FFF2-40B4-BE49-F238E27FC236}">
                <a16:creationId xmlns:a16="http://schemas.microsoft.com/office/drawing/2014/main" id="{82710910-AC29-4685-EF3F-567B2C17B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8193" y="1500850"/>
            <a:ext cx="5176744" cy="3882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9254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D5B862-043C-C9B0-0E5B-7C6CCBCC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>
            <a:normAutofit/>
          </a:bodyPr>
          <a:lstStyle/>
          <a:p>
            <a:r>
              <a:rPr lang="cs-CZ" dirty="0"/>
              <a:t>Výživa a krmení</a:t>
            </a: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CBA85B1C-8413-4C7D-98D0-7956747EA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00E512F-9F53-5AEA-628D-815310FFE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6015897" cy="3593591"/>
          </a:xfrm>
        </p:spPr>
        <p:txBody>
          <a:bodyPr>
            <a:normAutofit/>
          </a:bodyPr>
          <a:lstStyle/>
          <a:p>
            <a:r>
              <a:rPr lang="cs-CZ" b="1"/>
              <a:t>Krmná dávka sestavena dle cíle chovu (užitkovosti)</a:t>
            </a:r>
          </a:p>
          <a:p>
            <a:r>
              <a:rPr lang="cs-CZ" b="1"/>
              <a:t>Velkochovy</a:t>
            </a:r>
            <a:r>
              <a:rPr lang="cs-CZ"/>
              <a:t> – výkrm a produkce mláďat – KKS</a:t>
            </a:r>
          </a:p>
          <a:p>
            <a:r>
              <a:rPr lang="cs-CZ" b="1"/>
              <a:t>Malochovy</a:t>
            </a:r>
            <a:r>
              <a:rPr lang="cs-CZ"/>
              <a:t> – 85 % objemná krmiva, 10 % ovoce a zelenina, 5 % jadrná krmiva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DEA37E0-BC07-AE5E-7FC5-2AEFBC8C7C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9" r="2" b="2"/>
          <a:stretch/>
        </p:blipFill>
        <p:spPr bwMode="auto">
          <a:xfrm>
            <a:off x="7598400" y="2197353"/>
            <a:ext cx="3860171" cy="3855489"/>
          </a:xfrm>
          <a:custGeom>
            <a:avLst/>
            <a:gdLst/>
            <a:ahLst/>
            <a:cxnLst/>
            <a:rect l="l" t="t" r="r" b="b"/>
            <a:pathLst>
              <a:path w="3860171" h="3855489">
                <a:moveTo>
                  <a:pt x="1930086" y="0"/>
                </a:moveTo>
                <a:lnTo>
                  <a:pt x="1967540" y="3511"/>
                </a:lnTo>
                <a:lnTo>
                  <a:pt x="2003824" y="12875"/>
                </a:lnTo>
                <a:lnTo>
                  <a:pt x="2038938" y="26920"/>
                </a:lnTo>
                <a:lnTo>
                  <a:pt x="2075222" y="44477"/>
                </a:lnTo>
                <a:lnTo>
                  <a:pt x="2109166" y="64375"/>
                </a:lnTo>
                <a:lnTo>
                  <a:pt x="2144279" y="85443"/>
                </a:lnTo>
                <a:lnTo>
                  <a:pt x="2179393" y="104171"/>
                </a:lnTo>
                <a:lnTo>
                  <a:pt x="2214507" y="122898"/>
                </a:lnTo>
                <a:lnTo>
                  <a:pt x="2248450" y="136943"/>
                </a:lnTo>
                <a:lnTo>
                  <a:pt x="2285905" y="146307"/>
                </a:lnTo>
                <a:lnTo>
                  <a:pt x="2322189" y="150989"/>
                </a:lnTo>
                <a:lnTo>
                  <a:pt x="2360814" y="150989"/>
                </a:lnTo>
                <a:lnTo>
                  <a:pt x="2400610" y="148648"/>
                </a:lnTo>
                <a:lnTo>
                  <a:pt x="2440405" y="143966"/>
                </a:lnTo>
                <a:lnTo>
                  <a:pt x="2480201" y="138114"/>
                </a:lnTo>
                <a:lnTo>
                  <a:pt x="2519996" y="133432"/>
                </a:lnTo>
                <a:lnTo>
                  <a:pt x="2559792" y="129921"/>
                </a:lnTo>
                <a:lnTo>
                  <a:pt x="2597247" y="131091"/>
                </a:lnTo>
                <a:lnTo>
                  <a:pt x="2633531" y="135773"/>
                </a:lnTo>
                <a:lnTo>
                  <a:pt x="2668644" y="146307"/>
                </a:lnTo>
                <a:lnTo>
                  <a:pt x="2697906" y="161523"/>
                </a:lnTo>
                <a:lnTo>
                  <a:pt x="2725997" y="181421"/>
                </a:lnTo>
                <a:lnTo>
                  <a:pt x="2750577" y="204830"/>
                </a:lnTo>
                <a:lnTo>
                  <a:pt x="2775156" y="231750"/>
                </a:lnTo>
                <a:lnTo>
                  <a:pt x="2797395" y="259841"/>
                </a:lnTo>
                <a:lnTo>
                  <a:pt x="2819634" y="289103"/>
                </a:lnTo>
                <a:lnTo>
                  <a:pt x="2841872" y="318364"/>
                </a:lnTo>
                <a:lnTo>
                  <a:pt x="2864111" y="346455"/>
                </a:lnTo>
                <a:lnTo>
                  <a:pt x="2887520" y="373376"/>
                </a:lnTo>
                <a:lnTo>
                  <a:pt x="2914441" y="396785"/>
                </a:lnTo>
                <a:lnTo>
                  <a:pt x="2940191" y="417853"/>
                </a:lnTo>
                <a:lnTo>
                  <a:pt x="2969452" y="434240"/>
                </a:lnTo>
                <a:lnTo>
                  <a:pt x="3001055" y="448285"/>
                </a:lnTo>
                <a:lnTo>
                  <a:pt x="3034998" y="459990"/>
                </a:lnTo>
                <a:lnTo>
                  <a:pt x="3070112" y="470524"/>
                </a:lnTo>
                <a:lnTo>
                  <a:pt x="3105226" y="479888"/>
                </a:lnTo>
                <a:lnTo>
                  <a:pt x="3141510" y="489251"/>
                </a:lnTo>
                <a:lnTo>
                  <a:pt x="3175453" y="499785"/>
                </a:lnTo>
                <a:lnTo>
                  <a:pt x="3209396" y="511490"/>
                </a:lnTo>
                <a:lnTo>
                  <a:pt x="3240999" y="525535"/>
                </a:lnTo>
                <a:lnTo>
                  <a:pt x="3269090" y="543092"/>
                </a:lnTo>
                <a:lnTo>
                  <a:pt x="3294840" y="564161"/>
                </a:lnTo>
                <a:lnTo>
                  <a:pt x="3315908" y="589911"/>
                </a:lnTo>
                <a:lnTo>
                  <a:pt x="3333465" y="618002"/>
                </a:lnTo>
                <a:lnTo>
                  <a:pt x="3347510" y="649604"/>
                </a:lnTo>
                <a:lnTo>
                  <a:pt x="3359215" y="683547"/>
                </a:lnTo>
                <a:lnTo>
                  <a:pt x="3369749" y="717491"/>
                </a:lnTo>
                <a:lnTo>
                  <a:pt x="3379113" y="753775"/>
                </a:lnTo>
                <a:lnTo>
                  <a:pt x="3388476" y="788889"/>
                </a:lnTo>
                <a:lnTo>
                  <a:pt x="3399010" y="824002"/>
                </a:lnTo>
                <a:lnTo>
                  <a:pt x="3410715" y="857946"/>
                </a:lnTo>
                <a:lnTo>
                  <a:pt x="3424760" y="889548"/>
                </a:lnTo>
                <a:lnTo>
                  <a:pt x="3441147" y="918809"/>
                </a:lnTo>
                <a:lnTo>
                  <a:pt x="3462215" y="944560"/>
                </a:lnTo>
                <a:lnTo>
                  <a:pt x="3485624" y="971480"/>
                </a:lnTo>
                <a:lnTo>
                  <a:pt x="3512545" y="994889"/>
                </a:lnTo>
                <a:lnTo>
                  <a:pt x="3540636" y="1017128"/>
                </a:lnTo>
                <a:lnTo>
                  <a:pt x="3571068" y="1039367"/>
                </a:lnTo>
                <a:lnTo>
                  <a:pt x="3600329" y="1061605"/>
                </a:lnTo>
                <a:lnTo>
                  <a:pt x="3628420" y="1083844"/>
                </a:lnTo>
                <a:lnTo>
                  <a:pt x="3655341" y="1108424"/>
                </a:lnTo>
                <a:lnTo>
                  <a:pt x="3678750" y="1133003"/>
                </a:lnTo>
                <a:lnTo>
                  <a:pt x="3698648" y="1161094"/>
                </a:lnTo>
                <a:lnTo>
                  <a:pt x="3713864" y="1190356"/>
                </a:lnTo>
                <a:lnTo>
                  <a:pt x="3724398" y="1225469"/>
                </a:lnTo>
                <a:lnTo>
                  <a:pt x="3729080" y="1261754"/>
                </a:lnTo>
                <a:lnTo>
                  <a:pt x="3730250" y="1299208"/>
                </a:lnTo>
                <a:lnTo>
                  <a:pt x="3726739" y="1339004"/>
                </a:lnTo>
                <a:lnTo>
                  <a:pt x="3722057" y="1378799"/>
                </a:lnTo>
                <a:lnTo>
                  <a:pt x="3716205" y="1418595"/>
                </a:lnTo>
                <a:lnTo>
                  <a:pt x="3711523" y="1458391"/>
                </a:lnTo>
                <a:lnTo>
                  <a:pt x="3709182" y="1498186"/>
                </a:lnTo>
                <a:lnTo>
                  <a:pt x="3709182" y="1536811"/>
                </a:lnTo>
                <a:lnTo>
                  <a:pt x="3713864" y="1573096"/>
                </a:lnTo>
                <a:lnTo>
                  <a:pt x="3723228" y="1609380"/>
                </a:lnTo>
                <a:lnTo>
                  <a:pt x="3737273" y="1643323"/>
                </a:lnTo>
                <a:lnTo>
                  <a:pt x="3756000" y="1678437"/>
                </a:lnTo>
                <a:lnTo>
                  <a:pt x="3774728" y="1713550"/>
                </a:lnTo>
                <a:lnTo>
                  <a:pt x="3795796" y="1748664"/>
                </a:lnTo>
                <a:lnTo>
                  <a:pt x="3815694" y="1782608"/>
                </a:lnTo>
                <a:lnTo>
                  <a:pt x="3833250" y="1818892"/>
                </a:lnTo>
                <a:lnTo>
                  <a:pt x="3847296" y="1854005"/>
                </a:lnTo>
                <a:lnTo>
                  <a:pt x="3856660" y="1890290"/>
                </a:lnTo>
                <a:lnTo>
                  <a:pt x="3860171" y="1927744"/>
                </a:lnTo>
                <a:lnTo>
                  <a:pt x="3856660" y="1965199"/>
                </a:lnTo>
                <a:lnTo>
                  <a:pt x="3847296" y="2001483"/>
                </a:lnTo>
                <a:lnTo>
                  <a:pt x="3833250" y="2036597"/>
                </a:lnTo>
                <a:lnTo>
                  <a:pt x="3815694" y="2072881"/>
                </a:lnTo>
                <a:lnTo>
                  <a:pt x="3795796" y="2106824"/>
                </a:lnTo>
                <a:lnTo>
                  <a:pt x="3774728" y="2141938"/>
                </a:lnTo>
                <a:lnTo>
                  <a:pt x="3756000" y="2177052"/>
                </a:lnTo>
                <a:lnTo>
                  <a:pt x="3737273" y="2212166"/>
                </a:lnTo>
                <a:lnTo>
                  <a:pt x="3723228" y="2246109"/>
                </a:lnTo>
                <a:lnTo>
                  <a:pt x="3713864" y="2282393"/>
                </a:lnTo>
                <a:lnTo>
                  <a:pt x="3709182" y="2318677"/>
                </a:lnTo>
                <a:lnTo>
                  <a:pt x="3709182" y="2357302"/>
                </a:lnTo>
                <a:lnTo>
                  <a:pt x="3711523" y="2397098"/>
                </a:lnTo>
                <a:lnTo>
                  <a:pt x="3716205" y="2436894"/>
                </a:lnTo>
                <a:lnTo>
                  <a:pt x="3722057" y="2476689"/>
                </a:lnTo>
                <a:lnTo>
                  <a:pt x="3726739" y="2516485"/>
                </a:lnTo>
                <a:lnTo>
                  <a:pt x="3730250" y="2556280"/>
                </a:lnTo>
                <a:lnTo>
                  <a:pt x="3729080" y="2593735"/>
                </a:lnTo>
                <a:lnTo>
                  <a:pt x="3724398" y="2630019"/>
                </a:lnTo>
                <a:lnTo>
                  <a:pt x="3713864" y="2665133"/>
                </a:lnTo>
                <a:lnTo>
                  <a:pt x="3698648" y="2694394"/>
                </a:lnTo>
                <a:lnTo>
                  <a:pt x="3678750" y="2722485"/>
                </a:lnTo>
                <a:lnTo>
                  <a:pt x="3655341" y="2747065"/>
                </a:lnTo>
                <a:lnTo>
                  <a:pt x="3628420" y="2771645"/>
                </a:lnTo>
                <a:lnTo>
                  <a:pt x="3600329" y="2793883"/>
                </a:lnTo>
                <a:lnTo>
                  <a:pt x="3571068" y="2816122"/>
                </a:lnTo>
                <a:lnTo>
                  <a:pt x="3540636" y="2838361"/>
                </a:lnTo>
                <a:lnTo>
                  <a:pt x="3512545" y="2860599"/>
                </a:lnTo>
                <a:lnTo>
                  <a:pt x="3485624" y="2884009"/>
                </a:lnTo>
                <a:lnTo>
                  <a:pt x="3462215" y="2910929"/>
                </a:lnTo>
                <a:lnTo>
                  <a:pt x="3441147" y="2936679"/>
                </a:lnTo>
                <a:lnTo>
                  <a:pt x="3424760" y="2965941"/>
                </a:lnTo>
                <a:lnTo>
                  <a:pt x="3410715" y="2997543"/>
                </a:lnTo>
                <a:lnTo>
                  <a:pt x="3399010" y="3031486"/>
                </a:lnTo>
                <a:lnTo>
                  <a:pt x="3388476" y="3066600"/>
                </a:lnTo>
                <a:lnTo>
                  <a:pt x="3379113" y="3101714"/>
                </a:lnTo>
                <a:lnTo>
                  <a:pt x="3369749" y="3137998"/>
                </a:lnTo>
                <a:lnTo>
                  <a:pt x="3359215" y="3171941"/>
                </a:lnTo>
                <a:lnTo>
                  <a:pt x="3347510" y="3205885"/>
                </a:lnTo>
                <a:lnTo>
                  <a:pt x="3333465" y="3237487"/>
                </a:lnTo>
                <a:lnTo>
                  <a:pt x="3315908" y="3265578"/>
                </a:lnTo>
                <a:lnTo>
                  <a:pt x="3294840" y="3291328"/>
                </a:lnTo>
                <a:lnTo>
                  <a:pt x="3269090" y="3312396"/>
                </a:lnTo>
                <a:lnTo>
                  <a:pt x="3240999" y="3329953"/>
                </a:lnTo>
                <a:lnTo>
                  <a:pt x="3209396" y="3343999"/>
                </a:lnTo>
                <a:lnTo>
                  <a:pt x="3175453" y="3355703"/>
                </a:lnTo>
                <a:lnTo>
                  <a:pt x="3141510" y="3366237"/>
                </a:lnTo>
                <a:lnTo>
                  <a:pt x="3105226" y="3375601"/>
                </a:lnTo>
                <a:lnTo>
                  <a:pt x="3070112" y="3384965"/>
                </a:lnTo>
                <a:lnTo>
                  <a:pt x="3034998" y="3395499"/>
                </a:lnTo>
                <a:lnTo>
                  <a:pt x="3001055" y="3407203"/>
                </a:lnTo>
                <a:lnTo>
                  <a:pt x="2969452" y="3421249"/>
                </a:lnTo>
                <a:lnTo>
                  <a:pt x="2940191" y="3437635"/>
                </a:lnTo>
                <a:lnTo>
                  <a:pt x="2914441" y="3458704"/>
                </a:lnTo>
                <a:lnTo>
                  <a:pt x="2887520" y="3482113"/>
                </a:lnTo>
                <a:lnTo>
                  <a:pt x="2864111" y="3509033"/>
                </a:lnTo>
                <a:lnTo>
                  <a:pt x="2841872" y="3537124"/>
                </a:lnTo>
                <a:lnTo>
                  <a:pt x="2819634" y="3566386"/>
                </a:lnTo>
                <a:lnTo>
                  <a:pt x="2797395" y="3595647"/>
                </a:lnTo>
                <a:lnTo>
                  <a:pt x="2775156" y="3623738"/>
                </a:lnTo>
                <a:lnTo>
                  <a:pt x="2750577" y="3650659"/>
                </a:lnTo>
                <a:lnTo>
                  <a:pt x="2725997" y="3674068"/>
                </a:lnTo>
                <a:lnTo>
                  <a:pt x="2697906" y="3693966"/>
                </a:lnTo>
                <a:lnTo>
                  <a:pt x="2668644" y="3709182"/>
                </a:lnTo>
                <a:lnTo>
                  <a:pt x="2633531" y="3719716"/>
                </a:lnTo>
                <a:lnTo>
                  <a:pt x="2597247" y="3724398"/>
                </a:lnTo>
                <a:lnTo>
                  <a:pt x="2559792" y="3725568"/>
                </a:lnTo>
                <a:lnTo>
                  <a:pt x="2519996" y="3722057"/>
                </a:lnTo>
                <a:lnTo>
                  <a:pt x="2480201" y="3717375"/>
                </a:lnTo>
                <a:lnTo>
                  <a:pt x="2440405" y="3711523"/>
                </a:lnTo>
                <a:lnTo>
                  <a:pt x="2400610" y="3706841"/>
                </a:lnTo>
                <a:lnTo>
                  <a:pt x="2360814" y="3704500"/>
                </a:lnTo>
                <a:lnTo>
                  <a:pt x="2322189" y="3704500"/>
                </a:lnTo>
                <a:lnTo>
                  <a:pt x="2285905" y="3709182"/>
                </a:lnTo>
                <a:lnTo>
                  <a:pt x="2248450" y="3718545"/>
                </a:lnTo>
                <a:lnTo>
                  <a:pt x="2214507" y="3732591"/>
                </a:lnTo>
                <a:lnTo>
                  <a:pt x="2179393" y="3751318"/>
                </a:lnTo>
                <a:lnTo>
                  <a:pt x="2144279" y="3770045"/>
                </a:lnTo>
                <a:lnTo>
                  <a:pt x="2109166" y="3791114"/>
                </a:lnTo>
                <a:lnTo>
                  <a:pt x="2075222" y="3811011"/>
                </a:lnTo>
                <a:lnTo>
                  <a:pt x="2038938" y="3828568"/>
                </a:lnTo>
                <a:lnTo>
                  <a:pt x="2003824" y="3842614"/>
                </a:lnTo>
                <a:lnTo>
                  <a:pt x="1967540" y="3851978"/>
                </a:lnTo>
                <a:lnTo>
                  <a:pt x="1930086" y="3855489"/>
                </a:lnTo>
                <a:lnTo>
                  <a:pt x="1892631" y="3851978"/>
                </a:lnTo>
                <a:lnTo>
                  <a:pt x="1856347" y="3842614"/>
                </a:lnTo>
                <a:lnTo>
                  <a:pt x="1821233" y="3828568"/>
                </a:lnTo>
                <a:lnTo>
                  <a:pt x="1784949" y="3811011"/>
                </a:lnTo>
                <a:lnTo>
                  <a:pt x="1751005" y="3791114"/>
                </a:lnTo>
                <a:lnTo>
                  <a:pt x="1715892" y="3770045"/>
                </a:lnTo>
                <a:lnTo>
                  <a:pt x="1680778" y="3751318"/>
                </a:lnTo>
                <a:lnTo>
                  <a:pt x="1645664" y="3732591"/>
                </a:lnTo>
                <a:lnTo>
                  <a:pt x="1610550" y="3718545"/>
                </a:lnTo>
                <a:lnTo>
                  <a:pt x="1574266" y="3709182"/>
                </a:lnTo>
                <a:lnTo>
                  <a:pt x="1537982" y="3704500"/>
                </a:lnTo>
                <a:lnTo>
                  <a:pt x="1499357" y="3704500"/>
                </a:lnTo>
                <a:lnTo>
                  <a:pt x="1459561" y="3706841"/>
                </a:lnTo>
                <a:lnTo>
                  <a:pt x="1419766" y="3711523"/>
                </a:lnTo>
                <a:lnTo>
                  <a:pt x="1379970" y="3717375"/>
                </a:lnTo>
                <a:lnTo>
                  <a:pt x="1340175" y="3722057"/>
                </a:lnTo>
                <a:lnTo>
                  <a:pt x="1300379" y="3725568"/>
                </a:lnTo>
                <a:lnTo>
                  <a:pt x="1262924" y="3724398"/>
                </a:lnTo>
                <a:lnTo>
                  <a:pt x="1226640" y="3719716"/>
                </a:lnTo>
                <a:lnTo>
                  <a:pt x="1191526" y="3709182"/>
                </a:lnTo>
                <a:lnTo>
                  <a:pt x="1162265" y="3693966"/>
                </a:lnTo>
                <a:lnTo>
                  <a:pt x="1134174" y="3674068"/>
                </a:lnTo>
                <a:lnTo>
                  <a:pt x="1109594" y="3650659"/>
                </a:lnTo>
                <a:lnTo>
                  <a:pt x="1085015" y="3623738"/>
                </a:lnTo>
                <a:lnTo>
                  <a:pt x="1062776" y="3595647"/>
                </a:lnTo>
                <a:lnTo>
                  <a:pt x="1040537" y="3566386"/>
                </a:lnTo>
                <a:lnTo>
                  <a:pt x="1018299" y="3537124"/>
                </a:lnTo>
                <a:lnTo>
                  <a:pt x="996060" y="3509033"/>
                </a:lnTo>
                <a:lnTo>
                  <a:pt x="972651" y="3482113"/>
                </a:lnTo>
                <a:lnTo>
                  <a:pt x="945730" y="3458704"/>
                </a:lnTo>
                <a:lnTo>
                  <a:pt x="919980" y="3437635"/>
                </a:lnTo>
                <a:lnTo>
                  <a:pt x="890719" y="3421249"/>
                </a:lnTo>
                <a:lnTo>
                  <a:pt x="859116" y="3407203"/>
                </a:lnTo>
                <a:lnTo>
                  <a:pt x="825173" y="3395499"/>
                </a:lnTo>
                <a:lnTo>
                  <a:pt x="790059" y="3384965"/>
                </a:lnTo>
                <a:lnTo>
                  <a:pt x="754946" y="3375601"/>
                </a:lnTo>
                <a:lnTo>
                  <a:pt x="718662" y="3366237"/>
                </a:lnTo>
                <a:lnTo>
                  <a:pt x="684718" y="3355703"/>
                </a:lnTo>
                <a:lnTo>
                  <a:pt x="650775" y="3343999"/>
                </a:lnTo>
                <a:lnTo>
                  <a:pt x="619173" y="3329953"/>
                </a:lnTo>
                <a:lnTo>
                  <a:pt x="591082" y="3312396"/>
                </a:lnTo>
                <a:lnTo>
                  <a:pt x="565332" y="3291328"/>
                </a:lnTo>
                <a:lnTo>
                  <a:pt x="544263" y="3265578"/>
                </a:lnTo>
                <a:lnTo>
                  <a:pt x="526706" y="3237487"/>
                </a:lnTo>
                <a:lnTo>
                  <a:pt x="512661" y="3205885"/>
                </a:lnTo>
                <a:lnTo>
                  <a:pt x="500956" y="3171941"/>
                </a:lnTo>
                <a:lnTo>
                  <a:pt x="490422" y="3137998"/>
                </a:lnTo>
                <a:lnTo>
                  <a:pt x="481059" y="3101714"/>
                </a:lnTo>
                <a:lnTo>
                  <a:pt x="471695" y="3066600"/>
                </a:lnTo>
                <a:lnTo>
                  <a:pt x="461161" y="3031486"/>
                </a:lnTo>
                <a:lnTo>
                  <a:pt x="449456" y="2997543"/>
                </a:lnTo>
                <a:lnTo>
                  <a:pt x="435411" y="2965941"/>
                </a:lnTo>
                <a:lnTo>
                  <a:pt x="419024" y="2936679"/>
                </a:lnTo>
                <a:lnTo>
                  <a:pt x="397956" y="2910929"/>
                </a:lnTo>
                <a:lnTo>
                  <a:pt x="374547" y="2884009"/>
                </a:lnTo>
                <a:lnTo>
                  <a:pt x="347626" y="2860599"/>
                </a:lnTo>
                <a:lnTo>
                  <a:pt x="318365" y="2838361"/>
                </a:lnTo>
                <a:lnTo>
                  <a:pt x="289103" y="2816122"/>
                </a:lnTo>
                <a:lnTo>
                  <a:pt x="259842" y="2793883"/>
                </a:lnTo>
                <a:lnTo>
                  <a:pt x="231751" y="2771645"/>
                </a:lnTo>
                <a:lnTo>
                  <a:pt x="204830" y="2747065"/>
                </a:lnTo>
                <a:lnTo>
                  <a:pt x="181421" y="2722485"/>
                </a:lnTo>
                <a:lnTo>
                  <a:pt x="161523" y="2694394"/>
                </a:lnTo>
                <a:lnTo>
                  <a:pt x="146308" y="2665133"/>
                </a:lnTo>
                <a:lnTo>
                  <a:pt x="135773" y="2630019"/>
                </a:lnTo>
                <a:lnTo>
                  <a:pt x="131092" y="2593735"/>
                </a:lnTo>
                <a:lnTo>
                  <a:pt x="129921" y="2556280"/>
                </a:lnTo>
                <a:lnTo>
                  <a:pt x="133432" y="2516485"/>
                </a:lnTo>
                <a:lnTo>
                  <a:pt x="138114" y="2476689"/>
                </a:lnTo>
                <a:lnTo>
                  <a:pt x="143967" y="2436894"/>
                </a:lnTo>
                <a:lnTo>
                  <a:pt x="148648" y="2397098"/>
                </a:lnTo>
                <a:lnTo>
                  <a:pt x="150989" y="2357302"/>
                </a:lnTo>
                <a:lnTo>
                  <a:pt x="150989" y="2318677"/>
                </a:lnTo>
                <a:lnTo>
                  <a:pt x="146308" y="2282393"/>
                </a:lnTo>
                <a:lnTo>
                  <a:pt x="136944" y="2246109"/>
                </a:lnTo>
                <a:lnTo>
                  <a:pt x="122898" y="2212166"/>
                </a:lnTo>
                <a:lnTo>
                  <a:pt x="105341" y="2177052"/>
                </a:lnTo>
                <a:lnTo>
                  <a:pt x="85444" y="2141938"/>
                </a:lnTo>
                <a:lnTo>
                  <a:pt x="64375" y="2106824"/>
                </a:lnTo>
                <a:lnTo>
                  <a:pt x="44478" y="2072881"/>
                </a:lnTo>
                <a:lnTo>
                  <a:pt x="26921" y="2036597"/>
                </a:lnTo>
                <a:lnTo>
                  <a:pt x="12875" y="2001483"/>
                </a:lnTo>
                <a:lnTo>
                  <a:pt x="3512" y="1965199"/>
                </a:lnTo>
                <a:lnTo>
                  <a:pt x="0" y="1927744"/>
                </a:lnTo>
                <a:lnTo>
                  <a:pt x="3512" y="1890290"/>
                </a:lnTo>
                <a:lnTo>
                  <a:pt x="12875" y="1854005"/>
                </a:lnTo>
                <a:lnTo>
                  <a:pt x="26921" y="1818892"/>
                </a:lnTo>
                <a:lnTo>
                  <a:pt x="44478" y="1782608"/>
                </a:lnTo>
                <a:lnTo>
                  <a:pt x="64375" y="1748664"/>
                </a:lnTo>
                <a:lnTo>
                  <a:pt x="85444" y="1713550"/>
                </a:lnTo>
                <a:lnTo>
                  <a:pt x="105341" y="1678437"/>
                </a:lnTo>
                <a:lnTo>
                  <a:pt x="122898" y="1643323"/>
                </a:lnTo>
                <a:lnTo>
                  <a:pt x="136944" y="1609380"/>
                </a:lnTo>
                <a:lnTo>
                  <a:pt x="146308" y="1573096"/>
                </a:lnTo>
                <a:lnTo>
                  <a:pt x="150989" y="1536811"/>
                </a:lnTo>
                <a:lnTo>
                  <a:pt x="150989" y="1498186"/>
                </a:lnTo>
                <a:lnTo>
                  <a:pt x="148648" y="1458391"/>
                </a:lnTo>
                <a:lnTo>
                  <a:pt x="143967" y="1418595"/>
                </a:lnTo>
                <a:lnTo>
                  <a:pt x="138114" y="1378799"/>
                </a:lnTo>
                <a:lnTo>
                  <a:pt x="133432" y="1339004"/>
                </a:lnTo>
                <a:lnTo>
                  <a:pt x="129921" y="1299208"/>
                </a:lnTo>
                <a:lnTo>
                  <a:pt x="131092" y="1261754"/>
                </a:lnTo>
                <a:lnTo>
                  <a:pt x="135773" y="1225469"/>
                </a:lnTo>
                <a:lnTo>
                  <a:pt x="146308" y="1190356"/>
                </a:lnTo>
                <a:lnTo>
                  <a:pt x="161523" y="1161094"/>
                </a:lnTo>
                <a:lnTo>
                  <a:pt x="181421" y="1133003"/>
                </a:lnTo>
                <a:lnTo>
                  <a:pt x="204830" y="1108424"/>
                </a:lnTo>
                <a:lnTo>
                  <a:pt x="231751" y="1083844"/>
                </a:lnTo>
                <a:lnTo>
                  <a:pt x="259842" y="1061605"/>
                </a:lnTo>
                <a:lnTo>
                  <a:pt x="289103" y="1039367"/>
                </a:lnTo>
                <a:lnTo>
                  <a:pt x="318365" y="1017128"/>
                </a:lnTo>
                <a:lnTo>
                  <a:pt x="347626" y="994889"/>
                </a:lnTo>
                <a:lnTo>
                  <a:pt x="374547" y="971480"/>
                </a:lnTo>
                <a:lnTo>
                  <a:pt x="397956" y="944560"/>
                </a:lnTo>
                <a:lnTo>
                  <a:pt x="419024" y="918809"/>
                </a:lnTo>
                <a:lnTo>
                  <a:pt x="435411" y="889548"/>
                </a:lnTo>
                <a:lnTo>
                  <a:pt x="449456" y="857946"/>
                </a:lnTo>
                <a:lnTo>
                  <a:pt x="461161" y="824002"/>
                </a:lnTo>
                <a:lnTo>
                  <a:pt x="471695" y="788889"/>
                </a:lnTo>
                <a:lnTo>
                  <a:pt x="481059" y="753775"/>
                </a:lnTo>
                <a:lnTo>
                  <a:pt x="490422" y="717491"/>
                </a:lnTo>
                <a:lnTo>
                  <a:pt x="500956" y="683547"/>
                </a:lnTo>
                <a:lnTo>
                  <a:pt x="512661" y="649604"/>
                </a:lnTo>
                <a:lnTo>
                  <a:pt x="526706" y="618002"/>
                </a:lnTo>
                <a:lnTo>
                  <a:pt x="544263" y="589911"/>
                </a:lnTo>
                <a:lnTo>
                  <a:pt x="565332" y="564161"/>
                </a:lnTo>
                <a:lnTo>
                  <a:pt x="591082" y="543092"/>
                </a:lnTo>
                <a:lnTo>
                  <a:pt x="619173" y="525535"/>
                </a:lnTo>
                <a:lnTo>
                  <a:pt x="650775" y="511490"/>
                </a:lnTo>
                <a:lnTo>
                  <a:pt x="684718" y="499785"/>
                </a:lnTo>
                <a:lnTo>
                  <a:pt x="718662" y="489251"/>
                </a:lnTo>
                <a:lnTo>
                  <a:pt x="754946" y="479888"/>
                </a:lnTo>
                <a:lnTo>
                  <a:pt x="790059" y="470524"/>
                </a:lnTo>
                <a:lnTo>
                  <a:pt x="825173" y="459990"/>
                </a:lnTo>
                <a:lnTo>
                  <a:pt x="859116" y="448285"/>
                </a:lnTo>
                <a:lnTo>
                  <a:pt x="890719" y="434240"/>
                </a:lnTo>
                <a:lnTo>
                  <a:pt x="919980" y="417853"/>
                </a:lnTo>
                <a:lnTo>
                  <a:pt x="945730" y="396785"/>
                </a:lnTo>
                <a:lnTo>
                  <a:pt x="972651" y="373376"/>
                </a:lnTo>
                <a:lnTo>
                  <a:pt x="996060" y="346455"/>
                </a:lnTo>
                <a:lnTo>
                  <a:pt x="1018299" y="318364"/>
                </a:lnTo>
                <a:lnTo>
                  <a:pt x="1040537" y="289103"/>
                </a:lnTo>
                <a:lnTo>
                  <a:pt x="1062776" y="259841"/>
                </a:lnTo>
                <a:lnTo>
                  <a:pt x="1085015" y="231750"/>
                </a:lnTo>
                <a:lnTo>
                  <a:pt x="1109594" y="204830"/>
                </a:lnTo>
                <a:lnTo>
                  <a:pt x="1134174" y="181421"/>
                </a:lnTo>
                <a:lnTo>
                  <a:pt x="1162265" y="161523"/>
                </a:lnTo>
                <a:lnTo>
                  <a:pt x="1191526" y="146307"/>
                </a:lnTo>
                <a:lnTo>
                  <a:pt x="1226640" y="135773"/>
                </a:lnTo>
                <a:lnTo>
                  <a:pt x="1262924" y="131091"/>
                </a:lnTo>
                <a:lnTo>
                  <a:pt x="1300379" y="129921"/>
                </a:lnTo>
                <a:lnTo>
                  <a:pt x="1340175" y="133432"/>
                </a:lnTo>
                <a:lnTo>
                  <a:pt x="1379970" y="138114"/>
                </a:lnTo>
                <a:lnTo>
                  <a:pt x="1419766" y="143966"/>
                </a:lnTo>
                <a:lnTo>
                  <a:pt x="1459561" y="148648"/>
                </a:lnTo>
                <a:lnTo>
                  <a:pt x="1499357" y="150989"/>
                </a:lnTo>
                <a:lnTo>
                  <a:pt x="1537982" y="150989"/>
                </a:lnTo>
                <a:lnTo>
                  <a:pt x="1574266" y="146307"/>
                </a:lnTo>
                <a:lnTo>
                  <a:pt x="1610550" y="136943"/>
                </a:lnTo>
                <a:lnTo>
                  <a:pt x="1645664" y="122898"/>
                </a:lnTo>
                <a:lnTo>
                  <a:pt x="1680778" y="104171"/>
                </a:lnTo>
                <a:lnTo>
                  <a:pt x="1715892" y="85443"/>
                </a:lnTo>
                <a:lnTo>
                  <a:pt x="1751005" y="64375"/>
                </a:lnTo>
                <a:lnTo>
                  <a:pt x="1784949" y="44477"/>
                </a:lnTo>
                <a:lnTo>
                  <a:pt x="1821233" y="26920"/>
                </a:lnTo>
                <a:lnTo>
                  <a:pt x="1856347" y="12875"/>
                </a:lnTo>
                <a:lnTo>
                  <a:pt x="1892631" y="351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649C214-D583-4DF7-88CA-1EE5EA0DD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15330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974D2E-9842-EC8A-D48F-EFD9234B5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>
            <a:normAutofit/>
          </a:bodyPr>
          <a:lstStyle/>
          <a:p>
            <a:r>
              <a:rPr lang="cs-CZ" sz="4400"/>
              <a:t>Produkty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AEA50DA-6821-79FE-A3F1-EA26A0E2E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>
            <a:normAutofit/>
          </a:bodyPr>
          <a:lstStyle/>
          <a:p>
            <a:r>
              <a:rPr lang="cs-CZ" dirty="0"/>
              <a:t>Maso</a:t>
            </a:r>
          </a:p>
          <a:p>
            <a:r>
              <a:rPr lang="cs-CZ" dirty="0"/>
              <a:t>Kůže</a:t>
            </a:r>
          </a:p>
          <a:p>
            <a:r>
              <a:rPr lang="cs-CZ" dirty="0"/>
              <a:t>Vlna</a:t>
            </a:r>
          </a:p>
          <a:p>
            <a:r>
              <a:rPr lang="cs-CZ" dirty="0"/>
              <a:t>Laboratorní zvíře</a:t>
            </a:r>
          </a:p>
          <a:p>
            <a:r>
              <a:rPr lang="cs-CZ" dirty="0"/>
              <a:t>Hnůj</a:t>
            </a:r>
          </a:p>
          <a:p>
            <a:r>
              <a:rPr lang="cs-CZ" dirty="0"/>
              <a:t>Zájmový chov (šlechtění, výstavy, králičí hop), domácí mazlíček</a:t>
            </a:r>
          </a:p>
        </p:txBody>
      </p:sp>
      <p:pic>
        <p:nvPicPr>
          <p:cNvPr id="6146" name="Picture 2" descr="Králík lvíček | Super zoo">
            <a:extLst>
              <a:ext uri="{FF2B5EF4-FFF2-40B4-BE49-F238E27FC236}">
                <a16:creationId xmlns:a16="http://schemas.microsoft.com/office/drawing/2014/main" id="{DC8604A6-3726-454E-A78A-D79908AEAD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" r="-2" b="-2"/>
          <a:stretch/>
        </p:blipFill>
        <p:spPr bwMode="auto">
          <a:xfrm>
            <a:off x="6096000" y="580713"/>
            <a:ext cx="5414304" cy="5407737"/>
          </a:xfrm>
          <a:custGeom>
            <a:avLst/>
            <a:gdLst/>
            <a:ahLst/>
            <a:cxnLst/>
            <a:rect l="l" t="t" r="r" b="b"/>
            <a:pathLst>
              <a:path w="3860171" h="3855489">
                <a:moveTo>
                  <a:pt x="1930086" y="0"/>
                </a:moveTo>
                <a:lnTo>
                  <a:pt x="1967540" y="3511"/>
                </a:lnTo>
                <a:lnTo>
                  <a:pt x="2003824" y="12875"/>
                </a:lnTo>
                <a:lnTo>
                  <a:pt x="2038938" y="26920"/>
                </a:lnTo>
                <a:lnTo>
                  <a:pt x="2075222" y="44477"/>
                </a:lnTo>
                <a:lnTo>
                  <a:pt x="2109166" y="64375"/>
                </a:lnTo>
                <a:lnTo>
                  <a:pt x="2144279" y="85443"/>
                </a:lnTo>
                <a:lnTo>
                  <a:pt x="2179393" y="104171"/>
                </a:lnTo>
                <a:lnTo>
                  <a:pt x="2214507" y="122898"/>
                </a:lnTo>
                <a:lnTo>
                  <a:pt x="2248450" y="136943"/>
                </a:lnTo>
                <a:lnTo>
                  <a:pt x="2285905" y="146307"/>
                </a:lnTo>
                <a:lnTo>
                  <a:pt x="2322189" y="150989"/>
                </a:lnTo>
                <a:lnTo>
                  <a:pt x="2360814" y="150989"/>
                </a:lnTo>
                <a:lnTo>
                  <a:pt x="2400610" y="148648"/>
                </a:lnTo>
                <a:lnTo>
                  <a:pt x="2440405" y="143966"/>
                </a:lnTo>
                <a:lnTo>
                  <a:pt x="2480201" y="138114"/>
                </a:lnTo>
                <a:lnTo>
                  <a:pt x="2519996" y="133432"/>
                </a:lnTo>
                <a:lnTo>
                  <a:pt x="2559792" y="129921"/>
                </a:lnTo>
                <a:lnTo>
                  <a:pt x="2597247" y="131091"/>
                </a:lnTo>
                <a:lnTo>
                  <a:pt x="2633531" y="135773"/>
                </a:lnTo>
                <a:lnTo>
                  <a:pt x="2668644" y="146307"/>
                </a:lnTo>
                <a:lnTo>
                  <a:pt x="2697906" y="161523"/>
                </a:lnTo>
                <a:lnTo>
                  <a:pt x="2725997" y="181421"/>
                </a:lnTo>
                <a:lnTo>
                  <a:pt x="2750577" y="204830"/>
                </a:lnTo>
                <a:lnTo>
                  <a:pt x="2775156" y="231750"/>
                </a:lnTo>
                <a:lnTo>
                  <a:pt x="2797395" y="259841"/>
                </a:lnTo>
                <a:lnTo>
                  <a:pt x="2819634" y="289103"/>
                </a:lnTo>
                <a:lnTo>
                  <a:pt x="2841872" y="318364"/>
                </a:lnTo>
                <a:lnTo>
                  <a:pt x="2864111" y="346455"/>
                </a:lnTo>
                <a:lnTo>
                  <a:pt x="2887520" y="373376"/>
                </a:lnTo>
                <a:lnTo>
                  <a:pt x="2914441" y="396785"/>
                </a:lnTo>
                <a:lnTo>
                  <a:pt x="2940191" y="417853"/>
                </a:lnTo>
                <a:lnTo>
                  <a:pt x="2969452" y="434240"/>
                </a:lnTo>
                <a:lnTo>
                  <a:pt x="3001055" y="448285"/>
                </a:lnTo>
                <a:lnTo>
                  <a:pt x="3034998" y="459990"/>
                </a:lnTo>
                <a:lnTo>
                  <a:pt x="3070112" y="470524"/>
                </a:lnTo>
                <a:lnTo>
                  <a:pt x="3105226" y="479888"/>
                </a:lnTo>
                <a:lnTo>
                  <a:pt x="3141510" y="489251"/>
                </a:lnTo>
                <a:lnTo>
                  <a:pt x="3175453" y="499785"/>
                </a:lnTo>
                <a:lnTo>
                  <a:pt x="3209396" y="511490"/>
                </a:lnTo>
                <a:lnTo>
                  <a:pt x="3240999" y="525535"/>
                </a:lnTo>
                <a:lnTo>
                  <a:pt x="3269090" y="543092"/>
                </a:lnTo>
                <a:lnTo>
                  <a:pt x="3294840" y="564161"/>
                </a:lnTo>
                <a:lnTo>
                  <a:pt x="3315908" y="589911"/>
                </a:lnTo>
                <a:lnTo>
                  <a:pt x="3333465" y="618002"/>
                </a:lnTo>
                <a:lnTo>
                  <a:pt x="3347510" y="649604"/>
                </a:lnTo>
                <a:lnTo>
                  <a:pt x="3359215" y="683547"/>
                </a:lnTo>
                <a:lnTo>
                  <a:pt x="3369749" y="717491"/>
                </a:lnTo>
                <a:lnTo>
                  <a:pt x="3379113" y="753775"/>
                </a:lnTo>
                <a:lnTo>
                  <a:pt x="3388476" y="788889"/>
                </a:lnTo>
                <a:lnTo>
                  <a:pt x="3399010" y="824002"/>
                </a:lnTo>
                <a:lnTo>
                  <a:pt x="3410715" y="857946"/>
                </a:lnTo>
                <a:lnTo>
                  <a:pt x="3424760" y="889548"/>
                </a:lnTo>
                <a:lnTo>
                  <a:pt x="3441147" y="918809"/>
                </a:lnTo>
                <a:lnTo>
                  <a:pt x="3462215" y="944560"/>
                </a:lnTo>
                <a:lnTo>
                  <a:pt x="3485624" y="971480"/>
                </a:lnTo>
                <a:lnTo>
                  <a:pt x="3512545" y="994889"/>
                </a:lnTo>
                <a:lnTo>
                  <a:pt x="3540636" y="1017128"/>
                </a:lnTo>
                <a:lnTo>
                  <a:pt x="3571068" y="1039367"/>
                </a:lnTo>
                <a:lnTo>
                  <a:pt x="3600329" y="1061605"/>
                </a:lnTo>
                <a:lnTo>
                  <a:pt x="3628420" y="1083844"/>
                </a:lnTo>
                <a:lnTo>
                  <a:pt x="3655341" y="1108424"/>
                </a:lnTo>
                <a:lnTo>
                  <a:pt x="3678750" y="1133003"/>
                </a:lnTo>
                <a:lnTo>
                  <a:pt x="3698648" y="1161094"/>
                </a:lnTo>
                <a:lnTo>
                  <a:pt x="3713864" y="1190356"/>
                </a:lnTo>
                <a:lnTo>
                  <a:pt x="3724398" y="1225469"/>
                </a:lnTo>
                <a:lnTo>
                  <a:pt x="3729080" y="1261754"/>
                </a:lnTo>
                <a:lnTo>
                  <a:pt x="3730250" y="1299208"/>
                </a:lnTo>
                <a:lnTo>
                  <a:pt x="3726739" y="1339004"/>
                </a:lnTo>
                <a:lnTo>
                  <a:pt x="3722057" y="1378799"/>
                </a:lnTo>
                <a:lnTo>
                  <a:pt x="3716205" y="1418595"/>
                </a:lnTo>
                <a:lnTo>
                  <a:pt x="3711523" y="1458391"/>
                </a:lnTo>
                <a:lnTo>
                  <a:pt x="3709182" y="1498186"/>
                </a:lnTo>
                <a:lnTo>
                  <a:pt x="3709182" y="1536811"/>
                </a:lnTo>
                <a:lnTo>
                  <a:pt x="3713864" y="1573096"/>
                </a:lnTo>
                <a:lnTo>
                  <a:pt x="3723228" y="1609380"/>
                </a:lnTo>
                <a:lnTo>
                  <a:pt x="3737273" y="1643323"/>
                </a:lnTo>
                <a:lnTo>
                  <a:pt x="3756000" y="1678437"/>
                </a:lnTo>
                <a:lnTo>
                  <a:pt x="3774728" y="1713550"/>
                </a:lnTo>
                <a:lnTo>
                  <a:pt x="3795796" y="1748664"/>
                </a:lnTo>
                <a:lnTo>
                  <a:pt x="3815694" y="1782608"/>
                </a:lnTo>
                <a:lnTo>
                  <a:pt x="3833250" y="1818892"/>
                </a:lnTo>
                <a:lnTo>
                  <a:pt x="3847296" y="1854005"/>
                </a:lnTo>
                <a:lnTo>
                  <a:pt x="3856660" y="1890290"/>
                </a:lnTo>
                <a:lnTo>
                  <a:pt x="3860171" y="1927744"/>
                </a:lnTo>
                <a:lnTo>
                  <a:pt x="3856660" y="1965199"/>
                </a:lnTo>
                <a:lnTo>
                  <a:pt x="3847296" y="2001483"/>
                </a:lnTo>
                <a:lnTo>
                  <a:pt x="3833250" y="2036597"/>
                </a:lnTo>
                <a:lnTo>
                  <a:pt x="3815694" y="2072881"/>
                </a:lnTo>
                <a:lnTo>
                  <a:pt x="3795796" y="2106824"/>
                </a:lnTo>
                <a:lnTo>
                  <a:pt x="3774728" y="2141938"/>
                </a:lnTo>
                <a:lnTo>
                  <a:pt x="3756000" y="2177052"/>
                </a:lnTo>
                <a:lnTo>
                  <a:pt x="3737273" y="2212166"/>
                </a:lnTo>
                <a:lnTo>
                  <a:pt x="3723228" y="2246109"/>
                </a:lnTo>
                <a:lnTo>
                  <a:pt x="3713864" y="2282393"/>
                </a:lnTo>
                <a:lnTo>
                  <a:pt x="3709182" y="2318677"/>
                </a:lnTo>
                <a:lnTo>
                  <a:pt x="3709182" y="2357302"/>
                </a:lnTo>
                <a:lnTo>
                  <a:pt x="3711523" y="2397098"/>
                </a:lnTo>
                <a:lnTo>
                  <a:pt x="3716205" y="2436894"/>
                </a:lnTo>
                <a:lnTo>
                  <a:pt x="3722057" y="2476689"/>
                </a:lnTo>
                <a:lnTo>
                  <a:pt x="3726739" y="2516485"/>
                </a:lnTo>
                <a:lnTo>
                  <a:pt x="3730250" y="2556280"/>
                </a:lnTo>
                <a:lnTo>
                  <a:pt x="3729080" y="2593735"/>
                </a:lnTo>
                <a:lnTo>
                  <a:pt x="3724398" y="2630019"/>
                </a:lnTo>
                <a:lnTo>
                  <a:pt x="3713864" y="2665133"/>
                </a:lnTo>
                <a:lnTo>
                  <a:pt x="3698648" y="2694394"/>
                </a:lnTo>
                <a:lnTo>
                  <a:pt x="3678750" y="2722485"/>
                </a:lnTo>
                <a:lnTo>
                  <a:pt x="3655341" y="2747065"/>
                </a:lnTo>
                <a:lnTo>
                  <a:pt x="3628420" y="2771645"/>
                </a:lnTo>
                <a:lnTo>
                  <a:pt x="3600329" y="2793883"/>
                </a:lnTo>
                <a:lnTo>
                  <a:pt x="3571068" y="2816122"/>
                </a:lnTo>
                <a:lnTo>
                  <a:pt x="3540636" y="2838361"/>
                </a:lnTo>
                <a:lnTo>
                  <a:pt x="3512545" y="2860599"/>
                </a:lnTo>
                <a:lnTo>
                  <a:pt x="3485624" y="2884009"/>
                </a:lnTo>
                <a:lnTo>
                  <a:pt x="3462215" y="2910929"/>
                </a:lnTo>
                <a:lnTo>
                  <a:pt x="3441147" y="2936679"/>
                </a:lnTo>
                <a:lnTo>
                  <a:pt x="3424760" y="2965941"/>
                </a:lnTo>
                <a:lnTo>
                  <a:pt x="3410715" y="2997543"/>
                </a:lnTo>
                <a:lnTo>
                  <a:pt x="3399010" y="3031486"/>
                </a:lnTo>
                <a:lnTo>
                  <a:pt x="3388476" y="3066600"/>
                </a:lnTo>
                <a:lnTo>
                  <a:pt x="3379113" y="3101714"/>
                </a:lnTo>
                <a:lnTo>
                  <a:pt x="3369749" y="3137998"/>
                </a:lnTo>
                <a:lnTo>
                  <a:pt x="3359215" y="3171941"/>
                </a:lnTo>
                <a:lnTo>
                  <a:pt x="3347510" y="3205885"/>
                </a:lnTo>
                <a:lnTo>
                  <a:pt x="3333465" y="3237487"/>
                </a:lnTo>
                <a:lnTo>
                  <a:pt x="3315908" y="3265578"/>
                </a:lnTo>
                <a:lnTo>
                  <a:pt x="3294840" y="3291328"/>
                </a:lnTo>
                <a:lnTo>
                  <a:pt x="3269090" y="3312396"/>
                </a:lnTo>
                <a:lnTo>
                  <a:pt x="3240999" y="3329953"/>
                </a:lnTo>
                <a:lnTo>
                  <a:pt x="3209396" y="3343999"/>
                </a:lnTo>
                <a:lnTo>
                  <a:pt x="3175453" y="3355703"/>
                </a:lnTo>
                <a:lnTo>
                  <a:pt x="3141510" y="3366237"/>
                </a:lnTo>
                <a:lnTo>
                  <a:pt x="3105226" y="3375601"/>
                </a:lnTo>
                <a:lnTo>
                  <a:pt x="3070112" y="3384965"/>
                </a:lnTo>
                <a:lnTo>
                  <a:pt x="3034998" y="3395499"/>
                </a:lnTo>
                <a:lnTo>
                  <a:pt x="3001055" y="3407203"/>
                </a:lnTo>
                <a:lnTo>
                  <a:pt x="2969452" y="3421249"/>
                </a:lnTo>
                <a:lnTo>
                  <a:pt x="2940191" y="3437635"/>
                </a:lnTo>
                <a:lnTo>
                  <a:pt x="2914441" y="3458704"/>
                </a:lnTo>
                <a:lnTo>
                  <a:pt x="2887520" y="3482113"/>
                </a:lnTo>
                <a:lnTo>
                  <a:pt x="2864111" y="3509033"/>
                </a:lnTo>
                <a:lnTo>
                  <a:pt x="2841872" y="3537124"/>
                </a:lnTo>
                <a:lnTo>
                  <a:pt x="2819634" y="3566386"/>
                </a:lnTo>
                <a:lnTo>
                  <a:pt x="2797395" y="3595647"/>
                </a:lnTo>
                <a:lnTo>
                  <a:pt x="2775156" y="3623738"/>
                </a:lnTo>
                <a:lnTo>
                  <a:pt x="2750577" y="3650659"/>
                </a:lnTo>
                <a:lnTo>
                  <a:pt x="2725997" y="3674068"/>
                </a:lnTo>
                <a:lnTo>
                  <a:pt x="2697906" y="3693966"/>
                </a:lnTo>
                <a:lnTo>
                  <a:pt x="2668644" y="3709182"/>
                </a:lnTo>
                <a:lnTo>
                  <a:pt x="2633531" y="3719716"/>
                </a:lnTo>
                <a:lnTo>
                  <a:pt x="2597247" y="3724398"/>
                </a:lnTo>
                <a:lnTo>
                  <a:pt x="2559792" y="3725568"/>
                </a:lnTo>
                <a:lnTo>
                  <a:pt x="2519996" y="3722057"/>
                </a:lnTo>
                <a:lnTo>
                  <a:pt x="2480201" y="3717375"/>
                </a:lnTo>
                <a:lnTo>
                  <a:pt x="2440405" y="3711523"/>
                </a:lnTo>
                <a:lnTo>
                  <a:pt x="2400610" y="3706841"/>
                </a:lnTo>
                <a:lnTo>
                  <a:pt x="2360814" y="3704500"/>
                </a:lnTo>
                <a:lnTo>
                  <a:pt x="2322189" y="3704500"/>
                </a:lnTo>
                <a:lnTo>
                  <a:pt x="2285905" y="3709182"/>
                </a:lnTo>
                <a:lnTo>
                  <a:pt x="2248450" y="3718545"/>
                </a:lnTo>
                <a:lnTo>
                  <a:pt x="2214507" y="3732591"/>
                </a:lnTo>
                <a:lnTo>
                  <a:pt x="2179393" y="3751318"/>
                </a:lnTo>
                <a:lnTo>
                  <a:pt x="2144279" y="3770045"/>
                </a:lnTo>
                <a:lnTo>
                  <a:pt x="2109166" y="3791114"/>
                </a:lnTo>
                <a:lnTo>
                  <a:pt x="2075222" y="3811011"/>
                </a:lnTo>
                <a:lnTo>
                  <a:pt x="2038938" y="3828568"/>
                </a:lnTo>
                <a:lnTo>
                  <a:pt x="2003824" y="3842614"/>
                </a:lnTo>
                <a:lnTo>
                  <a:pt x="1967540" y="3851978"/>
                </a:lnTo>
                <a:lnTo>
                  <a:pt x="1930086" y="3855489"/>
                </a:lnTo>
                <a:lnTo>
                  <a:pt x="1892631" y="3851978"/>
                </a:lnTo>
                <a:lnTo>
                  <a:pt x="1856347" y="3842614"/>
                </a:lnTo>
                <a:lnTo>
                  <a:pt x="1821233" y="3828568"/>
                </a:lnTo>
                <a:lnTo>
                  <a:pt x="1784949" y="3811011"/>
                </a:lnTo>
                <a:lnTo>
                  <a:pt x="1751005" y="3791114"/>
                </a:lnTo>
                <a:lnTo>
                  <a:pt x="1715892" y="3770045"/>
                </a:lnTo>
                <a:lnTo>
                  <a:pt x="1680778" y="3751318"/>
                </a:lnTo>
                <a:lnTo>
                  <a:pt x="1645664" y="3732591"/>
                </a:lnTo>
                <a:lnTo>
                  <a:pt x="1610550" y="3718545"/>
                </a:lnTo>
                <a:lnTo>
                  <a:pt x="1574266" y="3709182"/>
                </a:lnTo>
                <a:lnTo>
                  <a:pt x="1537982" y="3704500"/>
                </a:lnTo>
                <a:lnTo>
                  <a:pt x="1499357" y="3704500"/>
                </a:lnTo>
                <a:lnTo>
                  <a:pt x="1459561" y="3706841"/>
                </a:lnTo>
                <a:lnTo>
                  <a:pt x="1419766" y="3711523"/>
                </a:lnTo>
                <a:lnTo>
                  <a:pt x="1379970" y="3717375"/>
                </a:lnTo>
                <a:lnTo>
                  <a:pt x="1340175" y="3722057"/>
                </a:lnTo>
                <a:lnTo>
                  <a:pt x="1300379" y="3725568"/>
                </a:lnTo>
                <a:lnTo>
                  <a:pt x="1262924" y="3724398"/>
                </a:lnTo>
                <a:lnTo>
                  <a:pt x="1226640" y="3719716"/>
                </a:lnTo>
                <a:lnTo>
                  <a:pt x="1191526" y="3709182"/>
                </a:lnTo>
                <a:lnTo>
                  <a:pt x="1162265" y="3693966"/>
                </a:lnTo>
                <a:lnTo>
                  <a:pt x="1134174" y="3674068"/>
                </a:lnTo>
                <a:lnTo>
                  <a:pt x="1109594" y="3650659"/>
                </a:lnTo>
                <a:lnTo>
                  <a:pt x="1085015" y="3623738"/>
                </a:lnTo>
                <a:lnTo>
                  <a:pt x="1062776" y="3595647"/>
                </a:lnTo>
                <a:lnTo>
                  <a:pt x="1040537" y="3566386"/>
                </a:lnTo>
                <a:lnTo>
                  <a:pt x="1018299" y="3537124"/>
                </a:lnTo>
                <a:lnTo>
                  <a:pt x="996060" y="3509033"/>
                </a:lnTo>
                <a:lnTo>
                  <a:pt x="972651" y="3482113"/>
                </a:lnTo>
                <a:lnTo>
                  <a:pt x="945730" y="3458704"/>
                </a:lnTo>
                <a:lnTo>
                  <a:pt x="919980" y="3437635"/>
                </a:lnTo>
                <a:lnTo>
                  <a:pt x="890719" y="3421249"/>
                </a:lnTo>
                <a:lnTo>
                  <a:pt x="859116" y="3407203"/>
                </a:lnTo>
                <a:lnTo>
                  <a:pt x="825173" y="3395499"/>
                </a:lnTo>
                <a:lnTo>
                  <a:pt x="790059" y="3384965"/>
                </a:lnTo>
                <a:lnTo>
                  <a:pt x="754946" y="3375601"/>
                </a:lnTo>
                <a:lnTo>
                  <a:pt x="718662" y="3366237"/>
                </a:lnTo>
                <a:lnTo>
                  <a:pt x="684718" y="3355703"/>
                </a:lnTo>
                <a:lnTo>
                  <a:pt x="650775" y="3343999"/>
                </a:lnTo>
                <a:lnTo>
                  <a:pt x="619173" y="3329953"/>
                </a:lnTo>
                <a:lnTo>
                  <a:pt x="591082" y="3312396"/>
                </a:lnTo>
                <a:lnTo>
                  <a:pt x="565332" y="3291328"/>
                </a:lnTo>
                <a:lnTo>
                  <a:pt x="544263" y="3265578"/>
                </a:lnTo>
                <a:lnTo>
                  <a:pt x="526706" y="3237487"/>
                </a:lnTo>
                <a:lnTo>
                  <a:pt x="512661" y="3205885"/>
                </a:lnTo>
                <a:lnTo>
                  <a:pt x="500956" y="3171941"/>
                </a:lnTo>
                <a:lnTo>
                  <a:pt x="490422" y="3137998"/>
                </a:lnTo>
                <a:lnTo>
                  <a:pt x="481059" y="3101714"/>
                </a:lnTo>
                <a:lnTo>
                  <a:pt x="471695" y="3066600"/>
                </a:lnTo>
                <a:lnTo>
                  <a:pt x="461161" y="3031486"/>
                </a:lnTo>
                <a:lnTo>
                  <a:pt x="449456" y="2997543"/>
                </a:lnTo>
                <a:lnTo>
                  <a:pt x="435411" y="2965941"/>
                </a:lnTo>
                <a:lnTo>
                  <a:pt x="419024" y="2936679"/>
                </a:lnTo>
                <a:lnTo>
                  <a:pt x="397956" y="2910929"/>
                </a:lnTo>
                <a:lnTo>
                  <a:pt x="374547" y="2884009"/>
                </a:lnTo>
                <a:lnTo>
                  <a:pt x="347626" y="2860599"/>
                </a:lnTo>
                <a:lnTo>
                  <a:pt x="318365" y="2838361"/>
                </a:lnTo>
                <a:lnTo>
                  <a:pt x="289103" y="2816122"/>
                </a:lnTo>
                <a:lnTo>
                  <a:pt x="259842" y="2793883"/>
                </a:lnTo>
                <a:lnTo>
                  <a:pt x="231751" y="2771645"/>
                </a:lnTo>
                <a:lnTo>
                  <a:pt x="204830" y="2747065"/>
                </a:lnTo>
                <a:lnTo>
                  <a:pt x="181421" y="2722485"/>
                </a:lnTo>
                <a:lnTo>
                  <a:pt x="161523" y="2694394"/>
                </a:lnTo>
                <a:lnTo>
                  <a:pt x="146308" y="2665133"/>
                </a:lnTo>
                <a:lnTo>
                  <a:pt x="135773" y="2630019"/>
                </a:lnTo>
                <a:lnTo>
                  <a:pt x="131092" y="2593735"/>
                </a:lnTo>
                <a:lnTo>
                  <a:pt x="129921" y="2556280"/>
                </a:lnTo>
                <a:lnTo>
                  <a:pt x="133432" y="2516485"/>
                </a:lnTo>
                <a:lnTo>
                  <a:pt x="138114" y="2476689"/>
                </a:lnTo>
                <a:lnTo>
                  <a:pt x="143967" y="2436894"/>
                </a:lnTo>
                <a:lnTo>
                  <a:pt x="148648" y="2397098"/>
                </a:lnTo>
                <a:lnTo>
                  <a:pt x="150989" y="2357302"/>
                </a:lnTo>
                <a:lnTo>
                  <a:pt x="150989" y="2318677"/>
                </a:lnTo>
                <a:lnTo>
                  <a:pt x="146308" y="2282393"/>
                </a:lnTo>
                <a:lnTo>
                  <a:pt x="136944" y="2246109"/>
                </a:lnTo>
                <a:lnTo>
                  <a:pt x="122898" y="2212166"/>
                </a:lnTo>
                <a:lnTo>
                  <a:pt x="105341" y="2177052"/>
                </a:lnTo>
                <a:lnTo>
                  <a:pt x="85444" y="2141938"/>
                </a:lnTo>
                <a:lnTo>
                  <a:pt x="64375" y="2106824"/>
                </a:lnTo>
                <a:lnTo>
                  <a:pt x="44478" y="2072881"/>
                </a:lnTo>
                <a:lnTo>
                  <a:pt x="26921" y="2036597"/>
                </a:lnTo>
                <a:lnTo>
                  <a:pt x="12875" y="2001483"/>
                </a:lnTo>
                <a:lnTo>
                  <a:pt x="3512" y="1965199"/>
                </a:lnTo>
                <a:lnTo>
                  <a:pt x="0" y="1927744"/>
                </a:lnTo>
                <a:lnTo>
                  <a:pt x="3512" y="1890290"/>
                </a:lnTo>
                <a:lnTo>
                  <a:pt x="12875" y="1854005"/>
                </a:lnTo>
                <a:lnTo>
                  <a:pt x="26921" y="1818892"/>
                </a:lnTo>
                <a:lnTo>
                  <a:pt x="44478" y="1782608"/>
                </a:lnTo>
                <a:lnTo>
                  <a:pt x="64375" y="1748664"/>
                </a:lnTo>
                <a:lnTo>
                  <a:pt x="85444" y="1713550"/>
                </a:lnTo>
                <a:lnTo>
                  <a:pt x="105341" y="1678437"/>
                </a:lnTo>
                <a:lnTo>
                  <a:pt x="122898" y="1643323"/>
                </a:lnTo>
                <a:lnTo>
                  <a:pt x="136944" y="1609380"/>
                </a:lnTo>
                <a:lnTo>
                  <a:pt x="146308" y="1573096"/>
                </a:lnTo>
                <a:lnTo>
                  <a:pt x="150989" y="1536811"/>
                </a:lnTo>
                <a:lnTo>
                  <a:pt x="150989" y="1498186"/>
                </a:lnTo>
                <a:lnTo>
                  <a:pt x="148648" y="1458391"/>
                </a:lnTo>
                <a:lnTo>
                  <a:pt x="143967" y="1418595"/>
                </a:lnTo>
                <a:lnTo>
                  <a:pt x="138114" y="1378799"/>
                </a:lnTo>
                <a:lnTo>
                  <a:pt x="133432" y="1339004"/>
                </a:lnTo>
                <a:lnTo>
                  <a:pt x="129921" y="1299208"/>
                </a:lnTo>
                <a:lnTo>
                  <a:pt x="131092" y="1261754"/>
                </a:lnTo>
                <a:lnTo>
                  <a:pt x="135773" y="1225469"/>
                </a:lnTo>
                <a:lnTo>
                  <a:pt x="146308" y="1190356"/>
                </a:lnTo>
                <a:lnTo>
                  <a:pt x="161523" y="1161094"/>
                </a:lnTo>
                <a:lnTo>
                  <a:pt x="181421" y="1133003"/>
                </a:lnTo>
                <a:lnTo>
                  <a:pt x="204830" y="1108424"/>
                </a:lnTo>
                <a:lnTo>
                  <a:pt x="231751" y="1083844"/>
                </a:lnTo>
                <a:lnTo>
                  <a:pt x="259842" y="1061605"/>
                </a:lnTo>
                <a:lnTo>
                  <a:pt x="289103" y="1039367"/>
                </a:lnTo>
                <a:lnTo>
                  <a:pt x="318365" y="1017128"/>
                </a:lnTo>
                <a:lnTo>
                  <a:pt x="347626" y="994889"/>
                </a:lnTo>
                <a:lnTo>
                  <a:pt x="374547" y="971480"/>
                </a:lnTo>
                <a:lnTo>
                  <a:pt x="397956" y="944560"/>
                </a:lnTo>
                <a:lnTo>
                  <a:pt x="419024" y="918809"/>
                </a:lnTo>
                <a:lnTo>
                  <a:pt x="435411" y="889548"/>
                </a:lnTo>
                <a:lnTo>
                  <a:pt x="449456" y="857946"/>
                </a:lnTo>
                <a:lnTo>
                  <a:pt x="461161" y="824002"/>
                </a:lnTo>
                <a:lnTo>
                  <a:pt x="471695" y="788889"/>
                </a:lnTo>
                <a:lnTo>
                  <a:pt x="481059" y="753775"/>
                </a:lnTo>
                <a:lnTo>
                  <a:pt x="490422" y="717491"/>
                </a:lnTo>
                <a:lnTo>
                  <a:pt x="500956" y="683547"/>
                </a:lnTo>
                <a:lnTo>
                  <a:pt x="512661" y="649604"/>
                </a:lnTo>
                <a:lnTo>
                  <a:pt x="526706" y="618002"/>
                </a:lnTo>
                <a:lnTo>
                  <a:pt x="544263" y="589911"/>
                </a:lnTo>
                <a:lnTo>
                  <a:pt x="565332" y="564161"/>
                </a:lnTo>
                <a:lnTo>
                  <a:pt x="591082" y="543092"/>
                </a:lnTo>
                <a:lnTo>
                  <a:pt x="619173" y="525535"/>
                </a:lnTo>
                <a:lnTo>
                  <a:pt x="650775" y="511490"/>
                </a:lnTo>
                <a:lnTo>
                  <a:pt x="684718" y="499785"/>
                </a:lnTo>
                <a:lnTo>
                  <a:pt x="718662" y="489251"/>
                </a:lnTo>
                <a:lnTo>
                  <a:pt x="754946" y="479888"/>
                </a:lnTo>
                <a:lnTo>
                  <a:pt x="790059" y="470524"/>
                </a:lnTo>
                <a:lnTo>
                  <a:pt x="825173" y="459990"/>
                </a:lnTo>
                <a:lnTo>
                  <a:pt x="859116" y="448285"/>
                </a:lnTo>
                <a:lnTo>
                  <a:pt x="890719" y="434240"/>
                </a:lnTo>
                <a:lnTo>
                  <a:pt x="919980" y="417853"/>
                </a:lnTo>
                <a:lnTo>
                  <a:pt x="945730" y="396785"/>
                </a:lnTo>
                <a:lnTo>
                  <a:pt x="972651" y="373376"/>
                </a:lnTo>
                <a:lnTo>
                  <a:pt x="996060" y="346455"/>
                </a:lnTo>
                <a:lnTo>
                  <a:pt x="1018299" y="318364"/>
                </a:lnTo>
                <a:lnTo>
                  <a:pt x="1040537" y="289103"/>
                </a:lnTo>
                <a:lnTo>
                  <a:pt x="1062776" y="259841"/>
                </a:lnTo>
                <a:lnTo>
                  <a:pt x="1085015" y="231750"/>
                </a:lnTo>
                <a:lnTo>
                  <a:pt x="1109594" y="204830"/>
                </a:lnTo>
                <a:lnTo>
                  <a:pt x="1134174" y="181421"/>
                </a:lnTo>
                <a:lnTo>
                  <a:pt x="1162265" y="161523"/>
                </a:lnTo>
                <a:lnTo>
                  <a:pt x="1191526" y="146307"/>
                </a:lnTo>
                <a:lnTo>
                  <a:pt x="1226640" y="135773"/>
                </a:lnTo>
                <a:lnTo>
                  <a:pt x="1262924" y="131091"/>
                </a:lnTo>
                <a:lnTo>
                  <a:pt x="1300379" y="129921"/>
                </a:lnTo>
                <a:lnTo>
                  <a:pt x="1340175" y="133432"/>
                </a:lnTo>
                <a:lnTo>
                  <a:pt x="1379970" y="138114"/>
                </a:lnTo>
                <a:lnTo>
                  <a:pt x="1419766" y="143966"/>
                </a:lnTo>
                <a:lnTo>
                  <a:pt x="1459561" y="148648"/>
                </a:lnTo>
                <a:lnTo>
                  <a:pt x="1499357" y="150989"/>
                </a:lnTo>
                <a:lnTo>
                  <a:pt x="1537982" y="150989"/>
                </a:lnTo>
                <a:lnTo>
                  <a:pt x="1574266" y="146307"/>
                </a:lnTo>
                <a:lnTo>
                  <a:pt x="1610550" y="136943"/>
                </a:lnTo>
                <a:lnTo>
                  <a:pt x="1645664" y="122898"/>
                </a:lnTo>
                <a:lnTo>
                  <a:pt x="1680778" y="104171"/>
                </a:lnTo>
                <a:lnTo>
                  <a:pt x="1715892" y="85443"/>
                </a:lnTo>
                <a:lnTo>
                  <a:pt x="1751005" y="64375"/>
                </a:lnTo>
                <a:lnTo>
                  <a:pt x="1784949" y="44477"/>
                </a:lnTo>
                <a:lnTo>
                  <a:pt x="1821233" y="26920"/>
                </a:lnTo>
                <a:lnTo>
                  <a:pt x="1856347" y="12875"/>
                </a:lnTo>
                <a:lnTo>
                  <a:pt x="1892631" y="351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433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Freeform 6">
            <a:extLst>
              <a:ext uri="{FF2B5EF4-FFF2-40B4-BE49-F238E27FC236}">
                <a16:creationId xmlns:a16="http://schemas.microsoft.com/office/drawing/2014/main" id="{84574769-622A-4DC6-9C80-C21D1899F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AE0022E2-857A-4FF7-B6FA-C9DC7E280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170" name="Picture 2" descr="Králičí březost a porod ve zkratce | Český Kutil.cz">
            <a:extLst>
              <a:ext uri="{FF2B5EF4-FFF2-40B4-BE49-F238E27FC236}">
                <a16:creationId xmlns:a16="http://schemas.microsoft.com/office/drawing/2014/main" id="{7A3C023D-33ED-AA75-BE6D-954A1224B8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9" b="17264"/>
          <a:stretch/>
        </p:blipFill>
        <p:spPr bwMode="auto">
          <a:xfrm>
            <a:off x="528810" y="160867"/>
            <a:ext cx="11219558" cy="653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9" name="Freeform 6">
            <a:extLst>
              <a:ext uri="{FF2B5EF4-FFF2-40B4-BE49-F238E27FC236}">
                <a16:creationId xmlns:a16="http://schemas.microsoft.com/office/drawing/2014/main" id="{246B8BB3-7600-4116-9420-6BC8E0C8C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59872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181" name="Freeform 6">
            <a:extLst>
              <a:ext uri="{FF2B5EF4-FFF2-40B4-BE49-F238E27FC236}">
                <a16:creationId xmlns:a16="http://schemas.microsoft.com/office/drawing/2014/main" id="{1F024463-4859-40A3-9403-C48A00900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183" name="Rectangle 7182">
            <a:extLst>
              <a:ext uri="{FF2B5EF4-FFF2-40B4-BE49-F238E27FC236}">
                <a16:creationId xmlns:a16="http://schemas.microsoft.com/office/drawing/2014/main" id="{AE352827-8767-4EB8-88AC-7F03BF786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rgbClr val="7B62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97573575"/>
      </p:ext>
    </p:extLst>
  </p:cSld>
  <p:clrMapOvr>
    <a:masterClrMapping/>
  </p:clrMapOvr>
</p:sld>
</file>

<file path=ppt/theme/theme1.xml><?xml version="1.0" encoding="utf-8"?>
<a:theme xmlns:a="http://schemas.openxmlformats.org/drawingml/2006/main" name="Odznáček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TM10001106[[fn=Odznáček]]</Template>
  <TotalTime>183</TotalTime>
  <Words>987</Words>
  <Application>Microsoft Office PowerPoint</Application>
  <PresentationFormat>Širokoúhlá obrazovka</PresentationFormat>
  <Paragraphs>119</Paragraphs>
  <Slides>16</Slides>
  <Notes>8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3" baseType="lpstr">
      <vt:lpstr>Arial</vt:lpstr>
      <vt:lpstr>Calibri</vt:lpstr>
      <vt:lpstr>din-2014</vt:lpstr>
      <vt:lpstr>Gill Sans MT</vt:lpstr>
      <vt:lpstr>Impact</vt:lpstr>
      <vt:lpstr>Open Sans</vt:lpstr>
      <vt:lpstr>Odznáček</vt:lpstr>
      <vt:lpstr>Chov králíků V.</vt:lpstr>
      <vt:lpstr>Opakování  minulé hodiny</vt:lpstr>
      <vt:lpstr>Porážka králíka</vt:lpstr>
      <vt:lpstr>Králičí maso</vt:lpstr>
      <vt:lpstr>Produkce králičího masa</vt:lpstr>
      <vt:lpstr>získávání vedlejších produktů</vt:lpstr>
      <vt:lpstr>Shrnutí kapitoly chovu králíků</vt:lpstr>
      <vt:lpstr>Králík domácí</vt:lpstr>
      <vt:lpstr>Výhody chovu králíků</vt:lpstr>
      <vt:lpstr>Nevýhody chovu králíků</vt:lpstr>
      <vt:lpstr>Způsoby chovu</vt:lpstr>
      <vt:lpstr>Velkochov</vt:lpstr>
      <vt:lpstr>malochov</vt:lpstr>
      <vt:lpstr>Výživa a krmení</vt:lpstr>
      <vt:lpstr>Produkty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Chov králíků V.</dc:title>
  <dc:creator>Bulušková Kamila</dc:creator>
  <cp:lastModifiedBy>Bulušková Kamila</cp:lastModifiedBy>
  <cp:revision>1</cp:revision>
  <dcterms:created xsi:type="dcterms:W3CDTF">2023-03-26T06:55:03Z</dcterms:created>
  <dcterms:modified xsi:type="dcterms:W3CDTF">2023-03-26T19:03:36Z</dcterms:modified>
</cp:coreProperties>
</file>