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67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8" r:id="rId22"/>
    <p:sldId id="279" r:id="rId23"/>
    <p:sldId id="280" r:id="rId24"/>
    <p:sldId id="281" r:id="rId25"/>
    <p:sldId id="282" r:id="rId26"/>
    <p:sldId id="285" r:id="rId27"/>
    <p:sldId id="284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A1EE66-27F4-4CF7-B1BE-D67AC2862057}" v="3" dt="2023-03-17T11:14:17.1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lušková Kamila" userId="b14598a1-bbdf-4794-a95a-12c2c16168d9" providerId="ADAL" clId="{E1A1EE66-27F4-4CF7-B1BE-D67AC2862057}"/>
    <pc:docChg chg="custSel addSld modSld sldOrd">
      <pc:chgData name="Bulušková Kamila" userId="b14598a1-bbdf-4794-a95a-12c2c16168d9" providerId="ADAL" clId="{E1A1EE66-27F4-4CF7-B1BE-D67AC2862057}" dt="2023-03-26T14:42:31.957" v="333" actId="1076"/>
      <pc:docMkLst>
        <pc:docMk/>
      </pc:docMkLst>
      <pc:sldChg chg="modSp mod">
        <pc:chgData name="Bulušková Kamila" userId="b14598a1-bbdf-4794-a95a-12c2c16168d9" providerId="ADAL" clId="{E1A1EE66-27F4-4CF7-B1BE-D67AC2862057}" dt="2023-03-16T17:20:32.612" v="38" actId="20577"/>
        <pc:sldMkLst>
          <pc:docMk/>
          <pc:sldMk cId="527405861" sldId="260"/>
        </pc:sldMkLst>
        <pc:spChg chg="mod">
          <ac:chgData name="Bulušková Kamila" userId="b14598a1-bbdf-4794-a95a-12c2c16168d9" providerId="ADAL" clId="{E1A1EE66-27F4-4CF7-B1BE-D67AC2862057}" dt="2023-03-16T17:20:32.612" v="38" actId="20577"/>
          <ac:spMkLst>
            <pc:docMk/>
            <pc:sldMk cId="527405861" sldId="260"/>
            <ac:spMk id="3" creationId="{28794E57-94BB-1293-F93C-9E4B5ABDA9C0}"/>
          </ac:spMkLst>
        </pc:spChg>
      </pc:sldChg>
      <pc:sldChg chg="modSp mod">
        <pc:chgData name="Bulušková Kamila" userId="b14598a1-bbdf-4794-a95a-12c2c16168d9" providerId="ADAL" clId="{E1A1EE66-27F4-4CF7-B1BE-D67AC2862057}" dt="2023-03-16T17:21:04.033" v="44" actId="20577"/>
        <pc:sldMkLst>
          <pc:docMk/>
          <pc:sldMk cId="2643924454" sldId="262"/>
        </pc:sldMkLst>
        <pc:spChg chg="mod">
          <ac:chgData name="Bulušková Kamila" userId="b14598a1-bbdf-4794-a95a-12c2c16168d9" providerId="ADAL" clId="{E1A1EE66-27F4-4CF7-B1BE-D67AC2862057}" dt="2023-03-16T17:21:04.033" v="44" actId="20577"/>
          <ac:spMkLst>
            <pc:docMk/>
            <pc:sldMk cId="2643924454" sldId="262"/>
            <ac:spMk id="3" creationId="{1E47609B-3E56-8F77-E20F-6BFCF7AC08BF}"/>
          </ac:spMkLst>
        </pc:spChg>
      </pc:sldChg>
      <pc:sldChg chg="modNotesTx">
        <pc:chgData name="Bulušková Kamila" userId="b14598a1-bbdf-4794-a95a-12c2c16168d9" providerId="ADAL" clId="{E1A1EE66-27F4-4CF7-B1BE-D67AC2862057}" dt="2023-03-17T11:25:18.775" v="332" actId="20577"/>
        <pc:sldMkLst>
          <pc:docMk/>
          <pc:sldMk cId="457391126" sldId="268"/>
        </pc:sldMkLst>
      </pc:sldChg>
      <pc:sldChg chg="modSp mod modNotesTx">
        <pc:chgData name="Bulušková Kamila" userId="b14598a1-bbdf-4794-a95a-12c2c16168d9" providerId="ADAL" clId="{E1A1EE66-27F4-4CF7-B1BE-D67AC2862057}" dt="2023-03-26T14:42:31.957" v="333" actId="1076"/>
        <pc:sldMkLst>
          <pc:docMk/>
          <pc:sldMk cId="25081032" sldId="269"/>
        </pc:sldMkLst>
        <pc:picChg chg="mod">
          <ac:chgData name="Bulušková Kamila" userId="b14598a1-bbdf-4794-a95a-12c2c16168d9" providerId="ADAL" clId="{E1A1EE66-27F4-4CF7-B1BE-D67AC2862057}" dt="2023-03-26T14:42:31.957" v="333" actId="1076"/>
          <ac:picMkLst>
            <pc:docMk/>
            <pc:sldMk cId="25081032" sldId="269"/>
            <ac:picMk id="6" creationId="{86A7B492-7F2D-A02C-6A89-331F12B565EA}"/>
          </ac:picMkLst>
        </pc:picChg>
      </pc:sldChg>
      <pc:sldChg chg="modSp mod">
        <pc:chgData name="Bulušková Kamila" userId="b14598a1-bbdf-4794-a95a-12c2c16168d9" providerId="ADAL" clId="{E1A1EE66-27F4-4CF7-B1BE-D67AC2862057}" dt="2023-03-17T11:15:38.290" v="277" actId="1076"/>
        <pc:sldMkLst>
          <pc:docMk/>
          <pc:sldMk cId="928662964" sldId="272"/>
        </pc:sldMkLst>
        <pc:picChg chg="mod">
          <ac:chgData name="Bulušková Kamila" userId="b14598a1-bbdf-4794-a95a-12c2c16168d9" providerId="ADAL" clId="{E1A1EE66-27F4-4CF7-B1BE-D67AC2862057}" dt="2023-03-17T11:15:38.290" v="277" actId="1076"/>
          <ac:picMkLst>
            <pc:docMk/>
            <pc:sldMk cId="928662964" sldId="272"/>
            <ac:picMk id="3" creationId="{68CD4A2C-DC52-89C9-7E97-831A654B3CBE}"/>
          </ac:picMkLst>
        </pc:picChg>
      </pc:sldChg>
      <pc:sldChg chg="modSp">
        <pc:chgData name="Bulušková Kamila" userId="b14598a1-bbdf-4794-a95a-12c2c16168d9" providerId="ADAL" clId="{E1A1EE66-27F4-4CF7-B1BE-D67AC2862057}" dt="2023-03-17T11:14:17.154" v="276" actId="1076"/>
        <pc:sldMkLst>
          <pc:docMk/>
          <pc:sldMk cId="1488062134" sldId="279"/>
        </pc:sldMkLst>
        <pc:picChg chg="mod">
          <ac:chgData name="Bulušková Kamila" userId="b14598a1-bbdf-4794-a95a-12c2c16168d9" providerId="ADAL" clId="{E1A1EE66-27F4-4CF7-B1BE-D67AC2862057}" dt="2023-03-17T11:14:17.154" v="276" actId="1076"/>
          <ac:picMkLst>
            <pc:docMk/>
            <pc:sldMk cId="1488062134" sldId="279"/>
            <ac:picMk id="5122" creationId="{F77E76E5-F574-F304-6488-57FFD0E9D709}"/>
          </ac:picMkLst>
        </pc:picChg>
      </pc:sldChg>
      <pc:sldChg chg="modNotesTx">
        <pc:chgData name="Bulušková Kamila" userId="b14598a1-bbdf-4794-a95a-12c2c16168d9" providerId="ADAL" clId="{E1A1EE66-27F4-4CF7-B1BE-D67AC2862057}" dt="2023-03-16T17:19:42.610" v="34" actId="20577"/>
        <pc:sldMkLst>
          <pc:docMk/>
          <pc:sldMk cId="3828790415" sldId="283"/>
        </pc:sldMkLst>
      </pc:sldChg>
      <pc:sldChg chg="addSp modSp new mod setBg">
        <pc:chgData name="Bulušková Kamila" userId="b14598a1-bbdf-4794-a95a-12c2c16168d9" providerId="ADAL" clId="{E1A1EE66-27F4-4CF7-B1BE-D67AC2862057}" dt="2023-03-17T08:36:51.132" v="84" actId="1076"/>
        <pc:sldMkLst>
          <pc:docMk/>
          <pc:sldMk cId="1610731994" sldId="284"/>
        </pc:sldMkLst>
        <pc:spChg chg="mod">
          <ac:chgData name="Bulušková Kamila" userId="b14598a1-bbdf-4794-a95a-12c2c16168d9" providerId="ADAL" clId="{E1A1EE66-27F4-4CF7-B1BE-D67AC2862057}" dt="2023-03-17T08:36:31.989" v="80" actId="26606"/>
          <ac:spMkLst>
            <pc:docMk/>
            <pc:sldMk cId="1610731994" sldId="284"/>
            <ac:spMk id="2" creationId="{53A8B184-901D-83B5-4DA2-9223DB586E3A}"/>
          </ac:spMkLst>
        </pc:spChg>
        <pc:spChg chg="mod">
          <ac:chgData name="Bulušková Kamila" userId="b14598a1-bbdf-4794-a95a-12c2c16168d9" providerId="ADAL" clId="{E1A1EE66-27F4-4CF7-B1BE-D67AC2862057}" dt="2023-03-17T08:36:50.310" v="83" actId="1076"/>
          <ac:spMkLst>
            <pc:docMk/>
            <pc:sldMk cId="1610731994" sldId="284"/>
            <ac:spMk id="3" creationId="{B5C2B08F-CFEB-A24C-855D-5893D525D657}"/>
          </ac:spMkLst>
        </pc:spChg>
        <pc:spChg chg="add">
          <ac:chgData name="Bulušková Kamila" userId="b14598a1-bbdf-4794-a95a-12c2c16168d9" providerId="ADAL" clId="{E1A1EE66-27F4-4CF7-B1BE-D67AC2862057}" dt="2023-03-17T08:36:31.989" v="80" actId="26606"/>
          <ac:spMkLst>
            <pc:docMk/>
            <pc:sldMk cId="1610731994" sldId="284"/>
            <ac:spMk id="10" creationId="{126ADEF2-2BA7-419F-A580-9C6541A73B57}"/>
          </ac:spMkLst>
        </pc:spChg>
        <pc:spChg chg="add">
          <ac:chgData name="Bulušková Kamila" userId="b14598a1-bbdf-4794-a95a-12c2c16168d9" providerId="ADAL" clId="{E1A1EE66-27F4-4CF7-B1BE-D67AC2862057}" dt="2023-03-17T08:36:31.989" v="80" actId="26606"/>
          <ac:spMkLst>
            <pc:docMk/>
            <pc:sldMk cId="1610731994" sldId="284"/>
            <ac:spMk id="12" creationId="{2B146248-6675-4D3A-B34A-7363E28C91FE}"/>
          </ac:spMkLst>
        </pc:spChg>
        <pc:spChg chg="add">
          <ac:chgData name="Bulušková Kamila" userId="b14598a1-bbdf-4794-a95a-12c2c16168d9" providerId="ADAL" clId="{E1A1EE66-27F4-4CF7-B1BE-D67AC2862057}" dt="2023-03-17T08:36:31.989" v="80" actId="26606"/>
          <ac:spMkLst>
            <pc:docMk/>
            <pc:sldMk cId="1610731994" sldId="284"/>
            <ac:spMk id="14" creationId="{8E52EA45-4231-40F0-A5F9-509764441E61}"/>
          </ac:spMkLst>
        </pc:spChg>
        <pc:spChg chg="add">
          <ac:chgData name="Bulušková Kamila" userId="b14598a1-bbdf-4794-a95a-12c2c16168d9" providerId="ADAL" clId="{E1A1EE66-27F4-4CF7-B1BE-D67AC2862057}" dt="2023-03-17T08:36:31.989" v="80" actId="26606"/>
          <ac:spMkLst>
            <pc:docMk/>
            <pc:sldMk cId="1610731994" sldId="284"/>
            <ac:spMk id="16" creationId="{E26580E3-C3E7-4C81-9BC7-D725DBB7436E}"/>
          </ac:spMkLst>
        </pc:spChg>
        <pc:picChg chg="add mod">
          <ac:chgData name="Bulušková Kamila" userId="b14598a1-bbdf-4794-a95a-12c2c16168d9" providerId="ADAL" clId="{E1A1EE66-27F4-4CF7-B1BE-D67AC2862057}" dt="2023-03-17T08:36:51.132" v="84" actId="1076"/>
          <ac:picMkLst>
            <pc:docMk/>
            <pc:sldMk cId="1610731994" sldId="284"/>
            <ac:picMk id="7" creationId="{039F638A-BD3A-0C2B-06F6-26E21767B792}"/>
          </ac:picMkLst>
        </pc:picChg>
      </pc:sldChg>
      <pc:sldChg chg="addSp delSp modSp new mod ord">
        <pc:chgData name="Bulušková Kamila" userId="b14598a1-bbdf-4794-a95a-12c2c16168d9" providerId="ADAL" clId="{E1A1EE66-27F4-4CF7-B1BE-D67AC2862057}" dt="2023-03-17T08:42:10.943" v="145" actId="20577"/>
        <pc:sldMkLst>
          <pc:docMk/>
          <pc:sldMk cId="3200640536" sldId="285"/>
        </pc:sldMkLst>
        <pc:spChg chg="mod">
          <ac:chgData name="Bulušková Kamila" userId="b14598a1-bbdf-4794-a95a-12c2c16168d9" providerId="ADAL" clId="{E1A1EE66-27F4-4CF7-B1BE-D67AC2862057}" dt="2023-03-17T08:42:10.943" v="145" actId="20577"/>
          <ac:spMkLst>
            <pc:docMk/>
            <pc:sldMk cId="3200640536" sldId="285"/>
            <ac:spMk id="2" creationId="{D57C1B91-9144-7FAD-483A-5465A2B4A798}"/>
          </ac:spMkLst>
        </pc:spChg>
        <pc:spChg chg="del">
          <ac:chgData name="Bulušková Kamila" userId="b14598a1-bbdf-4794-a95a-12c2c16168d9" providerId="ADAL" clId="{E1A1EE66-27F4-4CF7-B1BE-D67AC2862057}" dt="2023-03-17T08:40:20.462" v="86" actId="931"/>
          <ac:spMkLst>
            <pc:docMk/>
            <pc:sldMk cId="3200640536" sldId="285"/>
            <ac:spMk id="3" creationId="{BE429F54-633B-48E7-088D-7F2B5D119E9E}"/>
          </ac:spMkLst>
        </pc:spChg>
        <pc:picChg chg="add mod">
          <ac:chgData name="Bulušková Kamila" userId="b14598a1-bbdf-4794-a95a-12c2c16168d9" providerId="ADAL" clId="{E1A1EE66-27F4-4CF7-B1BE-D67AC2862057}" dt="2023-03-17T08:40:22.370" v="88" actId="962"/>
          <ac:picMkLst>
            <pc:docMk/>
            <pc:sldMk cId="3200640536" sldId="285"/>
            <ac:picMk id="5" creationId="{004313AC-7127-02BC-23ED-3E2E271D5998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6E1607-04DA-4B1C-8803-E83FE6A4C80A}" type="doc">
      <dgm:prSet loTypeId="urn:microsoft.com/office/officeart/2005/8/layout/hierarchy3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017E4EA-8943-4515-83ED-D85B3C2225E3}">
      <dgm:prSet/>
      <dgm:spPr/>
      <dgm:t>
        <a:bodyPr/>
        <a:lstStyle/>
        <a:p>
          <a:r>
            <a:rPr lang="cs-CZ"/>
            <a:t>Velkochov (intenzivní)</a:t>
          </a:r>
          <a:endParaRPr lang="en-US"/>
        </a:p>
      </dgm:t>
    </dgm:pt>
    <dgm:pt modelId="{B9FB83CF-10B7-43C7-825B-D844D8ECDA62}" type="parTrans" cxnId="{F127614E-1B3C-4C46-84F7-FA3A136FA6C3}">
      <dgm:prSet/>
      <dgm:spPr/>
      <dgm:t>
        <a:bodyPr/>
        <a:lstStyle/>
        <a:p>
          <a:endParaRPr lang="en-US"/>
        </a:p>
      </dgm:t>
    </dgm:pt>
    <dgm:pt modelId="{8ECDA541-2BE4-4BD5-BA1B-6BA466FD358D}" type="sibTrans" cxnId="{F127614E-1B3C-4C46-84F7-FA3A136FA6C3}">
      <dgm:prSet/>
      <dgm:spPr/>
      <dgm:t>
        <a:bodyPr/>
        <a:lstStyle/>
        <a:p>
          <a:endParaRPr lang="en-US"/>
        </a:p>
      </dgm:t>
    </dgm:pt>
    <dgm:pt modelId="{BC7F91A7-0B86-4340-B704-468718867C49}">
      <dgm:prSet/>
      <dgm:spPr/>
      <dgm:t>
        <a:bodyPr/>
        <a:lstStyle/>
        <a:p>
          <a:r>
            <a:rPr lang="cs-CZ"/>
            <a:t>Malochov (extenzivní)</a:t>
          </a:r>
          <a:endParaRPr lang="en-US"/>
        </a:p>
      </dgm:t>
    </dgm:pt>
    <dgm:pt modelId="{9C6FA0CA-4375-4546-BBE0-E477D41569DA}" type="parTrans" cxnId="{42A5948B-F21C-4738-B748-D87BC7F69402}">
      <dgm:prSet/>
      <dgm:spPr/>
      <dgm:t>
        <a:bodyPr/>
        <a:lstStyle/>
        <a:p>
          <a:endParaRPr lang="en-US"/>
        </a:p>
      </dgm:t>
    </dgm:pt>
    <dgm:pt modelId="{07B841B3-0F0A-4B4A-A5E5-1139EE7DD2CE}" type="sibTrans" cxnId="{42A5948B-F21C-4738-B748-D87BC7F69402}">
      <dgm:prSet/>
      <dgm:spPr/>
      <dgm:t>
        <a:bodyPr/>
        <a:lstStyle/>
        <a:p>
          <a:endParaRPr lang="en-US"/>
        </a:p>
      </dgm:t>
    </dgm:pt>
    <dgm:pt modelId="{82AD1C2D-224E-4FDC-AE1C-B54746A6A335}">
      <dgm:prSet/>
      <dgm:spPr/>
      <dgm:t>
        <a:bodyPr/>
        <a:lstStyle/>
        <a:p>
          <a:r>
            <a:rPr lang="cs-CZ"/>
            <a:t>Chov králíků v domácnosti</a:t>
          </a:r>
          <a:endParaRPr lang="en-US"/>
        </a:p>
      </dgm:t>
    </dgm:pt>
    <dgm:pt modelId="{937A4159-5096-43A8-9D1D-E12DAE29FFC7}" type="parTrans" cxnId="{92F29162-7391-4394-B461-BE3E017C6B19}">
      <dgm:prSet/>
      <dgm:spPr/>
      <dgm:t>
        <a:bodyPr/>
        <a:lstStyle/>
        <a:p>
          <a:endParaRPr lang="en-US"/>
        </a:p>
      </dgm:t>
    </dgm:pt>
    <dgm:pt modelId="{ABD12A7B-E6BB-4B6D-ACA1-F9BCF867C050}" type="sibTrans" cxnId="{92F29162-7391-4394-B461-BE3E017C6B19}">
      <dgm:prSet/>
      <dgm:spPr/>
      <dgm:t>
        <a:bodyPr/>
        <a:lstStyle/>
        <a:p>
          <a:endParaRPr lang="en-US"/>
        </a:p>
      </dgm:t>
    </dgm:pt>
    <dgm:pt modelId="{902E9D65-9D4C-4216-9CED-5C5427A51AC4}" type="pres">
      <dgm:prSet presAssocID="{166E1607-04DA-4B1C-8803-E83FE6A4C80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CF6D14C-D651-45A9-9295-9C9FBC4CBA05}" type="pres">
      <dgm:prSet presAssocID="{0017E4EA-8943-4515-83ED-D85B3C2225E3}" presName="root" presStyleCnt="0"/>
      <dgm:spPr/>
    </dgm:pt>
    <dgm:pt modelId="{252A4BB7-66EE-40DA-A799-2C6AD2E36447}" type="pres">
      <dgm:prSet presAssocID="{0017E4EA-8943-4515-83ED-D85B3C2225E3}" presName="rootComposite" presStyleCnt="0"/>
      <dgm:spPr/>
    </dgm:pt>
    <dgm:pt modelId="{835B15D5-7D57-4DB4-BC0E-0170AC72D98E}" type="pres">
      <dgm:prSet presAssocID="{0017E4EA-8943-4515-83ED-D85B3C2225E3}" presName="rootText" presStyleLbl="node1" presStyleIdx="0" presStyleCnt="3"/>
      <dgm:spPr/>
    </dgm:pt>
    <dgm:pt modelId="{32757176-BB2B-4456-AFC8-FAB9468FD9CF}" type="pres">
      <dgm:prSet presAssocID="{0017E4EA-8943-4515-83ED-D85B3C2225E3}" presName="rootConnector" presStyleLbl="node1" presStyleIdx="0" presStyleCnt="3"/>
      <dgm:spPr/>
    </dgm:pt>
    <dgm:pt modelId="{94CBEC29-60C1-4EC7-B006-0A199DB2E848}" type="pres">
      <dgm:prSet presAssocID="{0017E4EA-8943-4515-83ED-D85B3C2225E3}" presName="childShape" presStyleCnt="0"/>
      <dgm:spPr/>
    </dgm:pt>
    <dgm:pt modelId="{9A987399-7E36-422A-8603-5AB286FAC0E8}" type="pres">
      <dgm:prSet presAssocID="{BC7F91A7-0B86-4340-B704-468718867C49}" presName="root" presStyleCnt="0"/>
      <dgm:spPr/>
    </dgm:pt>
    <dgm:pt modelId="{CC53B1AC-3055-4072-AEDB-C2E0D3A71597}" type="pres">
      <dgm:prSet presAssocID="{BC7F91A7-0B86-4340-B704-468718867C49}" presName="rootComposite" presStyleCnt="0"/>
      <dgm:spPr/>
    </dgm:pt>
    <dgm:pt modelId="{9308555C-5DCA-4C0A-961A-BFE49094BC52}" type="pres">
      <dgm:prSet presAssocID="{BC7F91A7-0B86-4340-B704-468718867C49}" presName="rootText" presStyleLbl="node1" presStyleIdx="1" presStyleCnt="3"/>
      <dgm:spPr/>
    </dgm:pt>
    <dgm:pt modelId="{173EE88A-A195-4607-B0DE-EAC35EBBC959}" type="pres">
      <dgm:prSet presAssocID="{BC7F91A7-0B86-4340-B704-468718867C49}" presName="rootConnector" presStyleLbl="node1" presStyleIdx="1" presStyleCnt="3"/>
      <dgm:spPr/>
    </dgm:pt>
    <dgm:pt modelId="{19419848-381A-45B7-AF2D-7A786DD30D3F}" type="pres">
      <dgm:prSet presAssocID="{BC7F91A7-0B86-4340-B704-468718867C49}" presName="childShape" presStyleCnt="0"/>
      <dgm:spPr/>
    </dgm:pt>
    <dgm:pt modelId="{CC8C944A-E276-438E-B180-A2D4665BB41A}" type="pres">
      <dgm:prSet presAssocID="{82AD1C2D-224E-4FDC-AE1C-B54746A6A335}" presName="root" presStyleCnt="0"/>
      <dgm:spPr/>
    </dgm:pt>
    <dgm:pt modelId="{2CF61D05-F3E6-4239-AEC0-91CBA9A1C887}" type="pres">
      <dgm:prSet presAssocID="{82AD1C2D-224E-4FDC-AE1C-B54746A6A335}" presName="rootComposite" presStyleCnt="0"/>
      <dgm:spPr/>
    </dgm:pt>
    <dgm:pt modelId="{FB452BC2-7E1A-4929-B1B2-71C9E49BD68D}" type="pres">
      <dgm:prSet presAssocID="{82AD1C2D-224E-4FDC-AE1C-B54746A6A335}" presName="rootText" presStyleLbl="node1" presStyleIdx="2" presStyleCnt="3"/>
      <dgm:spPr/>
    </dgm:pt>
    <dgm:pt modelId="{08A0BC00-15B1-47D5-90D1-EED459FF975C}" type="pres">
      <dgm:prSet presAssocID="{82AD1C2D-224E-4FDC-AE1C-B54746A6A335}" presName="rootConnector" presStyleLbl="node1" presStyleIdx="2" presStyleCnt="3"/>
      <dgm:spPr/>
    </dgm:pt>
    <dgm:pt modelId="{1498656C-219E-474E-A92C-F7B04EFE1DE5}" type="pres">
      <dgm:prSet presAssocID="{82AD1C2D-224E-4FDC-AE1C-B54746A6A335}" presName="childShape" presStyleCnt="0"/>
      <dgm:spPr/>
    </dgm:pt>
  </dgm:ptLst>
  <dgm:cxnLst>
    <dgm:cxn modelId="{92F29162-7391-4394-B461-BE3E017C6B19}" srcId="{166E1607-04DA-4B1C-8803-E83FE6A4C80A}" destId="{82AD1C2D-224E-4FDC-AE1C-B54746A6A335}" srcOrd="2" destOrd="0" parTransId="{937A4159-5096-43A8-9D1D-E12DAE29FFC7}" sibTransId="{ABD12A7B-E6BB-4B6D-ACA1-F9BCF867C050}"/>
    <dgm:cxn modelId="{F127614E-1B3C-4C46-84F7-FA3A136FA6C3}" srcId="{166E1607-04DA-4B1C-8803-E83FE6A4C80A}" destId="{0017E4EA-8943-4515-83ED-D85B3C2225E3}" srcOrd="0" destOrd="0" parTransId="{B9FB83CF-10B7-43C7-825B-D844D8ECDA62}" sibTransId="{8ECDA541-2BE4-4BD5-BA1B-6BA466FD358D}"/>
    <dgm:cxn modelId="{F5F00C4F-B636-4C61-BDEC-2638CC1FB522}" type="presOf" srcId="{0017E4EA-8943-4515-83ED-D85B3C2225E3}" destId="{835B15D5-7D57-4DB4-BC0E-0170AC72D98E}" srcOrd="0" destOrd="0" presId="urn:microsoft.com/office/officeart/2005/8/layout/hierarchy3"/>
    <dgm:cxn modelId="{42A5948B-F21C-4738-B748-D87BC7F69402}" srcId="{166E1607-04DA-4B1C-8803-E83FE6A4C80A}" destId="{BC7F91A7-0B86-4340-B704-468718867C49}" srcOrd="1" destOrd="0" parTransId="{9C6FA0CA-4375-4546-BBE0-E477D41569DA}" sibTransId="{07B841B3-0F0A-4B4A-A5E5-1139EE7DD2CE}"/>
    <dgm:cxn modelId="{61C9FA9B-4CEB-467F-BE4A-569EF81F89B8}" type="presOf" srcId="{BC7F91A7-0B86-4340-B704-468718867C49}" destId="{173EE88A-A195-4607-B0DE-EAC35EBBC959}" srcOrd="1" destOrd="0" presId="urn:microsoft.com/office/officeart/2005/8/layout/hierarchy3"/>
    <dgm:cxn modelId="{F47E3A9F-2482-494F-8FD4-9999D65EEDC8}" type="presOf" srcId="{82AD1C2D-224E-4FDC-AE1C-B54746A6A335}" destId="{FB452BC2-7E1A-4929-B1B2-71C9E49BD68D}" srcOrd="0" destOrd="0" presId="urn:microsoft.com/office/officeart/2005/8/layout/hierarchy3"/>
    <dgm:cxn modelId="{372F68A7-E525-4A8D-8E61-CCAE93773EE0}" type="presOf" srcId="{82AD1C2D-224E-4FDC-AE1C-B54746A6A335}" destId="{08A0BC00-15B1-47D5-90D1-EED459FF975C}" srcOrd="1" destOrd="0" presId="urn:microsoft.com/office/officeart/2005/8/layout/hierarchy3"/>
    <dgm:cxn modelId="{49C3E5B1-246B-458D-88CB-789105240BB1}" type="presOf" srcId="{BC7F91A7-0B86-4340-B704-468718867C49}" destId="{9308555C-5DCA-4C0A-961A-BFE49094BC52}" srcOrd="0" destOrd="0" presId="urn:microsoft.com/office/officeart/2005/8/layout/hierarchy3"/>
    <dgm:cxn modelId="{985B07E4-203A-4637-AE0D-4CD4D201C9A3}" type="presOf" srcId="{0017E4EA-8943-4515-83ED-D85B3C2225E3}" destId="{32757176-BB2B-4456-AFC8-FAB9468FD9CF}" srcOrd="1" destOrd="0" presId="urn:microsoft.com/office/officeart/2005/8/layout/hierarchy3"/>
    <dgm:cxn modelId="{11CB5EFE-02D6-4016-A05F-F0569FBDF82F}" type="presOf" srcId="{166E1607-04DA-4B1C-8803-E83FE6A4C80A}" destId="{902E9D65-9D4C-4216-9CED-5C5427A51AC4}" srcOrd="0" destOrd="0" presId="urn:microsoft.com/office/officeart/2005/8/layout/hierarchy3"/>
    <dgm:cxn modelId="{A32EB34D-A795-48A9-A8B3-FF29528D5204}" type="presParOf" srcId="{902E9D65-9D4C-4216-9CED-5C5427A51AC4}" destId="{FCF6D14C-D651-45A9-9295-9C9FBC4CBA05}" srcOrd="0" destOrd="0" presId="urn:microsoft.com/office/officeart/2005/8/layout/hierarchy3"/>
    <dgm:cxn modelId="{4CE71841-174F-4DE0-9D86-5C55BD513E5F}" type="presParOf" srcId="{FCF6D14C-D651-45A9-9295-9C9FBC4CBA05}" destId="{252A4BB7-66EE-40DA-A799-2C6AD2E36447}" srcOrd="0" destOrd="0" presId="urn:microsoft.com/office/officeart/2005/8/layout/hierarchy3"/>
    <dgm:cxn modelId="{393B8B5C-EB9C-4B07-8A7E-A7FE9D78720C}" type="presParOf" srcId="{252A4BB7-66EE-40DA-A799-2C6AD2E36447}" destId="{835B15D5-7D57-4DB4-BC0E-0170AC72D98E}" srcOrd="0" destOrd="0" presId="urn:microsoft.com/office/officeart/2005/8/layout/hierarchy3"/>
    <dgm:cxn modelId="{636BB14E-AE80-49B3-9DF3-29273687E659}" type="presParOf" srcId="{252A4BB7-66EE-40DA-A799-2C6AD2E36447}" destId="{32757176-BB2B-4456-AFC8-FAB9468FD9CF}" srcOrd="1" destOrd="0" presId="urn:microsoft.com/office/officeart/2005/8/layout/hierarchy3"/>
    <dgm:cxn modelId="{8440FDBF-316C-4A68-8D2A-BDD50C5EC2EA}" type="presParOf" srcId="{FCF6D14C-D651-45A9-9295-9C9FBC4CBA05}" destId="{94CBEC29-60C1-4EC7-B006-0A199DB2E848}" srcOrd="1" destOrd="0" presId="urn:microsoft.com/office/officeart/2005/8/layout/hierarchy3"/>
    <dgm:cxn modelId="{0E8C3821-7C59-4016-8D1B-8E435BE9D913}" type="presParOf" srcId="{902E9D65-9D4C-4216-9CED-5C5427A51AC4}" destId="{9A987399-7E36-422A-8603-5AB286FAC0E8}" srcOrd="1" destOrd="0" presId="urn:microsoft.com/office/officeart/2005/8/layout/hierarchy3"/>
    <dgm:cxn modelId="{2F6150D0-45AF-4739-B5C2-A4673BF87B98}" type="presParOf" srcId="{9A987399-7E36-422A-8603-5AB286FAC0E8}" destId="{CC53B1AC-3055-4072-AEDB-C2E0D3A71597}" srcOrd="0" destOrd="0" presId="urn:microsoft.com/office/officeart/2005/8/layout/hierarchy3"/>
    <dgm:cxn modelId="{B5BF3705-E509-49B6-BAF5-41C29C946E7F}" type="presParOf" srcId="{CC53B1AC-3055-4072-AEDB-C2E0D3A71597}" destId="{9308555C-5DCA-4C0A-961A-BFE49094BC52}" srcOrd="0" destOrd="0" presId="urn:microsoft.com/office/officeart/2005/8/layout/hierarchy3"/>
    <dgm:cxn modelId="{33D7F609-0640-42FA-95B2-3B24240B06C8}" type="presParOf" srcId="{CC53B1AC-3055-4072-AEDB-C2E0D3A71597}" destId="{173EE88A-A195-4607-B0DE-EAC35EBBC959}" srcOrd="1" destOrd="0" presId="urn:microsoft.com/office/officeart/2005/8/layout/hierarchy3"/>
    <dgm:cxn modelId="{54C790A9-3B43-4E88-9912-0760EA4269DC}" type="presParOf" srcId="{9A987399-7E36-422A-8603-5AB286FAC0E8}" destId="{19419848-381A-45B7-AF2D-7A786DD30D3F}" srcOrd="1" destOrd="0" presId="urn:microsoft.com/office/officeart/2005/8/layout/hierarchy3"/>
    <dgm:cxn modelId="{07782999-8454-4551-8A63-AA83D7353E5B}" type="presParOf" srcId="{902E9D65-9D4C-4216-9CED-5C5427A51AC4}" destId="{CC8C944A-E276-438E-B180-A2D4665BB41A}" srcOrd="2" destOrd="0" presId="urn:microsoft.com/office/officeart/2005/8/layout/hierarchy3"/>
    <dgm:cxn modelId="{7639BDA6-FF65-4AA1-BC51-6FF99A97256C}" type="presParOf" srcId="{CC8C944A-E276-438E-B180-A2D4665BB41A}" destId="{2CF61D05-F3E6-4239-AEC0-91CBA9A1C887}" srcOrd="0" destOrd="0" presId="urn:microsoft.com/office/officeart/2005/8/layout/hierarchy3"/>
    <dgm:cxn modelId="{FC7D2402-CA76-4FF5-96D5-B5B01ADB11F4}" type="presParOf" srcId="{2CF61D05-F3E6-4239-AEC0-91CBA9A1C887}" destId="{FB452BC2-7E1A-4929-B1B2-71C9E49BD68D}" srcOrd="0" destOrd="0" presId="urn:microsoft.com/office/officeart/2005/8/layout/hierarchy3"/>
    <dgm:cxn modelId="{BD00BE6A-0401-4709-9C1B-9B77471A1513}" type="presParOf" srcId="{2CF61D05-F3E6-4239-AEC0-91CBA9A1C887}" destId="{08A0BC00-15B1-47D5-90D1-EED459FF975C}" srcOrd="1" destOrd="0" presId="urn:microsoft.com/office/officeart/2005/8/layout/hierarchy3"/>
    <dgm:cxn modelId="{913C9FD8-7DD5-461D-8C33-EE25D710D5C0}" type="presParOf" srcId="{CC8C944A-E276-438E-B180-A2D4665BB41A}" destId="{1498656C-219E-474E-A92C-F7B04EFE1DE5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1A497B-A7D9-408C-AF4D-5D6B412D462A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1FA0EBB-D86F-46B3-9048-013E2432076D}">
      <dgm:prSet/>
      <dgm:spPr/>
      <dgm:t>
        <a:bodyPr/>
        <a:lstStyle/>
        <a:p>
          <a:r>
            <a:rPr lang="cs-CZ"/>
            <a:t>Velká</a:t>
          </a:r>
          <a:endParaRPr lang="en-US"/>
        </a:p>
      </dgm:t>
    </dgm:pt>
    <dgm:pt modelId="{1B5CD0F4-89D2-4ABD-8EF1-F45AA883E624}" type="parTrans" cxnId="{E213D04A-268D-4792-A2CC-1FA600181E49}">
      <dgm:prSet/>
      <dgm:spPr/>
      <dgm:t>
        <a:bodyPr/>
        <a:lstStyle/>
        <a:p>
          <a:endParaRPr lang="en-US"/>
        </a:p>
      </dgm:t>
    </dgm:pt>
    <dgm:pt modelId="{AD9178CC-7979-4B32-A226-F5CF85CE005D}" type="sibTrans" cxnId="{E213D04A-268D-4792-A2CC-1FA600181E49}">
      <dgm:prSet/>
      <dgm:spPr/>
      <dgm:t>
        <a:bodyPr/>
        <a:lstStyle/>
        <a:p>
          <a:endParaRPr lang="en-US"/>
        </a:p>
      </dgm:t>
    </dgm:pt>
    <dgm:pt modelId="{EBD01CDE-D889-45A5-93C7-F10B473562FF}">
      <dgm:prSet/>
      <dgm:spPr/>
      <dgm:t>
        <a:bodyPr/>
        <a:lstStyle/>
        <a:p>
          <a:r>
            <a:rPr lang="cs-CZ"/>
            <a:t>Střední</a:t>
          </a:r>
          <a:endParaRPr lang="en-US"/>
        </a:p>
      </dgm:t>
    </dgm:pt>
    <dgm:pt modelId="{AEDBE80E-028F-40B8-A56F-453838E47498}" type="parTrans" cxnId="{5A74135B-3D0F-4DC3-B1F1-545A1208F8A7}">
      <dgm:prSet/>
      <dgm:spPr/>
      <dgm:t>
        <a:bodyPr/>
        <a:lstStyle/>
        <a:p>
          <a:endParaRPr lang="en-US"/>
        </a:p>
      </dgm:t>
    </dgm:pt>
    <dgm:pt modelId="{27ECDDD6-C615-4967-B830-7196A5F5E1A4}" type="sibTrans" cxnId="{5A74135B-3D0F-4DC3-B1F1-545A1208F8A7}">
      <dgm:prSet/>
      <dgm:spPr/>
      <dgm:t>
        <a:bodyPr/>
        <a:lstStyle/>
        <a:p>
          <a:endParaRPr lang="en-US"/>
        </a:p>
      </dgm:t>
    </dgm:pt>
    <dgm:pt modelId="{10F39B32-EF5E-495A-B2A5-107B50AAD49C}">
      <dgm:prSet/>
      <dgm:spPr/>
      <dgm:t>
        <a:bodyPr/>
        <a:lstStyle/>
        <a:p>
          <a:r>
            <a:rPr lang="cs-CZ"/>
            <a:t>Malá</a:t>
          </a:r>
          <a:endParaRPr lang="en-US"/>
        </a:p>
      </dgm:t>
    </dgm:pt>
    <dgm:pt modelId="{6CF13E61-D886-46F3-B77A-EA3A9B94DA8B}" type="parTrans" cxnId="{5F263D12-8103-4820-9671-25DA2565E5FF}">
      <dgm:prSet/>
      <dgm:spPr/>
      <dgm:t>
        <a:bodyPr/>
        <a:lstStyle/>
        <a:p>
          <a:endParaRPr lang="en-US"/>
        </a:p>
      </dgm:t>
    </dgm:pt>
    <dgm:pt modelId="{3C9565CD-81DA-480B-9943-22A8010CA980}" type="sibTrans" cxnId="{5F263D12-8103-4820-9671-25DA2565E5FF}">
      <dgm:prSet/>
      <dgm:spPr/>
      <dgm:t>
        <a:bodyPr/>
        <a:lstStyle/>
        <a:p>
          <a:endParaRPr lang="en-US"/>
        </a:p>
      </dgm:t>
    </dgm:pt>
    <dgm:pt modelId="{70D345F2-CA9D-4017-AA3C-2053679EF7FA}">
      <dgm:prSet/>
      <dgm:spPr/>
      <dgm:t>
        <a:bodyPr/>
        <a:lstStyle/>
        <a:p>
          <a:r>
            <a:rPr lang="cs-CZ"/>
            <a:t>Zakrslá </a:t>
          </a:r>
          <a:endParaRPr lang="en-US"/>
        </a:p>
      </dgm:t>
    </dgm:pt>
    <dgm:pt modelId="{C5BDA04D-7173-48FE-A743-6FDC157F5C21}" type="parTrans" cxnId="{65D849AA-8B4C-402D-9254-6D75570C287E}">
      <dgm:prSet/>
      <dgm:spPr/>
      <dgm:t>
        <a:bodyPr/>
        <a:lstStyle/>
        <a:p>
          <a:endParaRPr lang="en-US"/>
        </a:p>
      </dgm:t>
    </dgm:pt>
    <dgm:pt modelId="{53E99457-432D-4F46-A518-D9D9884617E6}" type="sibTrans" cxnId="{65D849AA-8B4C-402D-9254-6D75570C287E}">
      <dgm:prSet/>
      <dgm:spPr/>
      <dgm:t>
        <a:bodyPr/>
        <a:lstStyle/>
        <a:p>
          <a:endParaRPr lang="en-US"/>
        </a:p>
      </dgm:t>
    </dgm:pt>
    <dgm:pt modelId="{BD7C3B0E-2717-421B-9D18-80DB052CE9E1}" type="pres">
      <dgm:prSet presAssocID="{9D1A497B-A7D9-408C-AF4D-5D6B412D462A}" presName="Name0" presStyleCnt="0">
        <dgm:presLayoutVars>
          <dgm:dir/>
          <dgm:animLvl val="lvl"/>
          <dgm:resizeHandles val="exact"/>
        </dgm:presLayoutVars>
      </dgm:prSet>
      <dgm:spPr/>
    </dgm:pt>
    <dgm:pt modelId="{A8C6D5B0-7232-485E-99F4-DE2B575FC268}" type="pres">
      <dgm:prSet presAssocID="{21FA0EBB-D86F-46B3-9048-013E2432076D}" presName="linNode" presStyleCnt="0"/>
      <dgm:spPr/>
    </dgm:pt>
    <dgm:pt modelId="{CA24148E-6DCE-46C3-8EE5-B2B27267758D}" type="pres">
      <dgm:prSet presAssocID="{21FA0EBB-D86F-46B3-9048-013E2432076D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7FF15848-4C85-4B39-8272-C4FE68BE2E64}" type="pres">
      <dgm:prSet presAssocID="{AD9178CC-7979-4B32-A226-F5CF85CE005D}" presName="sp" presStyleCnt="0"/>
      <dgm:spPr/>
    </dgm:pt>
    <dgm:pt modelId="{1B4B62EA-F60E-4474-AD64-29CD80F998DD}" type="pres">
      <dgm:prSet presAssocID="{EBD01CDE-D889-45A5-93C7-F10B473562FF}" presName="linNode" presStyleCnt="0"/>
      <dgm:spPr/>
    </dgm:pt>
    <dgm:pt modelId="{AC9ADD89-23BA-4737-8C9E-E9188D0A011D}" type="pres">
      <dgm:prSet presAssocID="{EBD01CDE-D889-45A5-93C7-F10B473562FF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C1408955-304C-4D49-9BA2-981A5E0E28B6}" type="pres">
      <dgm:prSet presAssocID="{27ECDDD6-C615-4967-B830-7196A5F5E1A4}" presName="sp" presStyleCnt="0"/>
      <dgm:spPr/>
    </dgm:pt>
    <dgm:pt modelId="{466D419B-C961-4DBE-964B-441A70B04356}" type="pres">
      <dgm:prSet presAssocID="{10F39B32-EF5E-495A-B2A5-107B50AAD49C}" presName="linNode" presStyleCnt="0"/>
      <dgm:spPr/>
    </dgm:pt>
    <dgm:pt modelId="{C97DEAF7-5C34-4642-997D-AC305B87EC2C}" type="pres">
      <dgm:prSet presAssocID="{10F39B32-EF5E-495A-B2A5-107B50AAD49C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C05DB59C-BB1D-47B3-BEAF-5238A60998CC}" type="pres">
      <dgm:prSet presAssocID="{3C9565CD-81DA-480B-9943-22A8010CA980}" presName="sp" presStyleCnt="0"/>
      <dgm:spPr/>
    </dgm:pt>
    <dgm:pt modelId="{D907F024-1A88-4FF0-BDFC-7DC910A496BD}" type="pres">
      <dgm:prSet presAssocID="{70D345F2-CA9D-4017-AA3C-2053679EF7FA}" presName="linNode" presStyleCnt="0"/>
      <dgm:spPr/>
    </dgm:pt>
    <dgm:pt modelId="{796C1BB1-EA48-48F7-9F5A-4FD1999FF162}" type="pres">
      <dgm:prSet presAssocID="{70D345F2-CA9D-4017-AA3C-2053679EF7FA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5F263D12-8103-4820-9671-25DA2565E5FF}" srcId="{9D1A497B-A7D9-408C-AF4D-5D6B412D462A}" destId="{10F39B32-EF5E-495A-B2A5-107B50AAD49C}" srcOrd="2" destOrd="0" parTransId="{6CF13E61-D886-46F3-B77A-EA3A9B94DA8B}" sibTransId="{3C9565CD-81DA-480B-9943-22A8010CA980}"/>
    <dgm:cxn modelId="{5A74135B-3D0F-4DC3-B1F1-545A1208F8A7}" srcId="{9D1A497B-A7D9-408C-AF4D-5D6B412D462A}" destId="{EBD01CDE-D889-45A5-93C7-F10B473562FF}" srcOrd="1" destOrd="0" parTransId="{AEDBE80E-028F-40B8-A56F-453838E47498}" sibTransId="{27ECDDD6-C615-4967-B830-7196A5F5E1A4}"/>
    <dgm:cxn modelId="{DAB99348-4713-40CF-A0E6-2570B0099F6A}" type="presOf" srcId="{21FA0EBB-D86F-46B3-9048-013E2432076D}" destId="{CA24148E-6DCE-46C3-8EE5-B2B27267758D}" srcOrd="0" destOrd="0" presId="urn:microsoft.com/office/officeart/2005/8/layout/vList5"/>
    <dgm:cxn modelId="{E213D04A-268D-4792-A2CC-1FA600181E49}" srcId="{9D1A497B-A7D9-408C-AF4D-5D6B412D462A}" destId="{21FA0EBB-D86F-46B3-9048-013E2432076D}" srcOrd="0" destOrd="0" parTransId="{1B5CD0F4-89D2-4ABD-8EF1-F45AA883E624}" sibTransId="{AD9178CC-7979-4B32-A226-F5CF85CE005D}"/>
    <dgm:cxn modelId="{FE43B553-0B46-466D-8A69-0F2A1D828E0A}" type="presOf" srcId="{70D345F2-CA9D-4017-AA3C-2053679EF7FA}" destId="{796C1BB1-EA48-48F7-9F5A-4FD1999FF162}" srcOrd="0" destOrd="0" presId="urn:microsoft.com/office/officeart/2005/8/layout/vList5"/>
    <dgm:cxn modelId="{8E3D888A-ABD0-4E0E-B333-3C47E79B32DC}" type="presOf" srcId="{EBD01CDE-D889-45A5-93C7-F10B473562FF}" destId="{AC9ADD89-23BA-4737-8C9E-E9188D0A011D}" srcOrd="0" destOrd="0" presId="urn:microsoft.com/office/officeart/2005/8/layout/vList5"/>
    <dgm:cxn modelId="{65D849AA-8B4C-402D-9254-6D75570C287E}" srcId="{9D1A497B-A7D9-408C-AF4D-5D6B412D462A}" destId="{70D345F2-CA9D-4017-AA3C-2053679EF7FA}" srcOrd="3" destOrd="0" parTransId="{C5BDA04D-7173-48FE-A743-6FDC157F5C21}" sibTransId="{53E99457-432D-4F46-A518-D9D9884617E6}"/>
    <dgm:cxn modelId="{7F8566E8-5F9C-4D29-962B-77AAD1CB7EE7}" type="presOf" srcId="{10F39B32-EF5E-495A-B2A5-107B50AAD49C}" destId="{C97DEAF7-5C34-4642-997D-AC305B87EC2C}" srcOrd="0" destOrd="0" presId="urn:microsoft.com/office/officeart/2005/8/layout/vList5"/>
    <dgm:cxn modelId="{E6E4EFF0-713C-41B3-9C9E-EB2717019881}" type="presOf" srcId="{9D1A497B-A7D9-408C-AF4D-5D6B412D462A}" destId="{BD7C3B0E-2717-421B-9D18-80DB052CE9E1}" srcOrd="0" destOrd="0" presId="urn:microsoft.com/office/officeart/2005/8/layout/vList5"/>
    <dgm:cxn modelId="{75E93F65-5C37-4FB2-A67F-C3804723D0A5}" type="presParOf" srcId="{BD7C3B0E-2717-421B-9D18-80DB052CE9E1}" destId="{A8C6D5B0-7232-485E-99F4-DE2B575FC268}" srcOrd="0" destOrd="0" presId="urn:microsoft.com/office/officeart/2005/8/layout/vList5"/>
    <dgm:cxn modelId="{3D4F353C-05CE-49A5-AE5D-B7DCF8F5DE11}" type="presParOf" srcId="{A8C6D5B0-7232-485E-99F4-DE2B575FC268}" destId="{CA24148E-6DCE-46C3-8EE5-B2B27267758D}" srcOrd="0" destOrd="0" presId="urn:microsoft.com/office/officeart/2005/8/layout/vList5"/>
    <dgm:cxn modelId="{73F9A480-6633-403D-B32A-71277596DBFB}" type="presParOf" srcId="{BD7C3B0E-2717-421B-9D18-80DB052CE9E1}" destId="{7FF15848-4C85-4B39-8272-C4FE68BE2E64}" srcOrd="1" destOrd="0" presId="urn:microsoft.com/office/officeart/2005/8/layout/vList5"/>
    <dgm:cxn modelId="{BB314439-36EA-4D2E-B7D5-C71E565B2F8D}" type="presParOf" srcId="{BD7C3B0E-2717-421B-9D18-80DB052CE9E1}" destId="{1B4B62EA-F60E-4474-AD64-29CD80F998DD}" srcOrd="2" destOrd="0" presId="urn:microsoft.com/office/officeart/2005/8/layout/vList5"/>
    <dgm:cxn modelId="{4B2FAB12-643F-49B0-802A-69CC6849F0E7}" type="presParOf" srcId="{1B4B62EA-F60E-4474-AD64-29CD80F998DD}" destId="{AC9ADD89-23BA-4737-8C9E-E9188D0A011D}" srcOrd="0" destOrd="0" presId="urn:microsoft.com/office/officeart/2005/8/layout/vList5"/>
    <dgm:cxn modelId="{2E28EBF6-AD1A-4034-BE83-ECD78A3E92E9}" type="presParOf" srcId="{BD7C3B0E-2717-421B-9D18-80DB052CE9E1}" destId="{C1408955-304C-4D49-9BA2-981A5E0E28B6}" srcOrd="3" destOrd="0" presId="urn:microsoft.com/office/officeart/2005/8/layout/vList5"/>
    <dgm:cxn modelId="{4471431C-9D08-4F73-A1C6-8FC7D0B3B1F3}" type="presParOf" srcId="{BD7C3B0E-2717-421B-9D18-80DB052CE9E1}" destId="{466D419B-C961-4DBE-964B-441A70B04356}" srcOrd="4" destOrd="0" presId="urn:microsoft.com/office/officeart/2005/8/layout/vList5"/>
    <dgm:cxn modelId="{85B76AFD-4501-4C5A-B656-2813C25607A1}" type="presParOf" srcId="{466D419B-C961-4DBE-964B-441A70B04356}" destId="{C97DEAF7-5C34-4642-997D-AC305B87EC2C}" srcOrd="0" destOrd="0" presId="urn:microsoft.com/office/officeart/2005/8/layout/vList5"/>
    <dgm:cxn modelId="{12B6114E-EF28-4368-A7FA-5974FC835383}" type="presParOf" srcId="{BD7C3B0E-2717-421B-9D18-80DB052CE9E1}" destId="{C05DB59C-BB1D-47B3-BEAF-5238A60998CC}" srcOrd="5" destOrd="0" presId="urn:microsoft.com/office/officeart/2005/8/layout/vList5"/>
    <dgm:cxn modelId="{D8D8B549-FA71-4E75-A077-5CDEC860EE31}" type="presParOf" srcId="{BD7C3B0E-2717-421B-9D18-80DB052CE9E1}" destId="{D907F024-1A88-4FF0-BDFC-7DC910A496BD}" srcOrd="6" destOrd="0" presId="urn:microsoft.com/office/officeart/2005/8/layout/vList5"/>
    <dgm:cxn modelId="{2EF3A0B9-C159-4DC8-8809-3255227F0502}" type="presParOf" srcId="{D907F024-1A88-4FF0-BDFC-7DC910A496BD}" destId="{796C1BB1-EA48-48F7-9F5A-4FD1999FF162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5B15D5-7D57-4DB4-BC0E-0170AC72D98E}">
      <dsp:nvSpPr>
        <dsp:cNvPr id="0" name=""/>
        <dsp:cNvSpPr/>
      </dsp:nvSpPr>
      <dsp:spPr>
        <a:xfrm>
          <a:off x="1242" y="1070152"/>
          <a:ext cx="2907589" cy="14537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800" kern="1200"/>
            <a:t>Velkochov (intenzivní)</a:t>
          </a:r>
          <a:endParaRPr lang="en-US" sz="3800" kern="1200"/>
        </a:p>
      </dsp:txBody>
      <dsp:txXfrm>
        <a:off x="43822" y="1112732"/>
        <a:ext cx="2822429" cy="1368634"/>
      </dsp:txXfrm>
    </dsp:sp>
    <dsp:sp modelId="{9308555C-5DCA-4C0A-961A-BFE49094BC52}">
      <dsp:nvSpPr>
        <dsp:cNvPr id="0" name=""/>
        <dsp:cNvSpPr/>
      </dsp:nvSpPr>
      <dsp:spPr>
        <a:xfrm>
          <a:off x="3635730" y="1070152"/>
          <a:ext cx="2907589" cy="145379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800" kern="1200"/>
            <a:t>Malochov (extenzivní)</a:t>
          </a:r>
          <a:endParaRPr lang="en-US" sz="3800" kern="1200"/>
        </a:p>
      </dsp:txBody>
      <dsp:txXfrm>
        <a:off x="3678310" y="1112732"/>
        <a:ext cx="2822429" cy="1368634"/>
      </dsp:txXfrm>
    </dsp:sp>
    <dsp:sp modelId="{FB452BC2-7E1A-4929-B1B2-71C9E49BD68D}">
      <dsp:nvSpPr>
        <dsp:cNvPr id="0" name=""/>
        <dsp:cNvSpPr/>
      </dsp:nvSpPr>
      <dsp:spPr>
        <a:xfrm>
          <a:off x="7270217" y="1070152"/>
          <a:ext cx="2907589" cy="14537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800" kern="1200"/>
            <a:t>Chov králíků v domácnosti</a:t>
          </a:r>
          <a:endParaRPr lang="en-US" sz="3800" kern="1200"/>
        </a:p>
      </dsp:txBody>
      <dsp:txXfrm>
        <a:off x="7312797" y="1112732"/>
        <a:ext cx="2822429" cy="13686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24148E-6DCE-46C3-8EE5-B2B27267758D}">
      <dsp:nvSpPr>
        <dsp:cNvPr id="0" name=""/>
        <dsp:cNvSpPr/>
      </dsp:nvSpPr>
      <dsp:spPr>
        <a:xfrm>
          <a:off x="3257295" y="1798"/>
          <a:ext cx="3664458" cy="86518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500" kern="1200"/>
            <a:t>Velká</a:t>
          </a:r>
          <a:endParaRPr lang="en-US" sz="4500" kern="1200"/>
        </a:p>
      </dsp:txBody>
      <dsp:txXfrm>
        <a:off x="3299530" y="44033"/>
        <a:ext cx="3579988" cy="780711"/>
      </dsp:txXfrm>
    </dsp:sp>
    <dsp:sp modelId="{AC9ADD89-23BA-4737-8C9E-E9188D0A011D}">
      <dsp:nvSpPr>
        <dsp:cNvPr id="0" name=""/>
        <dsp:cNvSpPr/>
      </dsp:nvSpPr>
      <dsp:spPr>
        <a:xfrm>
          <a:off x="3257295" y="910239"/>
          <a:ext cx="3664458" cy="865181"/>
        </a:xfrm>
        <a:prstGeom prst="roundRect">
          <a:avLst/>
        </a:prstGeom>
        <a:solidFill>
          <a:schemeClr val="accent5">
            <a:hueOff val="5326129"/>
            <a:satOff val="-12960"/>
            <a:lumOff val="-3006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500" kern="1200"/>
            <a:t>Střední</a:t>
          </a:r>
          <a:endParaRPr lang="en-US" sz="4500" kern="1200"/>
        </a:p>
      </dsp:txBody>
      <dsp:txXfrm>
        <a:off x="3299530" y="952474"/>
        <a:ext cx="3579988" cy="780711"/>
      </dsp:txXfrm>
    </dsp:sp>
    <dsp:sp modelId="{C97DEAF7-5C34-4642-997D-AC305B87EC2C}">
      <dsp:nvSpPr>
        <dsp:cNvPr id="0" name=""/>
        <dsp:cNvSpPr/>
      </dsp:nvSpPr>
      <dsp:spPr>
        <a:xfrm>
          <a:off x="3257295" y="1818679"/>
          <a:ext cx="3664458" cy="865181"/>
        </a:xfrm>
        <a:prstGeom prst="roundRect">
          <a:avLst/>
        </a:prstGeom>
        <a:solidFill>
          <a:schemeClr val="accent5">
            <a:hueOff val="10652258"/>
            <a:satOff val="-25919"/>
            <a:lumOff val="-6013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500" kern="1200"/>
            <a:t>Malá</a:t>
          </a:r>
          <a:endParaRPr lang="en-US" sz="4500" kern="1200"/>
        </a:p>
      </dsp:txBody>
      <dsp:txXfrm>
        <a:off x="3299530" y="1860914"/>
        <a:ext cx="3579988" cy="780711"/>
      </dsp:txXfrm>
    </dsp:sp>
    <dsp:sp modelId="{796C1BB1-EA48-48F7-9F5A-4FD1999FF162}">
      <dsp:nvSpPr>
        <dsp:cNvPr id="0" name=""/>
        <dsp:cNvSpPr/>
      </dsp:nvSpPr>
      <dsp:spPr>
        <a:xfrm>
          <a:off x="3257295" y="2727119"/>
          <a:ext cx="3664458" cy="865181"/>
        </a:xfrm>
        <a:prstGeom prst="roundRect">
          <a:avLst/>
        </a:prstGeom>
        <a:solidFill>
          <a:schemeClr val="accent5">
            <a:hueOff val="15978386"/>
            <a:satOff val="-38879"/>
            <a:lumOff val="-9019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500" kern="1200"/>
            <a:t>Zakrslá </a:t>
          </a:r>
          <a:endParaRPr lang="en-US" sz="4500" kern="1200"/>
        </a:p>
      </dsp:txBody>
      <dsp:txXfrm>
        <a:off x="3299530" y="2769354"/>
        <a:ext cx="3579988" cy="7807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B04210-9D5F-46DB-9578-46941AF55700}" type="datetimeFigureOut">
              <a:rPr lang="cs-CZ" smtClean="0"/>
              <a:t>26.03.2023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9B6F96-0AA9-4678-9DD7-7954FB5D7FA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24136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s.wikipedia.org/w/index.php?title=Jate%C4%8Dn%C3%A1_hmotnost&amp;action=edit&amp;redlink=1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cs.wikipedia.org/w/index.php?title=%C5%BDiv%C3%A1_hmotnost&amp;action=edit&amp;redlink=1" TargetMode="External"/><Relationship Id="rId4" Type="http://schemas.openxmlformats.org/officeDocument/2006/relationships/hyperlink" Target="https://cs.wikipedia.org/wiki/Por%C3%A1%C5%BEka_zv%C3%AD%C5%99at" TargetMode="Externa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Do kterého řádu (dle taxonomického zařazení) patří králík domácí? (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zajícovci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Jaký je hlavní rozdíl mezi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zajícovci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 hlodavci? (podpůrné řezáky v horní čelisti králíků)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Z hlediska významu převládá v ČR jaký způsob chovu králíka domácího? (malochov)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 je hlavním produktem chovu králíků? (maso)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Jaké jsou vedlejší produkty chovu králíků? (kůže, vlna, laboratorní zvířata, hnůj)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Jaké znáte výhody chovu králíků? (krátký generační interval, vysoká plodnost, rychlý přírůstek)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Jaké jsou nevýhody? (Nízká možnost mechanizace, náročnost na lidskou práci)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9B6F96-0AA9-4678-9DD7-7954FB5D7FAE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67540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Velkochov králíků (též intenzivní chov)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Probíhá ve velkých tunelových </a:t>
            </a: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halách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většinou bez oken, kde je </a:t>
            </a: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možné regulovat podmínky chovného prostředí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Chovatel může ovlivnit úroveň osvětlení, teplotu, vlhkost, proudění vzduchu (pozor, králíci nesnáší průvan!)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Chovní králíci a výkrmoví brojleři se zpravidla chovají samostatně (lze i společně v jedné hale, ale není to tolik výhodné)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Turnusový systém chovu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(stejně jako u prasat či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drůběže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 – lze jej uplatňovat díky </a:t>
            </a: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společnému zapouštění samic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ve stejnou dobu – čímž získáme skupinu králíčat stejného věku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Chov probíhá v klecích, rozdělených dle kategorií. Chovní samci a samice jsou ustájeni jednotlivě, odchov a výkrm společně.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Hustota osazení klece by u brojlerových králíků neměla přesáhnout 42 kg ž. hm. / m2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9B6F96-0AA9-4678-9DD7-7954FB5D7FAE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53411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Klecové technologie – 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jednoetážové (jednopodlažní) nebo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víceetážové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(vícepodlažní)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Jednoetážové</a:t>
            </a: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–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u chovných zvířat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1800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Víceetážové</a:t>
            </a: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–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u brojlerů na výkrm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2860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Manipulační chodby mezi jednotlivými řadami klecí. Krmení i napájení bývá do určité míry automatizováno, brojlerům se krmí KKS. Podlahy jsou většinou bezstelivové – roštové podlahy, kde výkaly a moč propadávají do nepropustné podlahy se spádem – odvod moči a výkalů do sběrné jímky. Odpadají náklady na podestýlku.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2860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Samicím před porodem se do klece umisťuje budník, kde samice rodí.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 zabránění otlaků se někdy rošty pogumovávají. 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9B6F96-0AA9-4678-9DD7-7954FB5D7FAE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41932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Malochov králíků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(extenzivní chov) – V česku převládají. Králíci jsou v extenzivních chovech chováni převážně ve venkovních králíkárnách.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Venkovní králíkárny tvoří několik kotců v řadě s různým počtem pater. Díky otevřené přední stěně dochází k dobrému odvětrávání.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Nevýhoda: Nemožnost regulace podmínek prostředí – v zimě a létě může nastat teplotní stres, ovlivňující reprodukci. Též přírůstek stoupá pomaleji.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Nejčastěji se jedná o chov na podestýlce.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Podlahy bývají pevné (nejčastěji ze dřeva) a přistýlají se hoblinami, peletami nebo kvalitní slámou. Piliny nejsou vhodné, neboť dráždí oči. Stelivo pomáhá v zimě s regulací klimatu kotců. Nevýhodou je potřeba pravidelného měnění podestýlky a náklady na stelivo.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Lze využít také roštů.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9B6F96-0AA9-4678-9DD7-7954FB5D7FAE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23375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9B6F96-0AA9-4678-9DD7-7954FB5D7FAE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718259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Brojlerový králík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(výkrm): Pro výkrm jsou využíváni speciálně šlechtění králíci, kteří mají anatomické, fyziologické předpoklady umožňující intenzivní produkci.</a:t>
            </a:r>
          </a:p>
          <a:p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 ČR asi nejvíce využívaným hybridem je HYLA. Dále </a:t>
            </a:r>
            <a:r>
              <a:rPr lang="pt-BR" sz="1800" dirty="0"/>
              <a:t>HYPLUS, CUNISTAR, ZIKA, GENIA, HYLA</a:t>
            </a:r>
            <a:r>
              <a:rPr lang="cs-CZ" sz="1800" dirty="0"/>
              <a:t> – dováží se ze zahraničí (Francie, Belgie</a:t>
            </a:r>
            <a:r>
              <a:rPr lang="cs-CZ" sz="1800"/>
              <a:t>, Německo)</a:t>
            </a:r>
            <a:endParaRPr lang="cs-CZ" sz="1800" dirty="0"/>
          </a:p>
          <a:p>
            <a:r>
              <a:rPr lang="cs-CZ" sz="1800" dirty="0"/>
              <a:t>Krmení KKS, jinak nelze dosáhnout deklarovaného přírůstku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endParaRPr lang="cs-CZ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Šlechtění brojlerového králíka je zaměřeno na </a:t>
            </a: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produkční znaky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(výkrmnost, jatečná hodnota) a </a:t>
            </a: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reprodukční znaky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(počet mláďat ve vrhu). NEGATIVNÍ VZTAH MEZI PRODUKČNÍMI A REPRODUKČNÍMI VLASTNOSTMI.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Pro brojlerového králíka je typický </a:t>
            </a: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vysoký průměrný denní přírůstek, dobrá konverze krmiva a rychlé dosažení požadované porážkové hmotnosti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Co se týče reprodukce, je zde vyšší plodnost a mléčnost ramlic oproti tradičním čistokrevným plemenům.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Porážková hmotnost brojlerů je v ČR: 2,7 – 2,8 kg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kterých dosáhnou za 8-10 týdnů.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Jatečná výtěžnost je okolo 57,4 %.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b="1" dirty="0"/>
          </a:p>
          <a:p>
            <a:r>
              <a:rPr lang="cs-CZ" b="1" dirty="0"/>
              <a:t>Výkrmnost</a:t>
            </a:r>
            <a:r>
              <a:rPr lang="cs-CZ" dirty="0"/>
              <a:t>: </a:t>
            </a:r>
            <a:r>
              <a:rPr lang="cs-CZ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vyjadřuje schopnost zvířete tvořit z přijatého krmiva jatečné produkty – maso a tuk</a:t>
            </a:r>
          </a:p>
          <a:p>
            <a:r>
              <a:rPr lang="cs-CZ" b="1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Jatečná hodnota</a:t>
            </a:r>
            <a:r>
              <a:rPr lang="cs-CZ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cs-CZ" b="0" i="0" dirty="0">
                <a:solidFill>
                  <a:srgbClr val="040C28"/>
                </a:solidFill>
                <a:effectLst/>
                <a:latin typeface="Google Sans"/>
              </a:rPr>
              <a:t>udává vlastnosti zabitého zvířete a je charakterizována jatečnou výtěžností, složením jatečného těla, poměrem </a:t>
            </a:r>
            <a:r>
              <a:rPr lang="cs-CZ" b="0" i="0" dirty="0" err="1">
                <a:solidFill>
                  <a:srgbClr val="040C28"/>
                </a:solidFill>
                <a:effectLst/>
                <a:latin typeface="Google Sans"/>
              </a:rPr>
              <a:t>kosti:svaly:tuk</a:t>
            </a:r>
            <a:r>
              <a:rPr lang="cs-CZ" b="0" i="0" dirty="0">
                <a:solidFill>
                  <a:srgbClr val="040C28"/>
                </a:solidFill>
                <a:effectLst/>
                <a:latin typeface="Google Sans"/>
              </a:rPr>
              <a:t> a kvalitou masa a tuku</a:t>
            </a:r>
            <a:endParaRPr lang="cs-CZ" b="0" i="0" dirty="0">
              <a:solidFill>
                <a:srgbClr val="4D5156"/>
              </a:solidFill>
              <a:effectLst/>
              <a:latin typeface="arial" panose="020B0604020202020204" pitchFamily="34" charset="0"/>
            </a:endParaRPr>
          </a:p>
          <a:p>
            <a:r>
              <a:rPr lang="cs-CZ" b="1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Jatečná výtěžnost</a:t>
            </a:r>
            <a:r>
              <a:rPr lang="cs-CZ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je charakterizována jako „</a:t>
            </a:r>
            <a:r>
              <a:rPr lang="cs-CZ" b="0" i="0" u="none" strike="noStrike" dirty="0">
                <a:solidFill>
                  <a:srgbClr val="DD3333"/>
                </a:solidFill>
                <a:effectLst/>
                <a:latin typeface="Arial" panose="020B0604020202020204" pitchFamily="34" charset="0"/>
                <a:hlinkClick r:id="rId3" tooltip="Jatečná hmotnost (stránka neexistuje)"/>
              </a:rPr>
              <a:t>jatečná hmotnost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“ (jatečné půlky 30 min. po </a:t>
            </a:r>
            <a:r>
              <a:rPr lang="cs-CZ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4" tooltip="Porážka zvířat"/>
              </a:rPr>
              <a:t>porážce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 dělená „</a:t>
            </a:r>
            <a:r>
              <a:rPr lang="cs-CZ" b="0" i="0" u="none" strike="noStrike" dirty="0">
                <a:solidFill>
                  <a:srgbClr val="DD3333"/>
                </a:solidFill>
                <a:effectLst/>
                <a:latin typeface="Arial" panose="020B0604020202020204" pitchFamily="34" charset="0"/>
                <a:hlinkClick r:id="rId5" tooltip="Živá hmotnost (stránka neexistuje)"/>
              </a:rPr>
              <a:t>živou hmotností před porážkou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“ (vážíme zvíře před porážkou, které 12 hodin lačnilo) a vynásobená stem v procentech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9B6F96-0AA9-4678-9DD7-7954FB5D7FAE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200789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9B6F96-0AA9-4678-9DD7-7954FB5D7FAE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945554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Dělení plemen králíků lze pojmout různými způsoby – podle užitkovosti, délky srsti nebo velikosti.</a:t>
            </a:r>
          </a:p>
          <a:p>
            <a:r>
              <a:rPr lang="cs-CZ" dirty="0"/>
              <a:t>My se řídíme rozdělením plemen dle velikosti.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9B6F96-0AA9-4678-9DD7-7954FB5D7FAE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045552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Hlava je výrazná, široká, u samců mírně klabonosá. Uši jsou vzpřímené, pevné a měří minimálně 19 a více cm.</a:t>
            </a: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Lze se setkat převážně s divokým zbarvením, dále pak činčilové a železité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9B6F96-0AA9-4678-9DD7-7954FB5D7FAE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654212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Moravský modrý králík (Mm) – národní plemeno, genetický zdroj ČR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představuje populaci, kterou je nezbytné chránit a uchovat pro další generace. Chovatelé tohoto plemene mohou, za splnění podmínek, požádat prostřednictvím Českého svazu chovatelů o příspěvek na chov a rozvoj plemene.</a:t>
            </a:r>
          </a:p>
          <a:p>
            <a:pPr algn="l"/>
            <a:r>
              <a:rPr lang="cs-CZ" sz="2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Hlava je silná, robustní, široká, což platí hlavně pro samce. Hlava králic je přirozeně poněkud delší a má jemnější tvary. Uši jsou vzpřímené a měří 14,0 - 15,0 cm. </a:t>
            </a:r>
          </a:p>
          <a:p>
            <a:pPr algn="l"/>
            <a:r>
              <a:rPr lang="cs-CZ" sz="2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Srst je normální. Barva srsti je typická - světle modrá - zvláště v minulosti se používalo přirovnání k barvě oceli.</a:t>
            </a:r>
          </a:p>
          <a:p>
            <a:pPr marL="0" lvl="0" indent="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None/>
            </a:pP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Genetický </a:t>
            </a:r>
            <a:r>
              <a:rPr lang="cs-CZ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zdro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cs-CZ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ČRj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: do této kategorie spadají plemena zvířat, ale i rostliny a mikroorganismy, geneticky významné, které se vážou k historii ČR. Jejich chov je většinou dotačně podporován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9B6F96-0AA9-4678-9DD7-7954FB5D7FAE}" type="slidenum">
              <a:rPr lang="cs-CZ" smtClean="0"/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44209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Kalifornský králík 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(Kal) – velmi oblíbené plemeno, univerzální (maso a kvalitní kožešina) –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kaliforňan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je základem pro vyšlechtění výkrmových brojlerů. 4-5 kg, barva srsti není jednolitá, okrajové části jsou tmavší, ohraničené. Červené oči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lang="cs-CZ" sz="2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Tělo je zavalité, válcovitého tvaru, rovnoměrně </a:t>
            </a:r>
            <a:r>
              <a:rPr lang="cs-CZ" sz="28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osvalené</a:t>
            </a:r>
            <a:r>
              <a:rPr lang="cs-CZ" sz="2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 Hlava je výrazná, široká v čele i nose, s plnými skráněmi. Uši jsou vzpřímené, pevné a měří 10,5 - 11,5 cm. 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0" indent="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None/>
            </a:pP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9B6F96-0AA9-4678-9DD7-7954FB5D7FAE}" type="slidenum">
              <a:rPr lang="cs-CZ" smtClean="0"/>
              <a:t>17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121559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Český </a:t>
            </a:r>
            <a:r>
              <a:rPr lang="cs-CZ" sz="1800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strakáč</a:t>
            </a: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(ČS) – 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Původní české plemeno, potomek původních stájových králíků.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9067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Jemnější tělesný rámec, pravidelná strakatost na hlavě a těle. 3,4 – 4 kg, vzpřímené uši. 23 barevných variant.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0" indent="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None/>
            </a:pPr>
            <a:r>
              <a:rPr lang="cs-CZ" sz="2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Tělo je mírně zavalité, válcovitého tvaru, rovnoměrně </a:t>
            </a:r>
            <a:r>
              <a:rPr lang="cs-CZ" sz="28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osvalené</a:t>
            </a:r>
            <a:r>
              <a:rPr lang="cs-CZ" sz="2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 Postoj je polovysoký. Hlava je výrazná, kulatá, širší v čele i nose. Uši jsou vzpřímené, pevné a měří 10,0 - 11,0 cm. 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9B6F96-0AA9-4678-9DD7-7954FB5D7FAE}" type="slidenum">
              <a:rPr lang="cs-CZ" smtClean="0"/>
              <a:t>18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368102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Český luštič (ČL)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– žlutavá barva doplněná jemným pastelově modrým nádechem. 3,5 – 4,25 kg, tělo mírně zavalité, válcovitý tvar, rovnoměrné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osvalení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Hlava výrazná, kulatá, širší v čele i nose.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Hnědomodré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oči. GENOFOND ČR, plemeno záměrně vyšlechtěno, recesivní barva – použití při zjišťování čistokrevnosti jiných plemen. Plemeno uznáno roku 1959.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0" indent="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None/>
            </a:pP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9B6F96-0AA9-4678-9DD7-7954FB5D7FAE}" type="slidenum">
              <a:rPr lang="cs-CZ" smtClean="0"/>
              <a:t>20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555309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Angora (A)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– v ČR spíše ojediněle, velmi staré, ne-li nejstarší kulturní forma králíka. Plemeno náročné na chov. Angorský typ osrstěné – zisk vlny. 3,5 – 5 kg. Tělo mírně protažené, válcovitý tvar, rovnoměrně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osvalené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Výrazná hlava, široká v čele i v nose. Uši vzpřímené. Hustá dlouhá srst s vysokým podílem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podsadových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vlníků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cca 6 cm dlouhá. Několik barevných rázů, nejčastěji jsou však králíci bílí a červenoocí.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0" indent="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None/>
            </a:pP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9B6F96-0AA9-4678-9DD7-7954FB5D7FAE}" type="slidenum">
              <a:rPr lang="cs-CZ" smtClean="0"/>
              <a:t>21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076861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Holandský králík (Ho) – 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jedno z nejstarších plemen králíků, 2,5 – 3 kg, mírně zavalité tělo. Typickým znakem je kresba na hlavě, trupu a zadních končetinách.</a:t>
            </a:r>
          </a:p>
          <a:p>
            <a:pPr algn="l"/>
            <a:r>
              <a:rPr lang="cs-CZ" sz="2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Tělo je mírně zavalité, válcovitého tvaru. Hlava je široká v čele i nose. Uši jsou vzpřímené, pevné a měří 9,0 – 11,0 cm. Srst je normální. </a:t>
            </a:r>
          </a:p>
          <a:p>
            <a:pPr algn="l"/>
            <a:r>
              <a:rPr lang="cs-CZ" sz="2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Plemenným znakem je charakteristická kresba na hlavě, trupu a pánevních končetinách. Na hlavě je lícní kresba, která oválovitě pokrývá značnou část hlavy a obličeje. Na trupu je kresba zastoupena tzv. prstencem, rovnou a přesnou linií rozdělující přední bílou a zadní pigmentovanou část. Přední polovina nártu, která je bílá se nazývá manžeta. 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0" indent="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None/>
            </a:pP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9B6F96-0AA9-4678-9DD7-7954FB5D7FAE}" type="slidenum">
              <a:rPr lang="cs-CZ" smtClean="0"/>
              <a:t>22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765899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Činčila malá (</a:t>
            </a:r>
            <a:r>
              <a:rPr lang="cs-CZ" sz="1800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Čm</a:t>
            </a: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 – 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oblíbené plemeno, 2,5 – 3 kg, zavalité tělo, válcový tvar. Hlava silná, široká v čele i v nose, uši vzpřímené. Typickým znakem je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zbravení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– činčilová barva (šedomodrá), hnědé oči.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0" indent="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None/>
            </a:pP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9B6F96-0AA9-4678-9DD7-7954FB5D7FAE}" type="slidenum">
              <a:rPr lang="cs-CZ" smtClean="0"/>
              <a:t>23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047158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Zakrslý beran (ZB) 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– jedno z nejpopulárnějších zakrslých plemen chovaných v ČR. 1,5 - 1,9 kg, 28 barevných variant, včetně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strakáčů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 </a:t>
            </a: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Svěšené uši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výrazná, kulatá hlava, široký profil, klabonos.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0" indent="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None/>
            </a:pP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9B6F96-0AA9-4678-9DD7-7954FB5D7FAE}" type="slidenum">
              <a:rPr lang="cs-CZ" smtClean="0"/>
              <a:t>24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059430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Zakrslý </a:t>
            </a:r>
            <a:r>
              <a:rPr lang="cs-CZ" sz="1800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Teddy</a:t>
            </a: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cs-CZ" sz="1800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ZTd</a:t>
            </a: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 – 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moderní nové plemeno, kombinace zakrslého tělesného rámce a dlouhé srsti. V ČR chován od roku 2006. Různé barevné rázy, 1 – 1,35 kg. Zavalité tělo, tvar krátkého válce, silné přední končetiny, výrazná hlava, kulatý tvar.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lang="cs-CZ" sz="2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Srst je charakteristikou plemene. Jedná se o 5-8 cm dlouhou srst. Specificky je </a:t>
            </a:r>
            <a:r>
              <a:rPr lang="cs-CZ" sz="28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teddy</a:t>
            </a:r>
            <a:r>
              <a:rPr lang="cs-CZ" sz="2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srst charakterizována plemennými znaky – čelenkou a kompaktně dlouhou srstí. V horní polovině uší a spodních částech končetin je normální srst.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0" indent="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None/>
            </a:pP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9B6F96-0AA9-4678-9DD7-7954FB5D7FAE}" type="slidenum">
              <a:rPr lang="cs-CZ" smtClean="0"/>
              <a:t>25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453806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Jaký způsob ustájení je nejčastěji používán v intenzivních chovech? (klecový chov)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Jmenujte výhody klecového chovu králíků. (malé požadavky na prostor – více etáží, nejsou náklady na podestýlku, možnost částečné automatizace – krmení, voda)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Na jaké povětrnostní podmínky jsou králíci citliví? (průvan, nízké a vysoké teploty)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Jaké jsou nevýhody malochovů (králíkárny)? (nemožnost regulace podmínek)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Jaká znáte velká plemena králíků? (Belgický obr, Moravský modrý)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Z jakého plemene lze získat vlnu? (Angora)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Která plemena králíků se řadí do genofondu České republiky? (český luštič, český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strakáč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Jmenujte zástupce zakrslých plemen králíků. (zakrslý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Teddy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zakrslý beran)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9B6F96-0AA9-4678-9DD7-7954FB5D7FAE}" type="slidenum">
              <a:rPr lang="cs-CZ" smtClean="0"/>
              <a:t>28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4138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3/26/2023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3/26/2023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www.ifauna.cz/kralici/atla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0D912F-7694-7D79-CA7B-C5C6B9ED0E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Chov králíků II.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F383694-98A4-1B51-7359-D3C875920D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Chov zvířat</a:t>
            </a:r>
          </a:p>
          <a:p>
            <a:r>
              <a:rPr lang="cs-CZ" dirty="0"/>
              <a:t>Kamila Bulušková</a:t>
            </a:r>
          </a:p>
        </p:txBody>
      </p:sp>
    </p:spTree>
    <p:extLst>
      <p:ext uri="{BB962C8B-B14F-4D97-AF65-F5344CB8AC3E}">
        <p14:creationId xmlns:p14="http://schemas.microsoft.com/office/powerpoint/2010/main" val="334772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7520F84D-966A-41CD-B818-16BF32EF1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510D23-E323-4577-A8EA-12C6C6019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4FFECA-0832-4FE3-B587-054A0F2D80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CD5CB11-99B2-9AD5-753E-ABBD4DAA8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257" y="864911"/>
            <a:ext cx="9031484" cy="346728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000" spc="800"/>
              <a:t>Opakování látky z minulé hodiny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65858E6-5C0F-4AAE-A1AC-29BA07FFE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070707"/>
            <a:ext cx="12192000" cy="1787292"/>
          </a:xfrm>
          <a:custGeom>
            <a:avLst/>
            <a:gdLst>
              <a:gd name="connsiteX0" fmla="*/ 619389 w 12192000"/>
              <a:gd name="connsiteY0" fmla="*/ 0 h 1787292"/>
              <a:gd name="connsiteX1" fmla="*/ 687652 w 12192000"/>
              <a:gd name="connsiteY1" fmla="*/ 3175 h 1787292"/>
              <a:gd name="connsiteX2" fmla="*/ 747977 w 12192000"/>
              <a:gd name="connsiteY2" fmla="*/ 9525 h 1787292"/>
              <a:gd name="connsiteX3" fmla="*/ 800364 w 12192000"/>
              <a:gd name="connsiteY3" fmla="*/ 20637 h 1787292"/>
              <a:gd name="connsiteX4" fmla="*/ 846402 w 12192000"/>
              <a:gd name="connsiteY4" fmla="*/ 36512 h 1787292"/>
              <a:gd name="connsiteX5" fmla="*/ 887677 w 12192000"/>
              <a:gd name="connsiteY5" fmla="*/ 52387 h 1787292"/>
              <a:gd name="connsiteX6" fmla="*/ 924189 w 12192000"/>
              <a:gd name="connsiteY6" fmla="*/ 68262 h 1787292"/>
              <a:gd name="connsiteX7" fmla="*/ 962289 w 12192000"/>
              <a:gd name="connsiteY7" fmla="*/ 87312 h 1787292"/>
              <a:gd name="connsiteX8" fmla="*/ 1000389 w 12192000"/>
              <a:gd name="connsiteY8" fmla="*/ 106362 h 1787292"/>
              <a:gd name="connsiteX9" fmla="*/ 1036902 w 12192000"/>
              <a:gd name="connsiteY9" fmla="*/ 125412 h 1787292"/>
              <a:gd name="connsiteX10" fmla="*/ 1078177 w 12192000"/>
              <a:gd name="connsiteY10" fmla="*/ 141287 h 1787292"/>
              <a:gd name="connsiteX11" fmla="*/ 1124214 w 12192000"/>
              <a:gd name="connsiteY11" fmla="*/ 155575 h 1787292"/>
              <a:gd name="connsiteX12" fmla="*/ 1176602 w 12192000"/>
              <a:gd name="connsiteY12" fmla="*/ 166687 h 1787292"/>
              <a:gd name="connsiteX13" fmla="*/ 1236927 w 12192000"/>
              <a:gd name="connsiteY13" fmla="*/ 174625 h 1787292"/>
              <a:gd name="connsiteX14" fmla="*/ 1305189 w 12192000"/>
              <a:gd name="connsiteY14" fmla="*/ 176212 h 1787292"/>
              <a:gd name="connsiteX15" fmla="*/ 1373452 w 12192000"/>
              <a:gd name="connsiteY15" fmla="*/ 174625 h 1787292"/>
              <a:gd name="connsiteX16" fmla="*/ 1433777 w 12192000"/>
              <a:gd name="connsiteY16" fmla="*/ 166687 h 1787292"/>
              <a:gd name="connsiteX17" fmla="*/ 1486164 w 12192000"/>
              <a:gd name="connsiteY17" fmla="*/ 155575 h 1787292"/>
              <a:gd name="connsiteX18" fmla="*/ 1532202 w 12192000"/>
              <a:gd name="connsiteY18" fmla="*/ 141287 h 1787292"/>
              <a:gd name="connsiteX19" fmla="*/ 1573477 w 12192000"/>
              <a:gd name="connsiteY19" fmla="*/ 125412 h 1787292"/>
              <a:gd name="connsiteX20" fmla="*/ 1609989 w 12192000"/>
              <a:gd name="connsiteY20" fmla="*/ 106362 h 1787292"/>
              <a:gd name="connsiteX21" fmla="*/ 1648089 w 12192000"/>
              <a:gd name="connsiteY21" fmla="*/ 87312 h 1787292"/>
              <a:gd name="connsiteX22" fmla="*/ 1686189 w 12192000"/>
              <a:gd name="connsiteY22" fmla="*/ 68262 h 1787292"/>
              <a:gd name="connsiteX23" fmla="*/ 1722702 w 12192000"/>
              <a:gd name="connsiteY23" fmla="*/ 52387 h 1787292"/>
              <a:gd name="connsiteX24" fmla="*/ 1763977 w 12192000"/>
              <a:gd name="connsiteY24" fmla="*/ 36512 h 1787292"/>
              <a:gd name="connsiteX25" fmla="*/ 1810014 w 12192000"/>
              <a:gd name="connsiteY25" fmla="*/ 20637 h 1787292"/>
              <a:gd name="connsiteX26" fmla="*/ 1862402 w 12192000"/>
              <a:gd name="connsiteY26" fmla="*/ 9525 h 1787292"/>
              <a:gd name="connsiteX27" fmla="*/ 1922727 w 12192000"/>
              <a:gd name="connsiteY27" fmla="*/ 3175 h 1787292"/>
              <a:gd name="connsiteX28" fmla="*/ 1990989 w 12192000"/>
              <a:gd name="connsiteY28" fmla="*/ 0 h 1787292"/>
              <a:gd name="connsiteX29" fmla="*/ 2059252 w 12192000"/>
              <a:gd name="connsiteY29" fmla="*/ 3175 h 1787292"/>
              <a:gd name="connsiteX30" fmla="*/ 2119577 w 12192000"/>
              <a:gd name="connsiteY30" fmla="*/ 9525 h 1787292"/>
              <a:gd name="connsiteX31" fmla="*/ 2171964 w 12192000"/>
              <a:gd name="connsiteY31" fmla="*/ 20637 h 1787292"/>
              <a:gd name="connsiteX32" fmla="*/ 2218002 w 12192000"/>
              <a:gd name="connsiteY32" fmla="*/ 36512 h 1787292"/>
              <a:gd name="connsiteX33" fmla="*/ 2259277 w 12192000"/>
              <a:gd name="connsiteY33" fmla="*/ 52387 h 1787292"/>
              <a:gd name="connsiteX34" fmla="*/ 2295789 w 12192000"/>
              <a:gd name="connsiteY34" fmla="*/ 68262 h 1787292"/>
              <a:gd name="connsiteX35" fmla="*/ 2333889 w 12192000"/>
              <a:gd name="connsiteY35" fmla="*/ 87312 h 1787292"/>
              <a:gd name="connsiteX36" fmla="*/ 2371989 w 12192000"/>
              <a:gd name="connsiteY36" fmla="*/ 106362 h 1787292"/>
              <a:gd name="connsiteX37" fmla="*/ 2408502 w 12192000"/>
              <a:gd name="connsiteY37" fmla="*/ 125412 h 1787292"/>
              <a:gd name="connsiteX38" fmla="*/ 2449777 w 12192000"/>
              <a:gd name="connsiteY38" fmla="*/ 141287 h 1787292"/>
              <a:gd name="connsiteX39" fmla="*/ 2495814 w 12192000"/>
              <a:gd name="connsiteY39" fmla="*/ 155575 h 1787292"/>
              <a:gd name="connsiteX40" fmla="*/ 2548202 w 12192000"/>
              <a:gd name="connsiteY40" fmla="*/ 166687 h 1787292"/>
              <a:gd name="connsiteX41" fmla="*/ 2608527 w 12192000"/>
              <a:gd name="connsiteY41" fmla="*/ 174625 h 1787292"/>
              <a:gd name="connsiteX42" fmla="*/ 2676789 w 12192000"/>
              <a:gd name="connsiteY42" fmla="*/ 176212 h 1787292"/>
              <a:gd name="connsiteX43" fmla="*/ 2745052 w 12192000"/>
              <a:gd name="connsiteY43" fmla="*/ 174625 h 1787292"/>
              <a:gd name="connsiteX44" fmla="*/ 2805377 w 12192000"/>
              <a:gd name="connsiteY44" fmla="*/ 166687 h 1787292"/>
              <a:gd name="connsiteX45" fmla="*/ 2857764 w 12192000"/>
              <a:gd name="connsiteY45" fmla="*/ 155575 h 1787292"/>
              <a:gd name="connsiteX46" fmla="*/ 2903802 w 12192000"/>
              <a:gd name="connsiteY46" fmla="*/ 141287 h 1787292"/>
              <a:gd name="connsiteX47" fmla="*/ 2945077 w 12192000"/>
              <a:gd name="connsiteY47" fmla="*/ 125412 h 1787292"/>
              <a:gd name="connsiteX48" fmla="*/ 2981589 w 12192000"/>
              <a:gd name="connsiteY48" fmla="*/ 106362 h 1787292"/>
              <a:gd name="connsiteX49" fmla="*/ 3019689 w 12192000"/>
              <a:gd name="connsiteY49" fmla="*/ 87312 h 1787292"/>
              <a:gd name="connsiteX50" fmla="*/ 3057789 w 12192000"/>
              <a:gd name="connsiteY50" fmla="*/ 68262 h 1787292"/>
              <a:gd name="connsiteX51" fmla="*/ 3094302 w 12192000"/>
              <a:gd name="connsiteY51" fmla="*/ 52387 h 1787292"/>
              <a:gd name="connsiteX52" fmla="*/ 3135577 w 12192000"/>
              <a:gd name="connsiteY52" fmla="*/ 36512 h 1787292"/>
              <a:gd name="connsiteX53" fmla="*/ 3181614 w 12192000"/>
              <a:gd name="connsiteY53" fmla="*/ 20637 h 1787292"/>
              <a:gd name="connsiteX54" fmla="*/ 3234002 w 12192000"/>
              <a:gd name="connsiteY54" fmla="*/ 9525 h 1787292"/>
              <a:gd name="connsiteX55" fmla="*/ 3294327 w 12192000"/>
              <a:gd name="connsiteY55" fmla="*/ 3175 h 1787292"/>
              <a:gd name="connsiteX56" fmla="*/ 3361002 w 12192000"/>
              <a:gd name="connsiteY56" fmla="*/ 0 h 1787292"/>
              <a:gd name="connsiteX57" fmla="*/ 3430852 w 12192000"/>
              <a:gd name="connsiteY57" fmla="*/ 3175 h 1787292"/>
              <a:gd name="connsiteX58" fmla="*/ 3491177 w 12192000"/>
              <a:gd name="connsiteY58" fmla="*/ 9525 h 1787292"/>
              <a:gd name="connsiteX59" fmla="*/ 3543564 w 12192000"/>
              <a:gd name="connsiteY59" fmla="*/ 20637 h 1787292"/>
              <a:gd name="connsiteX60" fmla="*/ 3589602 w 12192000"/>
              <a:gd name="connsiteY60" fmla="*/ 36512 h 1787292"/>
              <a:gd name="connsiteX61" fmla="*/ 3630877 w 12192000"/>
              <a:gd name="connsiteY61" fmla="*/ 52387 h 1787292"/>
              <a:gd name="connsiteX62" fmla="*/ 3667389 w 12192000"/>
              <a:gd name="connsiteY62" fmla="*/ 68262 h 1787292"/>
              <a:gd name="connsiteX63" fmla="*/ 3705489 w 12192000"/>
              <a:gd name="connsiteY63" fmla="*/ 87312 h 1787292"/>
              <a:gd name="connsiteX64" fmla="*/ 3743589 w 12192000"/>
              <a:gd name="connsiteY64" fmla="*/ 106362 h 1787292"/>
              <a:gd name="connsiteX65" fmla="*/ 3780102 w 12192000"/>
              <a:gd name="connsiteY65" fmla="*/ 125412 h 1787292"/>
              <a:gd name="connsiteX66" fmla="*/ 3821377 w 12192000"/>
              <a:gd name="connsiteY66" fmla="*/ 141287 h 1787292"/>
              <a:gd name="connsiteX67" fmla="*/ 3867414 w 12192000"/>
              <a:gd name="connsiteY67" fmla="*/ 155575 h 1787292"/>
              <a:gd name="connsiteX68" fmla="*/ 3919802 w 12192000"/>
              <a:gd name="connsiteY68" fmla="*/ 166687 h 1787292"/>
              <a:gd name="connsiteX69" fmla="*/ 3980127 w 12192000"/>
              <a:gd name="connsiteY69" fmla="*/ 174625 h 1787292"/>
              <a:gd name="connsiteX70" fmla="*/ 4048389 w 12192000"/>
              <a:gd name="connsiteY70" fmla="*/ 176212 h 1787292"/>
              <a:gd name="connsiteX71" fmla="*/ 4116652 w 12192000"/>
              <a:gd name="connsiteY71" fmla="*/ 174625 h 1787292"/>
              <a:gd name="connsiteX72" fmla="*/ 4176977 w 12192000"/>
              <a:gd name="connsiteY72" fmla="*/ 166687 h 1787292"/>
              <a:gd name="connsiteX73" fmla="*/ 4229364 w 12192000"/>
              <a:gd name="connsiteY73" fmla="*/ 155575 h 1787292"/>
              <a:gd name="connsiteX74" fmla="*/ 4275402 w 12192000"/>
              <a:gd name="connsiteY74" fmla="*/ 141287 h 1787292"/>
              <a:gd name="connsiteX75" fmla="*/ 4316677 w 12192000"/>
              <a:gd name="connsiteY75" fmla="*/ 125412 h 1787292"/>
              <a:gd name="connsiteX76" fmla="*/ 4353189 w 12192000"/>
              <a:gd name="connsiteY76" fmla="*/ 106362 h 1787292"/>
              <a:gd name="connsiteX77" fmla="*/ 4429389 w 12192000"/>
              <a:gd name="connsiteY77" fmla="*/ 68262 h 1787292"/>
              <a:gd name="connsiteX78" fmla="*/ 4465902 w 12192000"/>
              <a:gd name="connsiteY78" fmla="*/ 52387 h 1787292"/>
              <a:gd name="connsiteX79" fmla="*/ 4507177 w 12192000"/>
              <a:gd name="connsiteY79" fmla="*/ 36512 h 1787292"/>
              <a:gd name="connsiteX80" fmla="*/ 4553214 w 12192000"/>
              <a:gd name="connsiteY80" fmla="*/ 20637 h 1787292"/>
              <a:gd name="connsiteX81" fmla="*/ 4605602 w 12192000"/>
              <a:gd name="connsiteY81" fmla="*/ 9525 h 1787292"/>
              <a:gd name="connsiteX82" fmla="*/ 4665928 w 12192000"/>
              <a:gd name="connsiteY82" fmla="*/ 3175 h 1787292"/>
              <a:gd name="connsiteX83" fmla="*/ 4734189 w 12192000"/>
              <a:gd name="connsiteY83" fmla="*/ 0 h 1787292"/>
              <a:gd name="connsiteX84" fmla="*/ 4802453 w 12192000"/>
              <a:gd name="connsiteY84" fmla="*/ 3175 h 1787292"/>
              <a:gd name="connsiteX85" fmla="*/ 4862777 w 12192000"/>
              <a:gd name="connsiteY85" fmla="*/ 9525 h 1787292"/>
              <a:gd name="connsiteX86" fmla="*/ 4915165 w 12192000"/>
              <a:gd name="connsiteY86" fmla="*/ 20637 h 1787292"/>
              <a:gd name="connsiteX87" fmla="*/ 4961201 w 12192000"/>
              <a:gd name="connsiteY87" fmla="*/ 36512 h 1787292"/>
              <a:gd name="connsiteX88" fmla="*/ 5002476 w 12192000"/>
              <a:gd name="connsiteY88" fmla="*/ 52387 h 1787292"/>
              <a:gd name="connsiteX89" fmla="*/ 5038989 w 12192000"/>
              <a:gd name="connsiteY89" fmla="*/ 68262 h 1787292"/>
              <a:gd name="connsiteX90" fmla="*/ 5077089 w 12192000"/>
              <a:gd name="connsiteY90" fmla="*/ 87312 h 1787292"/>
              <a:gd name="connsiteX91" fmla="*/ 5115189 w 12192000"/>
              <a:gd name="connsiteY91" fmla="*/ 106362 h 1787292"/>
              <a:gd name="connsiteX92" fmla="*/ 5151701 w 12192000"/>
              <a:gd name="connsiteY92" fmla="*/ 125412 h 1787292"/>
              <a:gd name="connsiteX93" fmla="*/ 5192976 w 12192000"/>
              <a:gd name="connsiteY93" fmla="*/ 141287 h 1787292"/>
              <a:gd name="connsiteX94" fmla="*/ 5239014 w 12192000"/>
              <a:gd name="connsiteY94" fmla="*/ 155575 h 1787292"/>
              <a:gd name="connsiteX95" fmla="*/ 5291401 w 12192000"/>
              <a:gd name="connsiteY95" fmla="*/ 166687 h 1787292"/>
              <a:gd name="connsiteX96" fmla="*/ 5351727 w 12192000"/>
              <a:gd name="connsiteY96" fmla="*/ 174625 h 1787292"/>
              <a:gd name="connsiteX97" fmla="*/ 5410199 w 12192000"/>
              <a:gd name="connsiteY97" fmla="*/ 175985 h 1787292"/>
              <a:gd name="connsiteX98" fmla="*/ 5468671 w 12192000"/>
              <a:gd name="connsiteY98" fmla="*/ 174625 h 1787292"/>
              <a:gd name="connsiteX99" fmla="*/ 5528996 w 12192000"/>
              <a:gd name="connsiteY99" fmla="*/ 166687 h 1787292"/>
              <a:gd name="connsiteX100" fmla="*/ 5581383 w 12192000"/>
              <a:gd name="connsiteY100" fmla="*/ 155575 h 1787292"/>
              <a:gd name="connsiteX101" fmla="*/ 5627421 w 12192000"/>
              <a:gd name="connsiteY101" fmla="*/ 141287 h 1787292"/>
              <a:gd name="connsiteX102" fmla="*/ 5668696 w 12192000"/>
              <a:gd name="connsiteY102" fmla="*/ 125412 h 1787292"/>
              <a:gd name="connsiteX103" fmla="*/ 5705209 w 12192000"/>
              <a:gd name="connsiteY103" fmla="*/ 106362 h 1787292"/>
              <a:gd name="connsiteX104" fmla="*/ 5743308 w 12192000"/>
              <a:gd name="connsiteY104" fmla="*/ 87312 h 1787292"/>
              <a:gd name="connsiteX105" fmla="*/ 5781408 w 12192000"/>
              <a:gd name="connsiteY105" fmla="*/ 68262 h 1787292"/>
              <a:gd name="connsiteX106" fmla="*/ 5817921 w 12192000"/>
              <a:gd name="connsiteY106" fmla="*/ 52387 h 1787292"/>
              <a:gd name="connsiteX107" fmla="*/ 5859196 w 12192000"/>
              <a:gd name="connsiteY107" fmla="*/ 36512 h 1787292"/>
              <a:gd name="connsiteX108" fmla="*/ 5905234 w 12192000"/>
              <a:gd name="connsiteY108" fmla="*/ 20637 h 1787292"/>
              <a:gd name="connsiteX109" fmla="*/ 5957621 w 12192000"/>
              <a:gd name="connsiteY109" fmla="*/ 9525 h 1787292"/>
              <a:gd name="connsiteX110" fmla="*/ 6017947 w 12192000"/>
              <a:gd name="connsiteY110" fmla="*/ 3175 h 1787292"/>
              <a:gd name="connsiteX111" fmla="*/ 6086208 w 12192000"/>
              <a:gd name="connsiteY111" fmla="*/ 0 h 1787292"/>
              <a:gd name="connsiteX112" fmla="*/ 6095999 w 12192000"/>
              <a:gd name="connsiteY112" fmla="*/ 455 h 1787292"/>
              <a:gd name="connsiteX113" fmla="*/ 6105789 w 12192000"/>
              <a:gd name="connsiteY113" fmla="*/ 0 h 1787292"/>
              <a:gd name="connsiteX114" fmla="*/ 6174052 w 12192000"/>
              <a:gd name="connsiteY114" fmla="*/ 3175 h 1787292"/>
              <a:gd name="connsiteX115" fmla="*/ 6234377 w 12192000"/>
              <a:gd name="connsiteY115" fmla="*/ 9525 h 1787292"/>
              <a:gd name="connsiteX116" fmla="*/ 6286764 w 12192000"/>
              <a:gd name="connsiteY116" fmla="*/ 20637 h 1787292"/>
              <a:gd name="connsiteX117" fmla="*/ 6332802 w 12192000"/>
              <a:gd name="connsiteY117" fmla="*/ 36512 h 1787292"/>
              <a:gd name="connsiteX118" fmla="*/ 6374077 w 12192000"/>
              <a:gd name="connsiteY118" fmla="*/ 52387 h 1787292"/>
              <a:gd name="connsiteX119" fmla="*/ 6410589 w 12192000"/>
              <a:gd name="connsiteY119" fmla="*/ 68262 h 1787292"/>
              <a:gd name="connsiteX120" fmla="*/ 6448689 w 12192000"/>
              <a:gd name="connsiteY120" fmla="*/ 87312 h 1787292"/>
              <a:gd name="connsiteX121" fmla="*/ 6486789 w 12192000"/>
              <a:gd name="connsiteY121" fmla="*/ 106362 h 1787292"/>
              <a:gd name="connsiteX122" fmla="*/ 6523302 w 12192000"/>
              <a:gd name="connsiteY122" fmla="*/ 125412 h 1787292"/>
              <a:gd name="connsiteX123" fmla="*/ 6564577 w 12192000"/>
              <a:gd name="connsiteY123" fmla="*/ 141287 h 1787292"/>
              <a:gd name="connsiteX124" fmla="*/ 6610614 w 12192000"/>
              <a:gd name="connsiteY124" fmla="*/ 155575 h 1787292"/>
              <a:gd name="connsiteX125" fmla="*/ 6663002 w 12192000"/>
              <a:gd name="connsiteY125" fmla="*/ 166687 h 1787292"/>
              <a:gd name="connsiteX126" fmla="*/ 6723327 w 12192000"/>
              <a:gd name="connsiteY126" fmla="*/ 174625 h 1787292"/>
              <a:gd name="connsiteX127" fmla="*/ 6781799 w 12192000"/>
              <a:gd name="connsiteY127" fmla="*/ 175985 h 1787292"/>
              <a:gd name="connsiteX128" fmla="*/ 6840271 w 12192000"/>
              <a:gd name="connsiteY128" fmla="*/ 174625 h 1787292"/>
              <a:gd name="connsiteX129" fmla="*/ 6900596 w 12192000"/>
              <a:gd name="connsiteY129" fmla="*/ 166687 h 1787292"/>
              <a:gd name="connsiteX130" fmla="*/ 6952983 w 12192000"/>
              <a:gd name="connsiteY130" fmla="*/ 155575 h 1787292"/>
              <a:gd name="connsiteX131" fmla="*/ 6999021 w 12192000"/>
              <a:gd name="connsiteY131" fmla="*/ 141287 h 1787292"/>
              <a:gd name="connsiteX132" fmla="*/ 7040296 w 12192000"/>
              <a:gd name="connsiteY132" fmla="*/ 125412 h 1787292"/>
              <a:gd name="connsiteX133" fmla="*/ 7076808 w 12192000"/>
              <a:gd name="connsiteY133" fmla="*/ 106362 h 1787292"/>
              <a:gd name="connsiteX134" fmla="*/ 7114908 w 12192000"/>
              <a:gd name="connsiteY134" fmla="*/ 87312 h 1787292"/>
              <a:gd name="connsiteX135" fmla="*/ 7153008 w 12192000"/>
              <a:gd name="connsiteY135" fmla="*/ 68262 h 1787292"/>
              <a:gd name="connsiteX136" fmla="*/ 7189521 w 12192000"/>
              <a:gd name="connsiteY136" fmla="*/ 52387 h 1787292"/>
              <a:gd name="connsiteX137" fmla="*/ 7230796 w 12192000"/>
              <a:gd name="connsiteY137" fmla="*/ 36512 h 1787292"/>
              <a:gd name="connsiteX138" fmla="*/ 7276833 w 12192000"/>
              <a:gd name="connsiteY138" fmla="*/ 20637 h 1787292"/>
              <a:gd name="connsiteX139" fmla="*/ 7329221 w 12192000"/>
              <a:gd name="connsiteY139" fmla="*/ 9525 h 1787292"/>
              <a:gd name="connsiteX140" fmla="*/ 7389546 w 12192000"/>
              <a:gd name="connsiteY140" fmla="*/ 3175 h 1787292"/>
              <a:gd name="connsiteX141" fmla="*/ 7457808 w 12192000"/>
              <a:gd name="connsiteY141" fmla="*/ 0 h 1787292"/>
              <a:gd name="connsiteX142" fmla="*/ 7526071 w 12192000"/>
              <a:gd name="connsiteY142" fmla="*/ 3175 h 1787292"/>
              <a:gd name="connsiteX143" fmla="*/ 7586396 w 12192000"/>
              <a:gd name="connsiteY143" fmla="*/ 9525 h 1787292"/>
              <a:gd name="connsiteX144" fmla="*/ 7638783 w 12192000"/>
              <a:gd name="connsiteY144" fmla="*/ 20637 h 1787292"/>
              <a:gd name="connsiteX145" fmla="*/ 7684821 w 12192000"/>
              <a:gd name="connsiteY145" fmla="*/ 36512 h 1787292"/>
              <a:gd name="connsiteX146" fmla="*/ 7726096 w 12192000"/>
              <a:gd name="connsiteY146" fmla="*/ 52387 h 1787292"/>
              <a:gd name="connsiteX147" fmla="*/ 7762608 w 12192000"/>
              <a:gd name="connsiteY147" fmla="*/ 68262 h 1787292"/>
              <a:gd name="connsiteX148" fmla="*/ 7800708 w 12192000"/>
              <a:gd name="connsiteY148" fmla="*/ 87312 h 1787292"/>
              <a:gd name="connsiteX149" fmla="*/ 7838808 w 12192000"/>
              <a:gd name="connsiteY149" fmla="*/ 106362 h 1787292"/>
              <a:gd name="connsiteX150" fmla="*/ 7875321 w 12192000"/>
              <a:gd name="connsiteY150" fmla="*/ 125412 h 1787292"/>
              <a:gd name="connsiteX151" fmla="*/ 7916596 w 12192000"/>
              <a:gd name="connsiteY151" fmla="*/ 141287 h 1787292"/>
              <a:gd name="connsiteX152" fmla="*/ 7962633 w 12192000"/>
              <a:gd name="connsiteY152" fmla="*/ 155575 h 1787292"/>
              <a:gd name="connsiteX153" fmla="*/ 8015021 w 12192000"/>
              <a:gd name="connsiteY153" fmla="*/ 166687 h 1787292"/>
              <a:gd name="connsiteX154" fmla="*/ 8075346 w 12192000"/>
              <a:gd name="connsiteY154" fmla="*/ 174625 h 1787292"/>
              <a:gd name="connsiteX155" fmla="*/ 8143608 w 12192000"/>
              <a:gd name="connsiteY155" fmla="*/ 176212 h 1787292"/>
              <a:gd name="connsiteX156" fmla="*/ 8211871 w 12192000"/>
              <a:gd name="connsiteY156" fmla="*/ 174625 h 1787292"/>
              <a:gd name="connsiteX157" fmla="*/ 8272196 w 12192000"/>
              <a:gd name="connsiteY157" fmla="*/ 166687 h 1787292"/>
              <a:gd name="connsiteX158" fmla="*/ 8324583 w 12192000"/>
              <a:gd name="connsiteY158" fmla="*/ 155575 h 1787292"/>
              <a:gd name="connsiteX159" fmla="*/ 8370621 w 12192000"/>
              <a:gd name="connsiteY159" fmla="*/ 141287 h 1787292"/>
              <a:gd name="connsiteX160" fmla="*/ 8411896 w 12192000"/>
              <a:gd name="connsiteY160" fmla="*/ 125412 h 1787292"/>
              <a:gd name="connsiteX161" fmla="*/ 8448408 w 12192000"/>
              <a:gd name="connsiteY161" fmla="*/ 106362 h 1787292"/>
              <a:gd name="connsiteX162" fmla="*/ 8486508 w 12192000"/>
              <a:gd name="connsiteY162" fmla="*/ 87312 h 1787292"/>
              <a:gd name="connsiteX163" fmla="*/ 8524608 w 12192000"/>
              <a:gd name="connsiteY163" fmla="*/ 68262 h 1787292"/>
              <a:gd name="connsiteX164" fmla="*/ 8561120 w 12192000"/>
              <a:gd name="connsiteY164" fmla="*/ 52387 h 1787292"/>
              <a:gd name="connsiteX165" fmla="*/ 8602396 w 12192000"/>
              <a:gd name="connsiteY165" fmla="*/ 36512 h 1787292"/>
              <a:gd name="connsiteX166" fmla="*/ 8648432 w 12192000"/>
              <a:gd name="connsiteY166" fmla="*/ 20637 h 1787292"/>
              <a:gd name="connsiteX167" fmla="*/ 8700820 w 12192000"/>
              <a:gd name="connsiteY167" fmla="*/ 9525 h 1787292"/>
              <a:gd name="connsiteX168" fmla="*/ 8761146 w 12192000"/>
              <a:gd name="connsiteY168" fmla="*/ 3175 h 1787292"/>
              <a:gd name="connsiteX169" fmla="*/ 8827820 w 12192000"/>
              <a:gd name="connsiteY169" fmla="*/ 0 h 1787292"/>
              <a:gd name="connsiteX170" fmla="*/ 8897670 w 12192000"/>
              <a:gd name="connsiteY170" fmla="*/ 3175 h 1787292"/>
              <a:gd name="connsiteX171" fmla="*/ 8957996 w 12192000"/>
              <a:gd name="connsiteY171" fmla="*/ 9525 h 1787292"/>
              <a:gd name="connsiteX172" fmla="*/ 9010382 w 12192000"/>
              <a:gd name="connsiteY172" fmla="*/ 20637 h 1787292"/>
              <a:gd name="connsiteX173" fmla="*/ 9056420 w 12192000"/>
              <a:gd name="connsiteY173" fmla="*/ 36512 h 1787292"/>
              <a:gd name="connsiteX174" fmla="*/ 9097696 w 12192000"/>
              <a:gd name="connsiteY174" fmla="*/ 52387 h 1787292"/>
              <a:gd name="connsiteX175" fmla="*/ 9134208 w 12192000"/>
              <a:gd name="connsiteY175" fmla="*/ 68262 h 1787292"/>
              <a:gd name="connsiteX176" fmla="*/ 9172308 w 12192000"/>
              <a:gd name="connsiteY176" fmla="*/ 87312 h 1787292"/>
              <a:gd name="connsiteX177" fmla="*/ 9210408 w 12192000"/>
              <a:gd name="connsiteY177" fmla="*/ 106362 h 1787292"/>
              <a:gd name="connsiteX178" fmla="*/ 9246920 w 12192000"/>
              <a:gd name="connsiteY178" fmla="*/ 125412 h 1787292"/>
              <a:gd name="connsiteX179" fmla="*/ 9288196 w 12192000"/>
              <a:gd name="connsiteY179" fmla="*/ 141287 h 1787292"/>
              <a:gd name="connsiteX180" fmla="*/ 9334232 w 12192000"/>
              <a:gd name="connsiteY180" fmla="*/ 155575 h 1787292"/>
              <a:gd name="connsiteX181" fmla="*/ 9386620 w 12192000"/>
              <a:gd name="connsiteY181" fmla="*/ 166687 h 1787292"/>
              <a:gd name="connsiteX182" fmla="*/ 9446946 w 12192000"/>
              <a:gd name="connsiteY182" fmla="*/ 174625 h 1787292"/>
              <a:gd name="connsiteX183" fmla="*/ 9515208 w 12192000"/>
              <a:gd name="connsiteY183" fmla="*/ 176212 h 1787292"/>
              <a:gd name="connsiteX184" fmla="*/ 9583470 w 12192000"/>
              <a:gd name="connsiteY184" fmla="*/ 174625 h 1787292"/>
              <a:gd name="connsiteX185" fmla="*/ 9643796 w 12192000"/>
              <a:gd name="connsiteY185" fmla="*/ 166687 h 1787292"/>
              <a:gd name="connsiteX186" fmla="*/ 9696182 w 12192000"/>
              <a:gd name="connsiteY186" fmla="*/ 155575 h 1787292"/>
              <a:gd name="connsiteX187" fmla="*/ 9742220 w 12192000"/>
              <a:gd name="connsiteY187" fmla="*/ 141287 h 1787292"/>
              <a:gd name="connsiteX188" fmla="*/ 9783496 w 12192000"/>
              <a:gd name="connsiteY188" fmla="*/ 125412 h 1787292"/>
              <a:gd name="connsiteX189" fmla="*/ 9820008 w 12192000"/>
              <a:gd name="connsiteY189" fmla="*/ 106362 h 1787292"/>
              <a:gd name="connsiteX190" fmla="*/ 9896208 w 12192000"/>
              <a:gd name="connsiteY190" fmla="*/ 68262 h 1787292"/>
              <a:gd name="connsiteX191" fmla="*/ 9932720 w 12192000"/>
              <a:gd name="connsiteY191" fmla="*/ 52387 h 1787292"/>
              <a:gd name="connsiteX192" fmla="*/ 9973996 w 12192000"/>
              <a:gd name="connsiteY192" fmla="*/ 36512 h 1787292"/>
              <a:gd name="connsiteX193" fmla="*/ 10020032 w 12192000"/>
              <a:gd name="connsiteY193" fmla="*/ 20637 h 1787292"/>
              <a:gd name="connsiteX194" fmla="*/ 10072420 w 12192000"/>
              <a:gd name="connsiteY194" fmla="*/ 9525 h 1787292"/>
              <a:gd name="connsiteX195" fmla="*/ 10132746 w 12192000"/>
              <a:gd name="connsiteY195" fmla="*/ 3175 h 1787292"/>
              <a:gd name="connsiteX196" fmla="*/ 10201008 w 12192000"/>
              <a:gd name="connsiteY196" fmla="*/ 0 h 1787292"/>
              <a:gd name="connsiteX197" fmla="*/ 10269270 w 12192000"/>
              <a:gd name="connsiteY197" fmla="*/ 3175 h 1787292"/>
              <a:gd name="connsiteX198" fmla="*/ 10329596 w 12192000"/>
              <a:gd name="connsiteY198" fmla="*/ 9525 h 1787292"/>
              <a:gd name="connsiteX199" fmla="*/ 10381982 w 12192000"/>
              <a:gd name="connsiteY199" fmla="*/ 20637 h 1787292"/>
              <a:gd name="connsiteX200" fmla="*/ 10428020 w 12192000"/>
              <a:gd name="connsiteY200" fmla="*/ 36512 h 1787292"/>
              <a:gd name="connsiteX201" fmla="*/ 10469296 w 12192000"/>
              <a:gd name="connsiteY201" fmla="*/ 52387 h 1787292"/>
              <a:gd name="connsiteX202" fmla="*/ 10505808 w 12192000"/>
              <a:gd name="connsiteY202" fmla="*/ 68262 h 1787292"/>
              <a:gd name="connsiteX203" fmla="*/ 10543908 w 12192000"/>
              <a:gd name="connsiteY203" fmla="*/ 87312 h 1787292"/>
              <a:gd name="connsiteX204" fmla="*/ 10582008 w 12192000"/>
              <a:gd name="connsiteY204" fmla="*/ 106362 h 1787292"/>
              <a:gd name="connsiteX205" fmla="*/ 10618520 w 12192000"/>
              <a:gd name="connsiteY205" fmla="*/ 125412 h 1787292"/>
              <a:gd name="connsiteX206" fmla="*/ 10659796 w 12192000"/>
              <a:gd name="connsiteY206" fmla="*/ 141287 h 1787292"/>
              <a:gd name="connsiteX207" fmla="*/ 10705832 w 12192000"/>
              <a:gd name="connsiteY207" fmla="*/ 155575 h 1787292"/>
              <a:gd name="connsiteX208" fmla="*/ 10758220 w 12192000"/>
              <a:gd name="connsiteY208" fmla="*/ 166687 h 1787292"/>
              <a:gd name="connsiteX209" fmla="*/ 10818546 w 12192000"/>
              <a:gd name="connsiteY209" fmla="*/ 174625 h 1787292"/>
              <a:gd name="connsiteX210" fmla="*/ 10886808 w 12192000"/>
              <a:gd name="connsiteY210" fmla="*/ 176212 h 1787292"/>
              <a:gd name="connsiteX211" fmla="*/ 10955070 w 12192000"/>
              <a:gd name="connsiteY211" fmla="*/ 174625 h 1787292"/>
              <a:gd name="connsiteX212" fmla="*/ 11015396 w 12192000"/>
              <a:gd name="connsiteY212" fmla="*/ 166687 h 1787292"/>
              <a:gd name="connsiteX213" fmla="*/ 11067782 w 12192000"/>
              <a:gd name="connsiteY213" fmla="*/ 155575 h 1787292"/>
              <a:gd name="connsiteX214" fmla="*/ 11113820 w 12192000"/>
              <a:gd name="connsiteY214" fmla="*/ 141287 h 1787292"/>
              <a:gd name="connsiteX215" fmla="*/ 11155096 w 12192000"/>
              <a:gd name="connsiteY215" fmla="*/ 125412 h 1787292"/>
              <a:gd name="connsiteX216" fmla="*/ 11191608 w 12192000"/>
              <a:gd name="connsiteY216" fmla="*/ 106362 h 1787292"/>
              <a:gd name="connsiteX217" fmla="*/ 11229708 w 12192000"/>
              <a:gd name="connsiteY217" fmla="*/ 87312 h 1787292"/>
              <a:gd name="connsiteX218" fmla="*/ 11267808 w 12192000"/>
              <a:gd name="connsiteY218" fmla="*/ 68262 h 1787292"/>
              <a:gd name="connsiteX219" fmla="*/ 11304320 w 12192000"/>
              <a:gd name="connsiteY219" fmla="*/ 52387 h 1787292"/>
              <a:gd name="connsiteX220" fmla="*/ 11345596 w 12192000"/>
              <a:gd name="connsiteY220" fmla="*/ 36512 h 1787292"/>
              <a:gd name="connsiteX221" fmla="*/ 11391632 w 12192000"/>
              <a:gd name="connsiteY221" fmla="*/ 20637 h 1787292"/>
              <a:gd name="connsiteX222" fmla="*/ 11444020 w 12192000"/>
              <a:gd name="connsiteY222" fmla="*/ 9525 h 1787292"/>
              <a:gd name="connsiteX223" fmla="*/ 11504346 w 12192000"/>
              <a:gd name="connsiteY223" fmla="*/ 3175 h 1787292"/>
              <a:gd name="connsiteX224" fmla="*/ 11572608 w 12192000"/>
              <a:gd name="connsiteY224" fmla="*/ 0 h 1787292"/>
              <a:gd name="connsiteX225" fmla="*/ 11640870 w 12192000"/>
              <a:gd name="connsiteY225" fmla="*/ 3175 h 1787292"/>
              <a:gd name="connsiteX226" fmla="*/ 11701196 w 12192000"/>
              <a:gd name="connsiteY226" fmla="*/ 9525 h 1787292"/>
              <a:gd name="connsiteX227" fmla="*/ 11753582 w 12192000"/>
              <a:gd name="connsiteY227" fmla="*/ 20637 h 1787292"/>
              <a:gd name="connsiteX228" fmla="*/ 11799620 w 12192000"/>
              <a:gd name="connsiteY228" fmla="*/ 36512 h 1787292"/>
              <a:gd name="connsiteX229" fmla="*/ 11840896 w 12192000"/>
              <a:gd name="connsiteY229" fmla="*/ 52387 h 1787292"/>
              <a:gd name="connsiteX230" fmla="*/ 11877408 w 12192000"/>
              <a:gd name="connsiteY230" fmla="*/ 68262 h 1787292"/>
              <a:gd name="connsiteX231" fmla="*/ 11915508 w 12192000"/>
              <a:gd name="connsiteY231" fmla="*/ 87312 h 1787292"/>
              <a:gd name="connsiteX232" fmla="*/ 11953608 w 12192000"/>
              <a:gd name="connsiteY232" fmla="*/ 106362 h 1787292"/>
              <a:gd name="connsiteX233" fmla="*/ 11990120 w 12192000"/>
              <a:gd name="connsiteY233" fmla="*/ 125412 h 1787292"/>
              <a:gd name="connsiteX234" fmla="*/ 12031396 w 12192000"/>
              <a:gd name="connsiteY234" fmla="*/ 141287 h 1787292"/>
              <a:gd name="connsiteX235" fmla="*/ 12077432 w 12192000"/>
              <a:gd name="connsiteY235" fmla="*/ 155575 h 1787292"/>
              <a:gd name="connsiteX236" fmla="*/ 12129820 w 12192000"/>
              <a:gd name="connsiteY236" fmla="*/ 166688 h 1787292"/>
              <a:gd name="connsiteX237" fmla="*/ 12190146 w 12192000"/>
              <a:gd name="connsiteY237" fmla="*/ 174625 h 1787292"/>
              <a:gd name="connsiteX238" fmla="*/ 12192000 w 12192000"/>
              <a:gd name="connsiteY238" fmla="*/ 174668 h 1787292"/>
              <a:gd name="connsiteX239" fmla="*/ 12192000 w 12192000"/>
              <a:gd name="connsiteY239" fmla="*/ 885826 h 1787292"/>
              <a:gd name="connsiteX240" fmla="*/ 12192000 w 12192000"/>
              <a:gd name="connsiteY240" fmla="*/ 1787292 h 1787292"/>
              <a:gd name="connsiteX241" fmla="*/ 0 w 12192000"/>
              <a:gd name="connsiteY241" fmla="*/ 1787292 h 1787292"/>
              <a:gd name="connsiteX242" fmla="*/ 0 w 12192000"/>
              <a:gd name="connsiteY242" fmla="*/ 885826 h 1787292"/>
              <a:gd name="connsiteX243" fmla="*/ 0 w 12192000"/>
              <a:gd name="connsiteY243" fmla="*/ 174668 h 1787292"/>
              <a:gd name="connsiteX244" fmla="*/ 1852 w 12192000"/>
              <a:gd name="connsiteY244" fmla="*/ 174625 h 1787292"/>
              <a:gd name="connsiteX245" fmla="*/ 62177 w 12192000"/>
              <a:gd name="connsiteY245" fmla="*/ 166687 h 1787292"/>
              <a:gd name="connsiteX246" fmla="*/ 114564 w 12192000"/>
              <a:gd name="connsiteY246" fmla="*/ 155575 h 1787292"/>
              <a:gd name="connsiteX247" fmla="*/ 160602 w 12192000"/>
              <a:gd name="connsiteY247" fmla="*/ 141287 h 1787292"/>
              <a:gd name="connsiteX248" fmla="*/ 201877 w 12192000"/>
              <a:gd name="connsiteY248" fmla="*/ 125412 h 1787292"/>
              <a:gd name="connsiteX249" fmla="*/ 238389 w 12192000"/>
              <a:gd name="connsiteY249" fmla="*/ 106362 h 1787292"/>
              <a:gd name="connsiteX250" fmla="*/ 276489 w 12192000"/>
              <a:gd name="connsiteY250" fmla="*/ 87312 h 1787292"/>
              <a:gd name="connsiteX251" fmla="*/ 314589 w 12192000"/>
              <a:gd name="connsiteY251" fmla="*/ 68262 h 1787292"/>
              <a:gd name="connsiteX252" fmla="*/ 351102 w 12192000"/>
              <a:gd name="connsiteY252" fmla="*/ 52387 h 1787292"/>
              <a:gd name="connsiteX253" fmla="*/ 392377 w 12192000"/>
              <a:gd name="connsiteY253" fmla="*/ 36512 h 1787292"/>
              <a:gd name="connsiteX254" fmla="*/ 438414 w 12192000"/>
              <a:gd name="connsiteY254" fmla="*/ 20637 h 1787292"/>
              <a:gd name="connsiteX255" fmla="*/ 490802 w 12192000"/>
              <a:gd name="connsiteY255" fmla="*/ 9525 h 1787292"/>
              <a:gd name="connsiteX256" fmla="*/ 551127 w 12192000"/>
              <a:gd name="connsiteY256" fmla="*/ 3175 h 1787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</a:cxnLst>
            <a:rect l="l" t="t" r="r" b="b"/>
            <a:pathLst>
              <a:path w="12192000" h="1787292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4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1" y="36512"/>
                </a:lnTo>
                <a:lnTo>
                  <a:pt x="5002476" y="52387"/>
                </a:lnTo>
                <a:lnTo>
                  <a:pt x="5038989" y="68262"/>
                </a:lnTo>
                <a:lnTo>
                  <a:pt x="5077089" y="87312"/>
                </a:lnTo>
                <a:lnTo>
                  <a:pt x="5115189" y="106362"/>
                </a:lnTo>
                <a:lnTo>
                  <a:pt x="5151701" y="125412"/>
                </a:lnTo>
                <a:lnTo>
                  <a:pt x="5192976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09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7" y="3175"/>
                </a:lnTo>
                <a:lnTo>
                  <a:pt x="6086208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2000" y="174668"/>
                </a:lnTo>
                <a:lnTo>
                  <a:pt x="12192000" y="885826"/>
                </a:lnTo>
                <a:lnTo>
                  <a:pt x="12192000" y="1787292"/>
                </a:lnTo>
                <a:lnTo>
                  <a:pt x="0" y="1787292"/>
                </a:lnTo>
                <a:lnTo>
                  <a:pt x="0" y="885826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12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9E2CC6-8C3D-7EF1-2CA0-1AF4C4F7E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 anchor="ctr">
            <a:normAutofit/>
          </a:bodyPr>
          <a:lstStyle/>
          <a:p>
            <a:r>
              <a:rPr lang="cs-CZ" dirty="0"/>
              <a:t>Způsoby chovu králíků</a:t>
            </a:r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12E34995-46F7-DAD7-3254-B625F7743C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4673921"/>
              </p:ext>
            </p:extLst>
          </p:nvPr>
        </p:nvGraphicFramePr>
        <p:xfrm>
          <a:off x="1250950" y="2286000"/>
          <a:ext cx="10179050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6383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A529132-38EC-9306-1FDE-08616C6ED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9" y="645107"/>
            <a:ext cx="3384329" cy="1640894"/>
          </a:xfrm>
        </p:spPr>
        <p:txBody>
          <a:bodyPr anchor="t">
            <a:normAutofit/>
          </a:bodyPr>
          <a:lstStyle/>
          <a:p>
            <a:r>
              <a:rPr lang="cs-CZ" sz="4000"/>
              <a:t>Velkochov králíků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09A62DD-F372-485F-ECD3-ADED2A85A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9" y="2137025"/>
            <a:ext cx="5724474" cy="440831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cs-CZ" dirty="0"/>
              <a:t>Tunelové haly</a:t>
            </a:r>
          </a:p>
          <a:p>
            <a:pPr>
              <a:lnSpc>
                <a:spcPct val="100000"/>
              </a:lnSpc>
            </a:pPr>
            <a:r>
              <a:rPr lang="cs-CZ" dirty="0"/>
              <a:t>Možnost regulace podmínek chovného prostředí</a:t>
            </a:r>
          </a:p>
          <a:p>
            <a:pPr>
              <a:lnSpc>
                <a:spcPct val="100000"/>
              </a:lnSpc>
            </a:pPr>
            <a:r>
              <a:rPr lang="cs-CZ" dirty="0"/>
              <a:t>Chovní králíci a výkrm většinou v oddělených halách</a:t>
            </a:r>
          </a:p>
          <a:p>
            <a:pPr>
              <a:lnSpc>
                <a:spcPct val="100000"/>
              </a:lnSpc>
            </a:pPr>
            <a:r>
              <a:rPr lang="cs-CZ" dirty="0"/>
              <a:t>Turnusový systém chovu – společné zapouštění samic</a:t>
            </a:r>
          </a:p>
          <a:p>
            <a:pPr>
              <a:lnSpc>
                <a:spcPct val="100000"/>
              </a:lnSpc>
            </a:pPr>
            <a:r>
              <a:rPr lang="cs-CZ" dirty="0"/>
              <a:t>Klece rozdělené dle kategorií, chovná zvířata samostatně</a:t>
            </a:r>
          </a:p>
          <a:p>
            <a:pPr marL="0" indent="0">
              <a:lnSpc>
                <a:spcPct val="100000"/>
              </a:lnSpc>
              <a:buNone/>
            </a:pPr>
            <a:endParaRPr lang="cs-CZ" dirty="0"/>
          </a:p>
          <a:p>
            <a:pPr>
              <a:lnSpc>
                <a:spcPct val="100000"/>
              </a:lnSpc>
            </a:pPr>
            <a:r>
              <a:rPr lang="cs-CZ" b="1" dirty="0"/>
              <a:t>Hustota osazení klece u brojlerových králíků je max. 42 kg/1m2</a:t>
            </a:r>
          </a:p>
          <a:p>
            <a:pPr>
              <a:lnSpc>
                <a:spcPct val="100000"/>
              </a:lnSpc>
            </a:pPr>
            <a:endParaRPr lang="cs-CZ" sz="1600" dirty="0"/>
          </a:p>
        </p:txBody>
      </p:sp>
      <p:pic>
        <p:nvPicPr>
          <p:cNvPr id="4" name="Obrázek 3" descr="Obsah obrázku budova, klec, síť, regál/nosič/stojan&#10;&#10;Popis byl vytvořen automaticky">
            <a:extLst>
              <a:ext uri="{FF2B5EF4-FFF2-40B4-BE49-F238E27FC236}">
                <a16:creationId xmlns:a16="http://schemas.microsoft.com/office/drawing/2014/main" id="{41C3A707-98BF-6021-22DD-E8DAD2996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153" y="2511968"/>
            <a:ext cx="4560847" cy="233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54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E97EE8-1250-E14A-2569-2366BAF14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Velkochov králíků – klecové technologie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8794E57-94BB-1293-F93C-9E4B5ABDA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cs-CZ" sz="2200" dirty="0"/>
              <a:t>Jednopodlažní (jedno-etážové) – převážně u chovných zvířat</a:t>
            </a:r>
          </a:p>
          <a:p>
            <a:r>
              <a:rPr lang="cs-CZ" sz="2200" dirty="0"/>
              <a:t>Vícepodlažní (</a:t>
            </a:r>
            <a:r>
              <a:rPr lang="cs-CZ" sz="2200" dirty="0" err="1"/>
              <a:t>více-etážové</a:t>
            </a:r>
            <a:r>
              <a:rPr lang="cs-CZ" sz="2200" dirty="0"/>
              <a:t>) – převážně u výkrmu</a:t>
            </a:r>
          </a:p>
          <a:p>
            <a:endParaRPr lang="cs-CZ" sz="2200" dirty="0"/>
          </a:p>
          <a:p>
            <a:r>
              <a:rPr lang="cs-CZ" sz="2200" dirty="0"/>
              <a:t>Mezi jednotlivými řadami klecí manipulační chodby</a:t>
            </a:r>
          </a:p>
          <a:p>
            <a:r>
              <a:rPr lang="cs-CZ" sz="2200" dirty="0"/>
              <a:t>Krmení a napájení do určité míry automatizováno</a:t>
            </a:r>
          </a:p>
          <a:p>
            <a:r>
              <a:rPr lang="cs-CZ" sz="2200" dirty="0"/>
              <a:t>Podlahy převážně bezstelivové</a:t>
            </a:r>
          </a:p>
          <a:p>
            <a:r>
              <a:rPr lang="cs-CZ" sz="2200" dirty="0"/>
              <a:t>Březím samicím se do klece umisťuje budník</a:t>
            </a:r>
          </a:p>
          <a:p>
            <a:r>
              <a:rPr lang="cs-CZ" sz="2200" dirty="0"/>
              <a:t>Někdy mohou být podlahy pogumované – zabránění otlakům</a:t>
            </a:r>
          </a:p>
        </p:txBody>
      </p:sp>
    </p:spTree>
    <p:extLst>
      <p:ext uri="{BB962C8B-B14F-4D97-AF65-F5344CB8AC3E}">
        <p14:creationId xmlns:p14="http://schemas.microsoft.com/office/powerpoint/2010/main" val="527405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9FBC1FA0-1C3A-4F90-B7AE-0DD17DE71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FF02D1-83B9-404A-94F8-41B0747E1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17B588-5D4D-4FAD-89EB-7E9C9480D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Králíkárny s rošty | Kralikarny,klece,jesle,napaječky,rošty,trusníky,korýtka">
            <a:extLst>
              <a:ext uri="{FF2B5EF4-FFF2-40B4-BE49-F238E27FC236}">
                <a16:creationId xmlns:a16="http://schemas.microsoft.com/office/drawing/2014/main" id="{ABC19722-8F20-49E5-95CE-E2111A58B7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1122889"/>
            <a:ext cx="5291666" cy="3968750"/>
          </a:xfrm>
          <a:prstGeom prst="rect">
            <a:avLst/>
          </a:prstGeom>
          <a:noFill/>
        </p:spPr>
      </p:pic>
      <p:pic>
        <p:nvPicPr>
          <p:cNvPr id="4" name="Obrázek 3" descr="Obsah obrázku fréza&#10;&#10;Popis byl vytvořen automaticky">
            <a:extLst>
              <a:ext uri="{FF2B5EF4-FFF2-40B4-BE49-F238E27FC236}">
                <a16:creationId xmlns:a16="http://schemas.microsoft.com/office/drawing/2014/main" id="{553D252C-85E9-8587-7496-11B05774D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6" y="1142733"/>
            <a:ext cx="5291666" cy="3929062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B2C70A5-DF47-4EDA-A3EE-9E644A2D5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5653089" y="319086"/>
            <a:ext cx="885825" cy="12192000"/>
          </a:xfrm>
          <a:custGeom>
            <a:avLst/>
            <a:gdLst>
              <a:gd name="connsiteX0" fmla="*/ 885825 w 885825"/>
              <a:gd name="connsiteY0" fmla="*/ 6098626 h 12192000"/>
              <a:gd name="connsiteX1" fmla="*/ 882650 w 885825"/>
              <a:gd name="connsiteY1" fmla="*/ 6166889 h 12192000"/>
              <a:gd name="connsiteX2" fmla="*/ 876300 w 885825"/>
              <a:gd name="connsiteY2" fmla="*/ 6227214 h 12192000"/>
              <a:gd name="connsiteX3" fmla="*/ 865188 w 885825"/>
              <a:gd name="connsiteY3" fmla="*/ 6279601 h 12192000"/>
              <a:gd name="connsiteX4" fmla="*/ 849313 w 885825"/>
              <a:gd name="connsiteY4" fmla="*/ 6325639 h 12192000"/>
              <a:gd name="connsiteX5" fmla="*/ 833438 w 885825"/>
              <a:gd name="connsiteY5" fmla="*/ 6366914 h 12192000"/>
              <a:gd name="connsiteX6" fmla="*/ 817563 w 885825"/>
              <a:gd name="connsiteY6" fmla="*/ 6403426 h 12192000"/>
              <a:gd name="connsiteX7" fmla="*/ 798513 w 885825"/>
              <a:gd name="connsiteY7" fmla="*/ 6441526 h 12192000"/>
              <a:gd name="connsiteX8" fmla="*/ 779463 w 885825"/>
              <a:gd name="connsiteY8" fmla="*/ 6479626 h 12192000"/>
              <a:gd name="connsiteX9" fmla="*/ 760413 w 885825"/>
              <a:gd name="connsiteY9" fmla="*/ 6516139 h 12192000"/>
              <a:gd name="connsiteX10" fmla="*/ 744538 w 885825"/>
              <a:gd name="connsiteY10" fmla="*/ 6557414 h 12192000"/>
              <a:gd name="connsiteX11" fmla="*/ 730250 w 885825"/>
              <a:gd name="connsiteY11" fmla="*/ 6603451 h 12192000"/>
              <a:gd name="connsiteX12" fmla="*/ 719138 w 885825"/>
              <a:gd name="connsiteY12" fmla="*/ 6655839 h 12192000"/>
              <a:gd name="connsiteX13" fmla="*/ 711200 w 885825"/>
              <a:gd name="connsiteY13" fmla="*/ 6716164 h 12192000"/>
              <a:gd name="connsiteX14" fmla="*/ 709613 w 885825"/>
              <a:gd name="connsiteY14" fmla="*/ 6784426 h 12192000"/>
              <a:gd name="connsiteX15" fmla="*/ 711200 w 885825"/>
              <a:gd name="connsiteY15" fmla="*/ 6852689 h 12192000"/>
              <a:gd name="connsiteX16" fmla="*/ 719138 w 885825"/>
              <a:gd name="connsiteY16" fmla="*/ 6913014 h 12192000"/>
              <a:gd name="connsiteX17" fmla="*/ 730250 w 885825"/>
              <a:gd name="connsiteY17" fmla="*/ 6965401 h 12192000"/>
              <a:gd name="connsiteX18" fmla="*/ 744538 w 885825"/>
              <a:gd name="connsiteY18" fmla="*/ 7011439 h 12192000"/>
              <a:gd name="connsiteX19" fmla="*/ 760413 w 885825"/>
              <a:gd name="connsiteY19" fmla="*/ 7052714 h 12192000"/>
              <a:gd name="connsiteX20" fmla="*/ 779463 w 885825"/>
              <a:gd name="connsiteY20" fmla="*/ 7089226 h 12192000"/>
              <a:gd name="connsiteX21" fmla="*/ 798513 w 885825"/>
              <a:gd name="connsiteY21" fmla="*/ 7127326 h 12192000"/>
              <a:gd name="connsiteX22" fmla="*/ 817563 w 885825"/>
              <a:gd name="connsiteY22" fmla="*/ 7165426 h 12192000"/>
              <a:gd name="connsiteX23" fmla="*/ 833438 w 885825"/>
              <a:gd name="connsiteY23" fmla="*/ 7201939 h 12192000"/>
              <a:gd name="connsiteX24" fmla="*/ 849313 w 885825"/>
              <a:gd name="connsiteY24" fmla="*/ 7243214 h 12192000"/>
              <a:gd name="connsiteX25" fmla="*/ 865188 w 885825"/>
              <a:gd name="connsiteY25" fmla="*/ 7289251 h 12192000"/>
              <a:gd name="connsiteX26" fmla="*/ 876300 w 885825"/>
              <a:gd name="connsiteY26" fmla="*/ 7341639 h 12192000"/>
              <a:gd name="connsiteX27" fmla="*/ 882650 w 885825"/>
              <a:gd name="connsiteY27" fmla="*/ 7401964 h 12192000"/>
              <a:gd name="connsiteX28" fmla="*/ 885825 w 885825"/>
              <a:gd name="connsiteY28" fmla="*/ 7470226 h 12192000"/>
              <a:gd name="connsiteX29" fmla="*/ 882650 w 885825"/>
              <a:gd name="connsiteY29" fmla="*/ 7538489 h 12192000"/>
              <a:gd name="connsiteX30" fmla="*/ 876300 w 885825"/>
              <a:gd name="connsiteY30" fmla="*/ 7598814 h 12192000"/>
              <a:gd name="connsiteX31" fmla="*/ 865188 w 885825"/>
              <a:gd name="connsiteY31" fmla="*/ 7651201 h 12192000"/>
              <a:gd name="connsiteX32" fmla="*/ 849313 w 885825"/>
              <a:gd name="connsiteY32" fmla="*/ 7697239 h 12192000"/>
              <a:gd name="connsiteX33" fmla="*/ 833438 w 885825"/>
              <a:gd name="connsiteY33" fmla="*/ 7738514 h 12192000"/>
              <a:gd name="connsiteX34" fmla="*/ 817563 w 885825"/>
              <a:gd name="connsiteY34" fmla="*/ 7775026 h 12192000"/>
              <a:gd name="connsiteX35" fmla="*/ 798513 w 885825"/>
              <a:gd name="connsiteY35" fmla="*/ 7813126 h 12192000"/>
              <a:gd name="connsiteX36" fmla="*/ 779463 w 885825"/>
              <a:gd name="connsiteY36" fmla="*/ 7851226 h 12192000"/>
              <a:gd name="connsiteX37" fmla="*/ 760413 w 885825"/>
              <a:gd name="connsiteY37" fmla="*/ 7887739 h 12192000"/>
              <a:gd name="connsiteX38" fmla="*/ 744538 w 885825"/>
              <a:gd name="connsiteY38" fmla="*/ 7929014 h 12192000"/>
              <a:gd name="connsiteX39" fmla="*/ 730250 w 885825"/>
              <a:gd name="connsiteY39" fmla="*/ 7975051 h 12192000"/>
              <a:gd name="connsiteX40" fmla="*/ 719138 w 885825"/>
              <a:gd name="connsiteY40" fmla="*/ 8027439 h 12192000"/>
              <a:gd name="connsiteX41" fmla="*/ 711200 w 885825"/>
              <a:gd name="connsiteY41" fmla="*/ 8087764 h 12192000"/>
              <a:gd name="connsiteX42" fmla="*/ 709613 w 885825"/>
              <a:gd name="connsiteY42" fmla="*/ 8156026 h 12192000"/>
              <a:gd name="connsiteX43" fmla="*/ 711200 w 885825"/>
              <a:gd name="connsiteY43" fmla="*/ 8224289 h 12192000"/>
              <a:gd name="connsiteX44" fmla="*/ 719138 w 885825"/>
              <a:gd name="connsiteY44" fmla="*/ 8284614 h 12192000"/>
              <a:gd name="connsiteX45" fmla="*/ 730250 w 885825"/>
              <a:gd name="connsiteY45" fmla="*/ 8337001 h 12192000"/>
              <a:gd name="connsiteX46" fmla="*/ 744538 w 885825"/>
              <a:gd name="connsiteY46" fmla="*/ 8383039 h 12192000"/>
              <a:gd name="connsiteX47" fmla="*/ 760413 w 885825"/>
              <a:gd name="connsiteY47" fmla="*/ 8424314 h 12192000"/>
              <a:gd name="connsiteX48" fmla="*/ 779463 w 885825"/>
              <a:gd name="connsiteY48" fmla="*/ 8460826 h 12192000"/>
              <a:gd name="connsiteX49" fmla="*/ 798513 w 885825"/>
              <a:gd name="connsiteY49" fmla="*/ 8498926 h 12192000"/>
              <a:gd name="connsiteX50" fmla="*/ 817563 w 885825"/>
              <a:gd name="connsiteY50" fmla="*/ 8537026 h 12192000"/>
              <a:gd name="connsiteX51" fmla="*/ 833438 w 885825"/>
              <a:gd name="connsiteY51" fmla="*/ 8573540 h 12192000"/>
              <a:gd name="connsiteX52" fmla="*/ 849313 w 885825"/>
              <a:gd name="connsiteY52" fmla="*/ 8614814 h 12192000"/>
              <a:gd name="connsiteX53" fmla="*/ 865188 w 885825"/>
              <a:gd name="connsiteY53" fmla="*/ 8660852 h 12192000"/>
              <a:gd name="connsiteX54" fmla="*/ 876300 w 885825"/>
              <a:gd name="connsiteY54" fmla="*/ 8713240 h 12192000"/>
              <a:gd name="connsiteX55" fmla="*/ 882650 w 885825"/>
              <a:gd name="connsiteY55" fmla="*/ 8773564 h 12192000"/>
              <a:gd name="connsiteX56" fmla="*/ 885825 w 885825"/>
              <a:gd name="connsiteY56" fmla="*/ 8840240 h 12192000"/>
              <a:gd name="connsiteX57" fmla="*/ 882650 w 885825"/>
              <a:gd name="connsiteY57" fmla="*/ 8910090 h 12192000"/>
              <a:gd name="connsiteX58" fmla="*/ 876300 w 885825"/>
              <a:gd name="connsiteY58" fmla="*/ 8970414 h 12192000"/>
              <a:gd name="connsiteX59" fmla="*/ 865188 w 885825"/>
              <a:gd name="connsiteY59" fmla="*/ 9022802 h 12192000"/>
              <a:gd name="connsiteX60" fmla="*/ 849313 w 885825"/>
              <a:gd name="connsiteY60" fmla="*/ 9068840 h 12192000"/>
              <a:gd name="connsiteX61" fmla="*/ 833438 w 885825"/>
              <a:gd name="connsiteY61" fmla="*/ 9110114 h 12192000"/>
              <a:gd name="connsiteX62" fmla="*/ 817563 w 885825"/>
              <a:gd name="connsiteY62" fmla="*/ 9146628 h 12192000"/>
              <a:gd name="connsiteX63" fmla="*/ 798513 w 885825"/>
              <a:gd name="connsiteY63" fmla="*/ 9184728 h 12192000"/>
              <a:gd name="connsiteX64" fmla="*/ 779463 w 885825"/>
              <a:gd name="connsiteY64" fmla="*/ 9222828 h 12192000"/>
              <a:gd name="connsiteX65" fmla="*/ 760413 w 885825"/>
              <a:gd name="connsiteY65" fmla="*/ 9259340 h 12192000"/>
              <a:gd name="connsiteX66" fmla="*/ 744538 w 885825"/>
              <a:gd name="connsiteY66" fmla="*/ 9300614 h 12192000"/>
              <a:gd name="connsiteX67" fmla="*/ 730250 w 885825"/>
              <a:gd name="connsiteY67" fmla="*/ 9346652 h 12192000"/>
              <a:gd name="connsiteX68" fmla="*/ 719138 w 885825"/>
              <a:gd name="connsiteY68" fmla="*/ 9399040 h 12192000"/>
              <a:gd name="connsiteX69" fmla="*/ 711200 w 885825"/>
              <a:gd name="connsiteY69" fmla="*/ 9459364 h 12192000"/>
              <a:gd name="connsiteX70" fmla="*/ 709613 w 885825"/>
              <a:gd name="connsiteY70" fmla="*/ 9527628 h 12192000"/>
              <a:gd name="connsiteX71" fmla="*/ 711200 w 885825"/>
              <a:gd name="connsiteY71" fmla="*/ 9595890 h 12192000"/>
              <a:gd name="connsiteX72" fmla="*/ 719138 w 885825"/>
              <a:gd name="connsiteY72" fmla="*/ 9656214 h 12192000"/>
              <a:gd name="connsiteX73" fmla="*/ 730250 w 885825"/>
              <a:gd name="connsiteY73" fmla="*/ 9708602 h 12192000"/>
              <a:gd name="connsiteX74" fmla="*/ 744538 w 885825"/>
              <a:gd name="connsiteY74" fmla="*/ 9754640 h 12192000"/>
              <a:gd name="connsiteX75" fmla="*/ 760413 w 885825"/>
              <a:gd name="connsiteY75" fmla="*/ 9795914 h 12192000"/>
              <a:gd name="connsiteX76" fmla="*/ 779463 w 885825"/>
              <a:gd name="connsiteY76" fmla="*/ 9832428 h 12192000"/>
              <a:gd name="connsiteX77" fmla="*/ 817563 w 885825"/>
              <a:gd name="connsiteY77" fmla="*/ 9908628 h 12192000"/>
              <a:gd name="connsiteX78" fmla="*/ 833438 w 885825"/>
              <a:gd name="connsiteY78" fmla="*/ 9945140 h 12192000"/>
              <a:gd name="connsiteX79" fmla="*/ 849313 w 885825"/>
              <a:gd name="connsiteY79" fmla="*/ 9986414 h 12192000"/>
              <a:gd name="connsiteX80" fmla="*/ 865188 w 885825"/>
              <a:gd name="connsiteY80" fmla="*/ 10032452 h 12192000"/>
              <a:gd name="connsiteX81" fmla="*/ 876300 w 885825"/>
              <a:gd name="connsiteY81" fmla="*/ 10084840 h 12192000"/>
              <a:gd name="connsiteX82" fmla="*/ 882650 w 885825"/>
              <a:gd name="connsiteY82" fmla="*/ 10145164 h 12192000"/>
              <a:gd name="connsiteX83" fmla="*/ 885825 w 885825"/>
              <a:gd name="connsiteY83" fmla="*/ 10213428 h 12192000"/>
              <a:gd name="connsiteX84" fmla="*/ 882650 w 885825"/>
              <a:gd name="connsiteY84" fmla="*/ 10281690 h 12192000"/>
              <a:gd name="connsiteX85" fmla="*/ 876300 w 885825"/>
              <a:gd name="connsiteY85" fmla="*/ 10342014 h 12192000"/>
              <a:gd name="connsiteX86" fmla="*/ 865188 w 885825"/>
              <a:gd name="connsiteY86" fmla="*/ 10394402 h 12192000"/>
              <a:gd name="connsiteX87" fmla="*/ 849313 w 885825"/>
              <a:gd name="connsiteY87" fmla="*/ 10440440 h 12192000"/>
              <a:gd name="connsiteX88" fmla="*/ 833438 w 885825"/>
              <a:gd name="connsiteY88" fmla="*/ 10481714 h 12192000"/>
              <a:gd name="connsiteX89" fmla="*/ 817563 w 885825"/>
              <a:gd name="connsiteY89" fmla="*/ 10518228 h 12192000"/>
              <a:gd name="connsiteX90" fmla="*/ 798513 w 885825"/>
              <a:gd name="connsiteY90" fmla="*/ 10556328 h 12192000"/>
              <a:gd name="connsiteX91" fmla="*/ 779463 w 885825"/>
              <a:gd name="connsiteY91" fmla="*/ 10594428 h 12192000"/>
              <a:gd name="connsiteX92" fmla="*/ 760413 w 885825"/>
              <a:gd name="connsiteY92" fmla="*/ 10630940 h 12192000"/>
              <a:gd name="connsiteX93" fmla="*/ 744538 w 885825"/>
              <a:gd name="connsiteY93" fmla="*/ 10672214 h 12192000"/>
              <a:gd name="connsiteX94" fmla="*/ 730250 w 885825"/>
              <a:gd name="connsiteY94" fmla="*/ 10718252 h 12192000"/>
              <a:gd name="connsiteX95" fmla="*/ 719138 w 885825"/>
              <a:gd name="connsiteY95" fmla="*/ 10770640 h 12192000"/>
              <a:gd name="connsiteX96" fmla="*/ 711200 w 885825"/>
              <a:gd name="connsiteY96" fmla="*/ 10830964 h 12192000"/>
              <a:gd name="connsiteX97" fmla="*/ 709613 w 885825"/>
              <a:gd name="connsiteY97" fmla="*/ 10899228 h 12192000"/>
              <a:gd name="connsiteX98" fmla="*/ 711200 w 885825"/>
              <a:gd name="connsiteY98" fmla="*/ 10967490 h 12192000"/>
              <a:gd name="connsiteX99" fmla="*/ 719138 w 885825"/>
              <a:gd name="connsiteY99" fmla="*/ 11027814 h 12192000"/>
              <a:gd name="connsiteX100" fmla="*/ 730250 w 885825"/>
              <a:gd name="connsiteY100" fmla="*/ 11080202 h 12192000"/>
              <a:gd name="connsiteX101" fmla="*/ 744538 w 885825"/>
              <a:gd name="connsiteY101" fmla="*/ 11126240 h 12192000"/>
              <a:gd name="connsiteX102" fmla="*/ 760413 w 885825"/>
              <a:gd name="connsiteY102" fmla="*/ 11167514 h 12192000"/>
              <a:gd name="connsiteX103" fmla="*/ 779463 w 885825"/>
              <a:gd name="connsiteY103" fmla="*/ 11204028 h 12192000"/>
              <a:gd name="connsiteX104" fmla="*/ 798513 w 885825"/>
              <a:gd name="connsiteY104" fmla="*/ 11242128 h 12192000"/>
              <a:gd name="connsiteX105" fmla="*/ 817563 w 885825"/>
              <a:gd name="connsiteY105" fmla="*/ 11280228 h 12192000"/>
              <a:gd name="connsiteX106" fmla="*/ 833438 w 885825"/>
              <a:gd name="connsiteY106" fmla="*/ 11316740 h 12192000"/>
              <a:gd name="connsiteX107" fmla="*/ 849313 w 885825"/>
              <a:gd name="connsiteY107" fmla="*/ 11358014 h 12192000"/>
              <a:gd name="connsiteX108" fmla="*/ 865188 w 885825"/>
              <a:gd name="connsiteY108" fmla="*/ 11404052 h 12192000"/>
              <a:gd name="connsiteX109" fmla="*/ 876300 w 885825"/>
              <a:gd name="connsiteY109" fmla="*/ 11456440 h 12192000"/>
              <a:gd name="connsiteX110" fmla="*/ 882650 w 885825"/>
              <a:gd name="connsiteY110" fmla="*/ 11516764 h 12192000"/>
              <a:gd name="connsiteX111" fmla="*/ 885825 w 885825"/>
              <a:gd name="connsiteY111" fmla="*/ 11585028 h 12192000"/>
              <a:gd name="connsiteX112" fmla="*/ 882650 w 885825"/>
              <a:gd name="connsiteY112" fmla="*/ 11653290 h 12192000"/>
              <a:gd name="connsiteX113" fmla="*/ 876300 w 885825"/>
              <a:gd name="connsiteY113" fmla="*/ 11713614 h 12192000"/>
              <a:gd name="connsiteX114" fmla="*/ 865188 w 885825"/>
              <a:gd name="connsiteY114" fmla="*/ 11766002 h 12192000"/>
              <a:gd name="connsiteX115" fmla="*/ 849313 w 885825"/>
              <a:gd name="connsiteY115" fmla="*/ 11812040 h 12192000"/>
              <a:gd name="connsiteX116" fmla="*/ 833438 w 885825"/>
              <a:gd name="connsiteY116" fmla="*/ 11853314 h 12192000"/>
              <a:gd name="connsiteX117" fmla="*/ 817563 w 885825"/>
              <a:gd name="connsiteY117" fmla="*/ 11889828 h 12192000"/>
              <a:gd name="connsiteX118" fmla="*/ 798513 w 885825"/>
              <a:gd name="connsiteY118" fmla="*/ 11927928 h 12192000"/>
              <a:gd name="connsiteX119" fmla="*/ 779463 w 885825"/>
              <a:gd name="connsiteY119" fmla="*/ 11966028 h 12192000"/>
              <a:gd name="connsiteX120" fmla="*/ 760413 w 885825"/>
              <a:gd name="connsiteY120" fmla="*/ 12002540 h 12192000"/>
              <a:gd name="connsiteX121" fmla="*/ 744538 w 885825"/>
              <a:gd name="connsiteY121" fmla="*/ 12043814 h 12192000"/>
              <a:gd name="connsiteX122" fmla="*/ 730250 w 885825"/>
              <a:gd name="connsiteY122" fmla="*/ 12089852 h 12192000"/>
              <a:gd name="connsiteX123" fmla="*/ 719138 w 885825"/>
              <a:gd name="connsiteY123" fmla="*/ 12142240 h 12192000"/>
              <a:gd name="connsiteX124" fmla="*/ 712590 w 885825"/>
              <a:gd name="connsiteY124" fmla="*/ 12192000 h 12192000"/>
              <a:gd name="connsiteX125" fmla="*/ 0 w 885825"/>
              <a:gd name="connsiteY125" fmla="*/ 12192000 h 12192000"/>
              <a:gd name="connsiteX126" fmla="*/ 0 w 885825"/>
              <a:gd name="connsiteY126" fmla="*/ 6779170 h 12192000"/>
              <a:gd name="connsiteX127" fmla="*/ 0 w 885825"/>
              <a:gd name="connsiteY127" fmla="*/ 6779170 h 12192000"/>
              <a:gd name="connsiteX128" fmla="*/ 0 w 885825"/>
              <a:gd name="connsiteY128" fmla="*/ 0 h 12192000"/>
              <a:gd name="connsiteX129" fmla="*/ 712590 w 885825"/>
              <a:gd name="connsiteY129" fmla="*/ 0 h 12192000"/>
              <a:gd name="connsiteX130" fmla="*/ 719137 w 885825"/>
              <a:gd name="connsiteY130" fmla="*/ 49758 h 12192000"/>
              <a:gd name="connsiteX131" fmla="*/ 730249 w 885825"/>
              <a:gd name="connsiteY131" fmla="*/ 102145 h 12192000"/>
              <a:gd name="connsiteX132" fmla="*/ 744537 w 885825"/>
              <a:gd name="connsiteY132" fmla="*/ 148183 h 12192000"/>
              <a:gd name="connsiteX133" fmla="*/ 760412 w 885825"/>
              <a:gd name="connsiteY133" fmla="*/ 189458 h 12192000"/>
              <a:gd name="connsiteX134" fmla="*/ 779462 w 885825"/>
              <a:gd name="connsiteY134" fmla="*/ 225970 h 12192000"/>
              <a:gd name="connsiteX135" fmla="*/ 798512 w 885825"/>
              <a:gd name="connsiteY135" fmla="*/ 264070 h 12192000"/>
              <a:gd name="connsiteX136" fmla="*/ 817562 w 885825"/>
              <a:gd name="connsiteY136" fmla="*/ 302170 h 12192000"/>
              <a:gd name="connsiteX137" fmla="*/ 833437 w 885825"/>
              <a:gd name="connsiteY137" fmla="*/ 338683 h 12192000"/>
              <a:gd name="connsiteX138" fmla="*/ 849312 w 885825"/>
              <a:gd name="connsiteY138" fmla="*/ 379958 h 12192000"/>
              <a:gd name="connsiteX139" fmla="*/ 865187 w 885825"/>
              <a:gd name="connsiteY139" fmla="*/ 425995 h 12192000"/>
              <a:gd name="connsiteX140" fmla="*/ 876299 w 885825"/>
              <a:gd name="connsiteY140" fmla="*/ 478383 h 12192000"/>
              <a:gd name="connsiteX141" fmla="*/ 882649 w 885825"/>
              <a:gd name="connsiteY141" fmla="*/ 538708 h 12192000"/>
              <a:gd name="connsiteX142" fmla="*/ 885824 w 885825"/>
              <a:gd name="connsiteY142" fmla="*/ 606970 h 12192000"/>
              <a:gd name="connsiteX143" fmla="*/ 882649 w 885825"/>
              <a:gd name="connsiteY143" fmla="*/ 675233 h 12192000"/>
              <a:gd name="connsiteX144" fmla="*/ 876299 w 885825"/>
              <a:gd name="connsiteY144" fmla="*/ 735558 h 12192000"/>
              <a:gd name="connsiteX145" fmla="*/ 865187 w 885825"/>
              <a:gd name="connsiteY145" fmla="*/ 787945 h 12192000"/>
              <a:gd name="connsiteX146" fmla="*/ 849312 w 885825"/>
              <a:gd name="connsiteY146" fmla="*/ 833983 h 12192000"/>
              <a:gd name="connsiteX147" fmla="*/ 833437 w 885825"/>
              <a:gd name="connsiteY147" fmla="*/ 875258 h 12192000"/>
              <a:gd name="connsiteX148" fmla="*/ 817562 w 885825"/>
              <a:gd name="connsiteY148" fmla="*/ 911770 h 12192000"/>
              <a:gd name="connsiteX149" fmla="*/ 798512 w 885825"/>
              <a:gd name="connsiteY149" fmla="*/ 949870 h 12192000"/>
              <a:gd name="connsiteX150" fmla="*/ 779462 w 885825"/>
              <a:gd name="connsiteY150" fmla="*/ 987970 h 12192000"/>
              <a:gd name="connsiteX151" fmla="*/ 760412 w 885825"/>
              <a:gd name="connsiteY151" fmla="*/ 1024483 h 12192000"/>
              <a:gd name="connsiteX152" fmla="*/ 744537 w 885825"/>
              <a:gd name="connsiteY152" fmla="*/ 1065758 h 12192000"/>
              <a:gd name="connsiteX153" fmla="*/ 730249 w 885825"/>
              <a:gd name="connsiteY153" fmla="*/ 1111795 h 12192000"/>
              <a:gd name="connsiteX154" fmla="*/ 719137 w 885825"/>
              <a:gd name="connsiteY154" fmla="*/ 1164183 h 12192000"/>
              <a:gd name="connsiteX155" fmla="*/ 711199 w 885825"/>
              <a:gd name="connsiteY155" fmla="*/ 1224508 h 12192000"/>
              <a:gd name="connsiteX156" fmla="*/ 709612 w 885825"/>
              <a:gd name="connsiteY156" fmla="*/ 1292770 h 12192000"/>
              <a:gd name="connsiteX157" fmla="*/ 711199 w 885825"/>
              <a:gd name="connsiteY157" fmla="*/ 1361033 h 12192000"/>
              <a:gd name="connsiteX158" fmla="*/ 719137 w 885825"/>
              <a:gd name="connsiteY158" fmla="*/ 1421358 h 12192000"/>
              <a:gd name="connsiteX159" fmla="*/ 730249 w 885825"/>
              <a:gd name="connsiteY159" fmla="*/ 1473745 h 12192000"/>
              <a:gd name="connsiteX160" fmla="*/ 744537 w 885825"/>
              <a:gd name="connsiteY160" fmla="*/ 1519783 h 12192000"/>
              <a:gd name="connsiteX161" fmla="*/ 760412 w 885825"/>
              <a:gd name="connsiteY161" fmla="*/ 1561058 h 12192000"/>
              <a:gd name="connsiteX162" fmla="*/ 779462 w 885825"/>
              <a:gd name="connsiteY162" fmla="*/ 1597570 h 12192000"/>
              <a:gd name="connsiteX163" fmla="*/ 798512 w 885825"/>
              <a:gd name="connsiteY163" fmla="*/ 1635670 h 12192000"/>
              <a:gd name="connsiteX164" fmla="*/ 817562 w 885825"/>
              <a:gd name="connsiteY164" fmla="*/ 1673770 h 12192000"/>
              <a:gd name="connsiteX165" fmla="*/ 833437 w 885825"/>
              <a:gd name="connsiteY165" fmla="*/ 1710283 h 12192000"/>
              <a:gd name="connsiteX166" fmla="*/ 849312 w 885825"/>
              <a:gd name="connsiteY166" fmla="*/ 1751558 h 12192000"/>
              <a:gd name="connsiteX167" fmla="*/ 865187 w 885825"/>
              <a:gd name="connsiteY167" fmla="*/ 1797595 h 12192000"/>
              <a:gd name="connsiteX168" fmla="*/ 876299 w 885825"/>
              <a:gd name="connsiteY168" fmla="*/ 1849983 h 12192000"/>
              <a:gd name="connsiteX169" fmla="*/ 882649 w 885825"/>
              <a:gd name="connsiteY169" fmla="*/ 1910308 h 12192000"/>
              <a:gd name="connsiteX170" fmla="*/ 885824 w 885825"/>
              <a:gd name="connsiteY170" fmla="*/ 1978570 h 12192000"/>
              <a:gd name="connsiteX171" fmla="*/ 882649 w 885825"/>
              <a:gd name="connsiteY171" fmla="*/ 2046833 h 12192000"/>
              <a:gd name="connsiteX172" fmla="*/ 876299 w 885825"/>
              <a:gd name="connsiteY172" fmla="*/ 2107158 h 12192000"/>
              <a:gd name="connsiteX173" fmla="*/ 865187 w 885825"/>
              <a:gd name="connsiteY173" fmla="*/ 2159545 h 12192000"/>
              <a:gd name="connsiteX174" fmla="*/ 849312 w 885825"/>
              <a:gd name="connsiteY174" fmla="*/ 2205583 h 12192000"/>
              <a:gd name="connsiteX175" fmla="*/ 833437 w 885825"/>
              <a:gd name="connsiteY175" fmla="*/ 2246858 h 12192000"/>
              <a:gd name="connsiteX176" fmla="*/ 817562 w 885825"/>
              <a:gd name="connsiteY176" fmla="*/ 2283370 h 12192000"/>
              <a:gd name="connsiteX177" fmla="*/ 798512 w 885825"/>
              <a:gd name="connsiteY177" fmla="*/ 2321470 h 12192000"/>
              <a:gd name="connsiteX178" fmla="*/ 779462 w 885825"/>
              <a:gd name="connsiteY178" fmla="*/ 2359570 h 12192000"/>
              <a:gd name="connsiteX179" fmla="*/ 760412 w 885825"/>
              <a:gd name="connsiteY179" fmla="*/ 2396083 h 12192000"/>
              <a:gd name="connsiteX180" fmla="*/ 744537 w 885825"/>
              <a:gd name="connsiteY180" fmla="*/ 2437358 h 12192000"/>
              <a:gd name="connsiteX181" fmla="*/ 730249 w 885825"/>
              <a:gd name="connsiteY181" fmla="*/ 2483395 h 12192000"/>
              <a:gd name="connsiteX182" fmla="*/ 719137 w 885825"/>
              <a:gd name="connsiteY182" fmla="*/ 2535782 h 12192000"/>
              <a:gd name="connsiteX183" fmla="*/ 711199 w 885825"/>
              <a:gd name="connsiteY183" fmla="*/ 2596108 h 12192000"/>
              <a:gd name="connsiteX184" fmla="*/ 709612 w 885825"/>
              <a:gd name="connsiteY184" fmla="*/ 2664370 h 12192000"/>
              <a:gd name="connsiteX185" fmla="*/ 711199 w 885825"/>
              <a:gd name="connsiteY185" fmla="*/ 2732633 h 12192000"/>
              <a:gd name="connsiteX186" fmla="*/ 719137 w 885825"/>
              <a:gd name="connsiteY186" fmla="*/ 2792958 h 12192000"/>
              <a:gd name="connsiteX187" fmla="*/ 730249 w 885825"/>
              <a:gd name="connsiteY187" fmla="*/ 2845345 h 12192000"/>
              <a:gd name="connsiteX188" fmla="*/ 744537 w 885825"/>
              <a:gd name="connsiteY188" fmla="*/ 2891383 h 12192000"/>
              <a:gd name="connsiteX189" fmla="*/ 760412 w 885825"/>
              <a:gd name="connsiteY189" fmla="*/ 2932658 h 12192000"/>
              <a:gd name="connsiteX190" fmla="*/ 779462 w 885825"/>
              <a:gd name="connsiteY190" fmla="*/ 2969170 h 12192000"/>
              <a:gd name="connsiteX191" fmla="*/ 798512 w 885825"/>
              <a:gd name="connsiteY191" fmla="*/ 3007270 h 12192000"/>
              <a:gd name="connsiteX192" fmla="*/ 817562 w 885825"/>
              <a:gd name="connsiteY192" fmla="*/ 3045370 h 12192000"/>
              <a:gd name="connsiteX193" fmla="*/ 833437 w 885825"/>
              <a:gd name="connsiteY193" fmla="*/ 3081883 h 12192000"/>
              <a:gd name="connsiteX194" fmla="*/ 849312 w 885825"/>
              <a:gd name="connsiteY194" fmla="*/ 3123158 h 12192000"/>
              <a:gd name="connsiteX195" fmla="*/ 865187 w 885825"/>
              <a:gd name="connsiteY195" fmla="*/ 3169195 h 12192000"/>
              <a:gd name="connsiteX196" fmla="*/ 876299 w 885825"/>
              <a:gd name="connsiteY196" fmla="*/ 3221583 h 12192000"/>
              <a:gd name="connsiteX197" fmla="*/ 882649 w 885825"/>
              <a:gd name="connsiteY197" fmla="*/ 3281908 h 12192000"/>
              <a:gd name="connsiteX198" fmla="*/ 885824 w 885825"/>
              <a:gd name="connsiteY198" fmla="*/ 3348582 h 12192000"/>
              <a:gd name="connsiteX199" fmla="*/ 882649 w 885825"/>
              <a:gd name="connsiteY199" fmla="*/ 3418433 h 12192000"/>
              <a:gd name="connsiteX200" fmla="*/ 876299 w 885825"/>
              <a:gd name="connsiteY200" fmla="*/ 3478758 h 12192000"/>
              <a:gd name="connsiteX201" fmla="*/ 865187 w 885825"/>
              <a:gd name="connsiteY201" fmla="*/ 3531145 h 12192000"/>
              <a:gd name="connsiteX202" fmla="*/ 849312 w 885825"/>
              <a:gd name="connsiteY202" fmla="*/ 3577183 h 12192000"/>
              <a:gd name="connsiteX203" fmla="*/ 833437 w 885825"/>
              <a:gd name="connsiteY203" fmla="*/ 3618458 h 12192000"/>
              <a:gd name="connsiteX204" fmla="*/ 817562 w 885825"/>
              <a:gd name="connsiteY204" fmla="*/ 3654970 h 12192000"/>
              <a:gd name="connsiteX205" fmla="*/ 798512 w 885825"/>
              <a:gd name="connsiteY205" fmla="*/ 3693070 h 12192000"/>
              <a:gd name="connsiteX206" fmla="*/ 779462 w 885825"/>
              <a:gd name="connsiteY206" fmla="*/ 3731170 h 12192000"/>
              <a:gd name="connsiteX207" fmla="*/ 760412 w 885825"/>
              <a:gd name="connsiteY207" fmla="*/ 3767683 h 12192000"/>
              <a:gd name="connsiteX208" fmla="*/ 744537 w 885825"/>
              <a:gd name="connsiteY208" fmla="*/ 3808958 h 12192000"/>
              <a:gd name="connsiteX209" fmla="*/ 730249 w 885825"/>
              <a:gd name="connsiteY209" fmla="*/ 3854995 h 12192000"/>
              <a:gd name="connsiteX210" fmla="*/ 719137 w 885825"/>
              <a:gd name="connsiteY210" fmla="*/ 3907383 h 12192000"/>
              <a:gd name="connsiteX211" fmla="*/ 711199 w 885825"/>
              <a:gd name="connsiteY211" fmla="*/ 3967708 h 12192000"/>
              <a:gd name="connsiteX212" fmla="*/ 709612 w 885825"/>
              <a:gd name="connsiteY212" fmla="*/ 4035970 h 12192000"/>
              <a:gd name="connsiteX213" fmla="*/ 711199 w 885825"/>
              <a:gd name="connsiteY213" fmla="*/ 4104233 h 12192000"/>
              <a:gd name="connsiteX214" fmla="*/ 719137 w 885825"/>
              <a:gd name="connsiteY214" fmla="*/ 4164557 h 12192000"/>
              <a:gd name="connsiteX215" fmla="*/ 730249 w 885825"/>
              <a:gd name="connsiteY215" fmla="*/ 4216946 h 12192000"/>
              <a:gd name="connsiteX216" fmla="*/ 744537 w 885825"/>
              <a:gd name="connsiteY216" fmla="*/ 4262982 h 12192000"/>
              <a:gd name="connsiteX217" fmla="*/ 760412 w 885825"/>
              <a:gd name="connsiteY217" fmla="*/ 4304258 h 12192000"/>
              <a:gd name="connsiteX218" fmla="*/ 779462 w 885825"/>
              <a:gd name="connsiteY218" fmla="*/ 4340770 h 12192000"/>
              <a:gd name="connsiteX219" fmla="*/ 817562 w 885825"/>
              <a:gd name="connsiteY219" fmla="*/ 4416970 h 12192000"/>
              <a:gd name="connsiteX220" fmla="*/ 833437 w 885825"/>
              <a:gd name="connsiteY220" fmla="*/ 4453483 h 12192000"/>
              <a:gd name="connsiteX221" fmla="*/ 849312 w 885825"/>
              <a:gd name="connsiteY221" fmla="*/ 4494758 h 12192000"/>
              <a:gd name="connsiteX222" fmla="*/ 865187 w 885825"/>
              <a:gd name="connsiteY222" fmla="*/ 4540795 h 12192000"/>
              <a:gd name="connsiteX223" fmla="*/ 876299 w 885825"/>
              <a:gd name="connsiteY223" fmla="*/ 4593183 h 12192000"/>
              <a:gd name="connsiteX224" fmla="*/ 882649 w 885825"/>
              <a:gd name="connsiteY224" fmla="*/ 4653508 h 12192000"/>
              <a:gd name="connsiteX225" fmla="*/ 885824 w 885825"/>
              <a:gd name="connsiteY225" fmla="*/ 4721770 h 12192000"/>
              <a:gd name="connsiteX226" fmla="*/ 882649 w 885825"/>
              <a:gd name="connsiteY226" fmla="*/ 4790033 h 12192000"/>
              <a:gd name="connsiteX227" fmla="*/ 876299 w 885825"/>
              <a:gd name="connsiteY227" fmla="*/ 4850357 h 12192000"/>
              <a:gd name="connsiteX228" fmla="*/ 865187 w 885825"/>
              <a:gd name="connsiteY228" fmla="*/ 4902746 h 12192000"/>
              <a:gd name="connsiteX229" fmla="*/ 849312 w 885825"/>
              <a:gd name="connsiteY229" fmla="*/ 4948782 h 12192000"/>
              <a:gd name="connsiteX230" fmla="*/ 833437 w 885825"/>
              <a:gd name="connsiteY230" fmla="*/ 4990057 h 12192000"/>
              <a:gd name="connsiteX231" fmla="*/ 817562 w 885825"/>
              <a:gd name="connsiteY231" fmla="*/ 5026570 h 12192000"/>
              <a:gd name="connsiteX232" fmla="*/ 798512 w 885825"/>
              <a:gd name="connsiteY232" fmla="*/ 5064670 h 12192000"/>
              <a:gd name="connsiteX233" fmla="*/ 779462 w 885825"/>
              <a:gd name="connsiteY233" fmla="*/ 5102770 h 12192000"/>
              <a:gd name="connsiteX234" fmla="*/ 760412 w 885825"/>
              <a:gd name="connsiteY234" fmla="*/ 5139283 h 12192000"/>
              <a:gd name="connsiteX235" fmla="*/ 744537 w 885825"/>
              <a:gd name="connsiteY235" fmla="*/ 5180558 h 12192000"/>
              <a:gd name="connsiteX236" fmla="*/ 730249 w 885825"/>
              <a:gd name="connsiteY236" fmla="*/ 5226595 h 12192000"/>
              <a:gd name="connsiteX237" fmla="*/ 719137 w 885825"/>
              <a:gd name="connsiteY237" fmla="*/ 5278983 h 12192000"/>
              <a:gd name="connsiteX238" fmla="*/ 711199 w 885825"/>
              <a:gd name="connsiteY238" fmla="*/ 5339307 h 12192000"/>
              <a:gd name="connsiteX239" fmla="*/ 709612 w 885825"/>
              <a:gd name="connsiteY239" fmla="*/ 5407570 h 12192000"/>
              <a:gd name="connsiteX240" fmla="*/ 711199 w 885825"/>
              <a:gd name="connsiteY240" fmla="*/ 5475833 h 12192000"/>
              <a:gd name="connsiteX241" fmla="*/ 719137 w 885825"/>
              <a:gd name="connsiteY241" fmla="*/ 5536158 h 12192000"/>
              <a:gd name="connsiteX242" fmla="*/ 730249 w 885825"/>
              <a:gd name="connsiteY242" fmla="*/ 5588545 h 12192000"/>
              <a:gd name="connsiteX243" fmla="*/ 744537 w 885825"/>
              <a:gd name="connsiteY243" fmla="*/ 5634583 h 12192000"/>
              <a:gd name="connsiteX244" fmla="*/ 760412 w 885825"/>
              <a:gd name="connsiteY244" fmla="*/ 5675858 h 12192000"/>
              <a:gd name="connsiteX245" fmla="*/ 779462 w 885825"/>
              <a:gd name="connsiteY245" fmla="*/ 5712371 h 12192000"/>
              <a:gd name="connsiteX246" fmla="*/ 798512 w 885825"/>
              <a:gd name="connsiteY246" fmla="*/ 5750471 h 12192000"/>
              <a:gd name="connsiteX247" fmla="*/ 817562 w 885825"/>
              <a:gd name="connsiteY247" fmla="*/ 5788571 h 12192000"/>
              <a:gd name="connsiteX248" fmla="*/ 833437 w 885825"/>
              <a:gd name="connsiteY248" fmla="*/ 5825083 h 12192000"/>
              <a:gd name="connsiteX249" fmla="*/ 849312 w 885825"/>
              <a:gd name="connsiteY249" fmla="*/ 5866358 h 12192000"/>
              <a:gd name="connsiteX250" fmla="*/ 865187 w 885825"/>
              <a:gd name="connsiteY250" fmla="*/ 5912395 h 12192000"/>
              <a:gd name="connsiteX251" fmla="*/ 876299 w 885825"/>
              <a:gd name="connsiteY251" fmla="*/ 5964783 h 12192000"/>
              <a:gd name="connsiteX252" fmla="*/ 882649 w 885825"/>
              <a:gd name="connsiteY252" fmla="*/ 6025108 h 12192000"/>
              <a:gd name="connsiteX253" fmla="*/ 885824 w 885825"/>
              <a:gd name="connsiteY253" fmla="*/ 6093370 h 12192000"/>
              <a:gd name="connsiteX254" fmla="*/ 885703 w 885825"/>
              <a:gd name="connsiteY254" fmla="*/ 6095988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</a:cxnLst>
            <a:rect l="l" t="t" r="r" b="b"/>
            <a:pathLst>
              <a:path w="885825" h="12192000">
                <a:moveTo>
                  <a:pt x="885825" y="6098626"/>
                </a:moveTo>
                <a:lnTo>
                  <a:pt x="882650" y="6166889"/>
                </a:lnTo>
                <a:lnTo>
                  <a:pt x="876300" y="6227214"/>
                </a:lnTo>
                <a:lnTo>
                  <a:pt x="865188" y="6279601"/>
                </a:lnTo>
                <a:lnTo>
                  <a:pt x="849313" y="6325639"/>
                </a:lnTo>
                <a:lnTo>
                  <a:pt x="833438" y="6366914"/>
                </a:lnTo>
                <a:lnTo>
                  <a:pt x="817563" y="6403426"/>
                </a:lnTo>
                <a:lnTo>
                  <a:pt x="798513" y="6441526"/>
                </a:lnTo>
                <a:lnTo>
                  <a:pt x="779463" y="6479626"/>
                </a:lnTo>
                <a:lnTo>
                  <a:pt x="760413" y="6516139"/>
                </a:lnTo>
                <a:lnTo>
                  <a:pt x="744538" y="6557414"/>
                </a:lnTo>
                <a:lnTo>
                  <a:pt x="730250" y="6603451"/>
                </a:lnTo>
                <a:lnTo>
                  <a:pt x="719138" y="6655839"/>
                </a:lnTo>
                <a:lnTo>
                  <a:pt x="711200" y="6716164"/>
                </a:lnTo>
                <a:lnTo>
                  <a:pt x="709613" y="6784426"/>
                </a:lnTo>
                <a:lnTo>
                  <a:pt x="711200" y="6852689"/>
                </a:lnTo>
                <a:lnTo>
                  <a:pt x="719138" y="6913014"/>
                </a:lnTo>
                <a:lnTo>
                  <a:pt x="730250" y="6965401"/>
                </a:lnTo>
                <a:lnTo>
                  <a:pt x="744538" y="7011439"/>
                </a:lnTo>
                <a:lnTo>
                  <a:pt x="760413" y="7052714"/>
                </a:lnTo>
                <a:lnTo>
                  <a:pt x="779463" y="7089226"/>
                </a:lnTo>
                <a:lnTo>
                  <a:pt x="798513" y="7127326"/>
                </a:lnTo>
                <a:lnTo>
                  <a:pt x="817563" y="7165426"/>
                </a:lnTo>
                <a:lnTo>
                  <a:pt x="833438" y="7201939"/>
                </a:lnTo>
                <a:lnTo>
                  <a:pt x="849313" y="7243214"/>
                </a:lnTo>
                <a:lnTo>
                  <a:pt x="865188" y="7289251"/>
                </a:lnTo>
                <a:lnTo>
                  <a:pt x="876300" y="7341639"/>
                </a:lnTo>
                <a:lnTo>
                  <a:pt x="882650" y="7401964"/>
                </a:lnTo>
                <a:lnTo>
                  <a:pt x="885825" y="7470226"/>
                </a:lnTo>
                <a:lnTo>
                  <a:pt x="882650" y="7538489"/>
                </a:lnTo>
                <a:lnTo>
                  <a:pt x="876300" y="7598814"/>
                </a:lnTo>
                <a:lnTo>
                  <a:pt x="865188" y="7651201"/>
                </a:lnTo>
                <a:lnTo>
                  <a:pt x="849313" y="7697239"/>
                </a:lnTo>
                <a:lnTo>
                  <a:pt x="833438" y="7738514"/>
                </a:lnTo>
                <a:lnTo>
                  <a:pt x="817563" y="7775026"/>
                </a:lnTo>
                <a:lnTo>
                  <a:pt x="798513" y="7813126"/>
                </a:lnTo>
                <a:lnTo>
                  <a:pt x="779463" y="7851226"/>
                </a:lnTo>
                <a:lnTo>
                  <a:pt x="760413" y="7887739"/>
                </a:lnTo>
                <a:lnTo>
                  <a:pt x="744538" y="7929014"/>
                </a:lnTo>
                <a:lnTo>
                  <a:pt x="730250" y="7975051"/>
                </a:lnTo>
                <a:lnTo>
                  <a:pt x="719138" y="8027439"/>
                </a:lnTo>
                <a:lnTo>
                  <a:pt x="711200" y="8087764"/>
                </a:lnTo>
                <a:lnTo>
                  <a:pt x="709613" y="8156026"/>
                </a:lnTo>
                <a:lnTo>
                  <a:pt x="711200" y="8224289"/>
                </a:lnTo>
                <a:lnTo>
                  <a:pt x="719138" y="8284614"/>
                </a:lnTo>
                <a:lnTo>
                  <a:pt x="730250" y="8337001"/>
                </a:lnTo>
                <a:lnTo>
                  <a:pt x="744538" y="8383039"/>
                </a:lnTo>
                <a:lnTo>
                  <a:pt x="760413" y="8424314"/>
                </a:lnTo>
                <a:lnTo>
                  <a:pt x="779463" y="8460826"/>
                </a:lnTo>
                <a:lnTo>
                  <a:pt x="798513" y="8498926"/>
                </a:lnTo>
                <a:lnTo>
                  <a:pt x="817563" y="8537026"/>
                </a:lnTo>
                <a:lnTo>
                  <a:pt x="833438" y="8573540"/>
                </a:lnTo>
                <a:lnTo>
                  <a:pt x="849313" y="8614814"/>
                </a:lnTo>
                <a:lnTo>
                  <a:pt x="865188" y="8660852"/>
                </a:lnTo>
                <a:lnTo>
                  <a:pt x="876300" y="8713240"/>
                </a:lnTo>
                <a:lnTo>
                  <a:pt x="882650" y="8773564"/>
                </a:lnTo>
                <a:lnTo>
                  <a:pt x="885825" y="8840240"/>
                </a:lnTo>
                <a:lnTo>
                  <a:pt x="882650" y="8910090"/>
                </a:lnTo>
                <a:lnTo>
                  <a:pt x="876300" y="8970414"/>
                </a:lnTo>
                <a:lnTo>
                  <a:pt x="865188" y="9022802"/>
                </a:lnTo>
                <a:lnTo>
                  <a:pt x="849313" y="9068840"/>
                </a:lnTo>
                <a:lnTo>
                  <a:pt x="833438" y="9110114"/>
                </a:lnTo>
                <a:lnTo>
                  <a:pt x="817563" y="9146628"/>
                </a:lnTo>
                <a:lnTo>
                  <a:pt x="798513" y="9184728"/>
                </a:lnTo>
                <a:lnTo>
                  <a:pt x="779463" y="9222828"/>
                </a:lnTo>
                <a:lnTo>
                  <a:pt x="760413" y="9259340"/>
                </a:lnTo>
                <a:lnTo>
                  <a:pt x="744538" y="9300614"/>
                </a:lnTo>
                <a:lnTo>
                  <a:pt x="730250" y="9346652"/>
                </a:lnTo>
                <a:lnTo>
                  <a:pt x="719138" y="9399040"/>
                </a:lnTo>
                <a:lnTo>
                  <a:pt x="711200" y="9459364"/>
                </a:lnTo>
                <a:lnTo>
                  <a:pt x="709613" y="9527628"/>
                </a:lnTo>
                <a:lnTo>
                  <a:pt x="711200" y="9595890"/>
                </a:lnTo>
                <a:lnTo>
                  <a:pt x="719138" y="9656214"/>
                </a:lnTo>
                <a:lnTo>
                  <a:pt x="730250" y="9708602"/>
                </a:lnTo>
                <a:lnTo>
                  <a:pt x="744538" y="9754640"/>
                </a:lnTo>
                <a:lnTo>
                  <a:pt x="760413" y="9795914"/>
                </a:lnTo>
                <a:lnTo>
                  <a:pt x="779463" y="9832428"/>
                </a:lnTo>
                <a:lnTo>
                  <a:pt x="817563" y="9908628"/>
                </a:lnTo>
                <a:lnTo>
                  <a:pt x="833438" y="9945140"/>
                </a:lnTo>
                <a:lnTo>
                  <a:pt x="849313" y="9986414"/>
                </a:lnTo>
                <a:lnTo>
                  <a:pt x="865188" y="10032452"/>
                </a:lnTo>
                <a:lnTo>
                  <a:pt x="876300" y="10084840"/>
                </a:lnTo>
                <a:lnTo>
                  <a:pt x="882650" y="10145164"/>
                </a:lnTo>
                <a:lnTo>
                  <a:pt x="885825" y="10213428"/>
                </a:lnTo>
                <a:lnTo>
                  <a:pt x="882650" y="10281690"/>
                </a:lnTo>
                <a:lnTo>
                  <a:pt x="876300" y="10342014"/>
                </a:lnTo>
                <a:lnTo>
                  <a:pt x="865188" y="10394402"/>
                </a:lnTo>
                <a:lnTo>
                  <a:pt x="849313" y="10440440"/>
                </a:lnTo>
                <a:lnTo>
                  <a:pt x="833438" y="10481714"/>
                </a:lnTo>
                <a:lnTo>
                  <a:pt x="817563" y="10518228"/>
                </a:lnTo>
                <a:lnTo>
                  <a:pt x="798513" y="10556328"/>
                </a:lnTo>
                <a:lnTo>
                  <a:pt x="779463" y="10594428"/>
                </a:lnTo>
                <a:lnTo>
                  <a:pt x="760413" y="10630940"/>
                </a:lnTo>
                <a:lnTo>
                  <a:pt x="744538" y="10672214"/>
                </a:lnTo>
                <a:lnTo>
                  <a:pt x="730250" y="10718252"/>
                </a:lnTo>
                <a:lnTo>
                  <a:pt x="719138" y="10770640"/>
                </a:lnTo>
                <a:lnTo>
                  <a:pt x="711200" y="10830964"/>
                </a:lnTo>
                <a:lnTo>
                  <a:pt x="709613" y="10899228"/>
                </a:lnTo>
                <a:lnTo>
                  <a:pt x="711200" y="10967490"/>
                </a:lnTo>
                <a:lnTo>
                  <a:pt x="719138" y="11027814"/>
                </a:lnTo>
                <a:lnTo>
                  <a:pt x="730250" y="11080202"/>
                </a:lnTo>
                <a:lnTo>
                  <a:pt x="744538" y="11126240"/>
                </a:lnTo>
                <a:lnTo>
                  <a:pt x="760413" y="11167514"/>
                </a:lnTo>
                <a:lnTo>
                  <a:pt x="779463" y="11204028"/>
                </a:lnTo>
                <a:lnTo>
                  <a:pt x="798513" y="11242128"/>
                </a:lnTo>
                <a:lnTo>
                  <a:pt x="817563" y="11280228"/>
                </a:lnTo>
                <a:lnTo>
                  <a:pt x="833438" y="11316740"/>
                </a:lnTo>
                <a:lnTo>
                  <a:pt x="849313" y="11358014"/>
                </a:lnTo>
                <a:lnTo>
                  <a:pt x="865188" y="11404052"/>
                </a:lnTo>
                <a:lnTo>
                  <a:pt x="876300" y="11456440"/>
                </a:lnTo>
                <a:lnTo>
                  <a:pt x="882650" y="11516764"/>
                </a:lnTo>
                <a:lnTo>
                  <a:pt x="885825" y="11585028"/>
                </a:lnTo>
                <a:lnTo>
                  <a:pt x="882650" y="11653290"/>
                </a:lnTo>
                <a:lnTo>
                  <a:pt x="876300" y="11713614"/>
                </a:lnTo>
                <a:lnTo>
                  <a:pt x="865188" y="11766002"/>
                </a:lnTo>
                <a:lnTo>
                  <a:pt x="849313" y="11812040"/>
                </a:lnTo>
                <a:lnTo>
                  <a:pt x="833438" y="11853314"/>
                </a:lnTo>
                <a:lnTo>
                  <a:pt x="817563" y="11889828"/>
                </a:lnTo>
                <a:lnTo>
                  <a:pt x="798513" y="11927928"/>
                </a:lnTo>
                <a:lnTo>
                  <a:pt x="779463" y="11966028"/>
                </a:lnTo>
                <a:lnTo>
                  <a:pt x="760413" y="12002540"/>
                </a:lnTo>
                <a:lnTo>
                  <a:pt x="744538" y="12043814"/>
                </a:lnTo>
                <a:lnTo>
                  <a:pt x="730250" y="12089852"/>
                </a:lnTo>
                <a:lnTo>
                  <a:pt x="719138" y="12142240"/>
                </a:lnTo>
                <a:lnTo>
                  <a:pt x="712590" y="12192000"/>
                </a:lnTo>
                <a:lnTo>
                  <a:pt x="0" y="12192000"/>
                </a:lnTo>
                <a:lnTo>
                  <a:pt x="0" y="6779170"/>
                </a:lnTo>
                <a:lnTo>
                  <a:pt x="0" y="6779170"/>
                </a:lnTo>
                <a:lnTo>
                  <a:pt x="0" y="0"/>
                </a:lnTo>
                <a:lnTo>
                  <a:pt x="712590" y="0"/>
                </a:lnTo>
                <a:lnTo>
                  <a:pt x="719137" y="49758"/>
                </a:lnTo>
                <a:lnTo>
                  <a:pt x="730249" y="102145"/>
                </a:lnTo>
                <a:lnTo>
                  <a:pt x="744537" y="148183"/>
                </a:lnTo>
                <a:lnTo>
                  <a:pt x="760412" y="189458"/>
                </a:lnTo>
                <a:lnTo>
                  <a:pt x="779462" y="225970"/>
                </a:lnTo>
                <a:lnTo>
                  <a:pt x="798512" y="264070"/>
                </a:lnTo>
                <a:lnTo>
                  <a:pt x="817562" y="302170"/>
                </a:lnTo>
                <a:lnTo>
                  <a:pt x="833437" y="338683"/>
                </a:lnTo>
                <a:lnTo>
                  <a:pt x="849312" y="379958"/>
                </a:lnTo>
                <a:lnTo>
                  <a:pt x="865187" y="425995"/>
                </a:lnTo>
                <a:lnTo>
                  <a:pt x="876299" y="478383"/>
                </a:lnTo>
                <a:lnTo>
                  <a:pt x="882649" y="538708"/>
                </a:lnTo>
                <a:lnTo>
                  <a:pt x="885824" y="606970"/>
                </a:lnTo>
                <a:lnTo>
                  <a:pt x="882649" y="675233"/>
                </a:lnTo>
                <a:lnTo>
                  <a:pt x="876299" y="735558"/>
                </a:lnTo>
                <a:lnTo>
                  <a:pt x="865187" y="787945"/>
                </a:lnTo>
                <a:lnTo>
                  <a:pt x="849312" y="833983"/>
                </a:lnTo>
                <a:lnTo>
                  <a:pt x="833437" y="875258"/>
                </a:lnTo>
                <a:lnTo>
                  <a:pt x="817562" y="911770"/>
                </a:lnTo>
                <a:lnTo>
                  <a:pt x="798512" y="949870"/>
                </a:lnTo>
                <a:lnTo>
                  <a:pt x="779462" y="987970"/>
                </a:lnTo>
                <a:lnTo>
                  <a:pt x="760412" y="1024483"/>
                </a:lnTo>
                <a:lnTo>
                  <a:pt x="744537" y="1065758"/>
                </a:lnTo>
                <a:lnTo>
                  <a:pt x="730249" y="1111795"/>
                </a:lnTo>
                <a:lnTo>
                  <a:pt x="719137" y="1164183"/>
                </a:lnTo>
                <a:lnTo>
                  <a:pt x="711199" y="1224508"/>
                </a:lnTo>
                <a:lnTo>
                  <a:pt x="709612" y="1292770"/>
                </a:lnTo>
                <a:lnTo>
                  <a:pt x="711199" y="1361033"/>
                </a:lnTo>
                <a:lnTo>
                  <a:pt x="719137" y="1421358"/>
                </a:lnTo>
                <a:lnTo>
                  <a:pt x="730249" y="1473745"/>
                </a:lnTo>
                <a:lnTo>
                  <a:pt x="744537" y="1519783"/>
                </a:lnTo>
                <a:lnTo>
                  <a:pt x="760412" y="1561058"/>
                </a:lnTo>
                <a:lnTo>
                  <a:pt x="779462" y="1597570"/>
                </a:lnTo>
                <a:lnTo>
                  <a:pt x="798512" y="1635670"/>
                </a:lnTo>
                <a:lnTo>
                  <a:pt x="817562" y="1673770"/>
                </a:lnTo>
                <a:lnTo>
                  <a:pt x="833437" y="1710283"/>
                </a:lnTo>
                <a:lnTo>
                  <a:pt x="849312" y="1751558"/>
                </a:lnTo>
                <a:lnTo>
                  <a:pt x="865187" y="1797595"/>
                </a:lnTo>
                <a:lnTo>
                  <a:pt x="876299" y="1849983"/>
                </a:lnTo>
                <a:lnTo>
                  <a:pt x="882649" y="1910308"/>
                </a:lnTo>
                <a:lnTo>
                  <a:pt x="885824" y="1978570"/>
                </a:lnTo>
                <a:lnTo>
                  <a:pt x="882649" y="2046833"/>
                </a:lnTo>
                <a:lnTo>
                  <a:pt x="876299" y="2107158"/>
                </a:lnTo>
                <a:lnTo>
                  <a:pt x="865187" y="2159545"/>
                </a:lnTo>
                <a:lnTo>
                  <a:pt x="849312" y="2205583"/>
                </a:lnTo>
                <a:lnTo>
                  <a:pt x="833437" y="2246858"/>
                </a:lnTo>
                <a:lnTo>
                  <a:pt x="817562" y="2283370"/>
                </a:lnTo>
                <a:lnTo>
                  <a:pt x="798512" y="2321470"/>
                </a:lnTo>
                <a:lnTo>
                  <a:pt x="779462" y="2359570"/>
                </a:lnTo>
                <a:lnTo>
                  <a:pt x="760412" y="2396083"/>
                </a:lnTo>
                <a:lnTo>
                  <a:pt x="744537" y="2437358"/>
                </a:lnTo>
                <a:lnTo>
                  <a:pt x="730249" y="2483395"/>
                </a:lnTo>
                <a:lnTo>
                  <a:pt x="719137" y="2535782"/>
                </a:lnTo>
                <a:lnTo>
                  <a:pt x="711199" y="2596108"/>
                </a:lnTo>
                <a:lnTo>
                  <a:pt x="709612" y="2664370"/>
                </a:lnTo>
                <a:lnTo>
                  <a:pt x="711199" y="2732633"/>
                </a:lnTo>
                <a:lnTo>
                  <a:pt x="719137" y="2792958"/>
                </a:lnTo>
                <a:lnTo>
                  <a:pt x="730249" y="2845345"/>
                </a:lnTo>
                <a:lnTo>
                  <a:pt x="744537" y="2891383"/>
                </a:lnTo>
                <a:lnTo>
                  <a:pt x="760412" y="2932658"/>
                </a:lnTo>
                <a:lnTo>
                  <a:pt x="779462" y="2969170"/>
                </a:lnTo>
                <a:lnTo>
                  <a:pt x="798512" y="3007270"/>
                </a:lnTo>
                <a:lnTo>
                  <a:pt x="817562" y="3045370"/>
                </a:lnTo>
                <a:lnTo>
                  <a:pt x="833437" y="3081883"/>
                </a:lnTo>
                <a:lnTo>
                  <a:pt x="849312" y="3123158"/>
                </a:lnTo>
                <a:lnTo>
                  <a:pt x="865187" y="3169195"/>
                </a:lnTo>
                <a:lnTo>
                  <a:pt x="876299" y="3221583"/>
                </a:lnTo>
                <a:lnTo>
                  <a:pt x="882649" y="3281908"/>
                </a:lnTo>
                <a:lnTo>
                  <a:pt x="885824" y="3348582"/>
                </a:lnTo>
                <a:lnTo>
                  <a:pt x="882649" y="3418433"/>
                </a:lnTo>
                <a:lnTo>
                  <a:pt x="876299" y="3478758"/>
                </a:lnTo>
                <a:lnTo>
                  <a:pt x="865187" y="3531145"/>
                </a:lnTo>
                <a:lnTo>
                  <a:pt x="849312" y="3577183"/>
                </a:lnTo>
                <a:lnTo>
                  <a:pt x="833437" y="3618458"/>
                </a:lnTo>
                <a:lnTo>
                  <a:pt x="817562" y="3654970"/>
                </a:lnTo>
                <a:lnTo>
                  <a:pt x="798512" y="3693070"/>
                </a:lnTo>
                <a:lnTo>
                  <a:pt x="779462" y="3731170"/>
                </a:lnTo>
                <a:lnTo>
                  <a:pt x="760412" y="3767683"/>
                </a:lnTo>
                <a:lnTo>
                  <a:pt x="744537" y="3808958"/>
                </a:lnTo>
                <a:lnTo>
                  <a:pt x="730249" y="3854995"/>
                </a:lnTo>
                <a:lnTo>
                  <a:pt x="719137" y="3907383"/>
                </a:lnTo>
                <a:lnTo>
                  <a:pt x="711199" y="3967708"/>
                </a:lnTo>
                <a:lnTo>
                  <a:pt x="709612" y="4035970"/>
                </a:lnTo>
                <a:lnTo>
                  <a:pt x="711199" y="4104233"/>
                </a:lnTo>
                <a:lnTo>
                  <a:pt x="719137" y="4164557"/>
                </a:lnTo>
                <a:lnTo>
                  <a:pt x="730249" y="4216946"/>
                </a:lnTo>
                <a:lnTo>
                  <a:pt x="744537" y="4262982"/>
                </a:lnTo>
                <a:lnTo>
                  <a:pt x="760412" y="4304258"/>
                </a:lnTo>
                <a:lnTo>
                  <a:pt x="779462" y="4340770"/>
                </a:lnTo>
                <a:lnTo>
                  <a:pt x="817562" y="4416970"/>
                </a:lnTo>
                <a:lnTo>
                  <a:pt x="833437" y="4453483"/>
                </a:lnTo>
                <a:lnTo>
                  <a:pt x="849312" y="4494758"/>
                </a:lnTo>
                <a:lnTo>
                  <a:pt x="865187" y="4540795"/>
                </a:lnTo>
                <a:lnTo>
                  <a:pt x="876299" y="4593183"/>
                </a:lnTo>
                <a:lnTo>
                  <a:pt x="882649" y="4653508"/>
                </a:lnTo>
                <a:lnTo>
                  <a:pt x="885824" y="4721770"/>
                </a:lnTo>
                <a:lnTo>
                  <a:pt x="882649" y="4790033"/>
                </a:lnTo>
                <a:lnTo>
                  <a:pt x="876299" y="4850357"/>
                </a:lnTo>
                <a:lnTo>
                  <a:pt x="865187" y="4902746"/>
                </a:lnTo>
                <a:lnTo>
                  <a:pt x="849312" y="4948782"/>
                </a:lnTo>
                <a:lnTo>
                  <a:pt x="833437" y="4990057"/>
                </a:lnTo>
                <a:lnTo>
                  <a:pt x="817562" y="5026570"/>
                </a:lnTo>
                <a:lnTo>
                  <a:pt x="798512" y="5064670"/>
                </a:lnTo>
                <a:lnTo>
                  <a:pt x="779462" y="5102770"/>
                </a:lnTo>
                <a:lnTo>
                  <a:pt x="760412" y="5139283"/>
                </a:lnTo>
                <a:lnTo>
                  <a:pt x="744537" y="5180558"/>
                </a:lnTo>
                <a:lnTo>
                  <a:pt x="730249" y="5226595"/>
                </a:lnTo>
                <a:lnTo>
                  <a:pt x="719137" y="5278983"/>
                </a:lnTo>
                <a:lnTo>
                  <a:pt x="711199" y="5339307"/>
                </a:lnTo>
                <a:lnTo>
                  <a:pt x="709612" y="5407570"/>
                </a:lnTo>
                <a:lnTo>
                  <a:pt x="711199" y="5475833"/>
                </a:lnTo>
                <a:lnTo>
                  <a:pt x="719137" y="5536158"/>
                </a:lnTo>
                <a:lnTo>
                  <a:pt x="730249" y="5588545"/>
                </a:lnTo>
                <a:lnTo>
                  <a:pt x="744537" y="5634583"/>
                </a:lnTo>
                <a:lnTo>
                  <a:pt x="760412" y="5675858"/>
                </a:lnTo>
                <a:lnTo>
                  <a:pt x="779462" y="5712371"/>
                </a:lnTo>
                <a:lnTo>
                  <a:pt x="798512" y="5750471"/>
                </a:lnTo>
                <a:lnTo>
                  <a:pt x="817562" y="5788571"/>
                </a:lnTo>
                <a:lnTo>
                  <a:pt x="833437" y="5825083"/>
                </a:lnTo>
                <a:lnTo>
                  <a:pt x="849312" y="5866358"/>
                </a:lnTo>
                <a:lnTo>
                  <a:pt x="865187" y="5912395"/>
                </a:lnTo>
                <a:lnTo>
                  <a:pt x="876299" y="5964783"/>
                </a:lnTo>
                <a:lnTo>
                  <a:pt x="882649" y="6025108"/>
                </a:lnTo>
                <a:lnTo>
                  <a:pt x="885824" y="6093370"/>
                </a:lnTo>
                <a:lnTo>
                  <a:pt x="885703" y="6095988"/>
                </a:lnTo>
                <a:close/>
              </a:path>
            </a:pathLst>
          </a:custGeom>
          <a:solidFill>
            <a:srgbClr val="2A1A00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540319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A508FD6-5F6E-2231-38AA-513AAC2BE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9" y="645107"/>
            <a:ext cx="3384329" cy="1640894"/>
          </a:xfrm>
        </p:spPr>
        <p:txBody>
          <a:bodyPr anchor="t">
            <a:normAutofit/>
          </a:bodyPr>
          <a:lstStyle/>
          <a:p>
            <a:r>
              <a:rPr lang="cs-CZ" sz="4000"/>
              <a:t>Malochov králíků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E47609B-3E56-8F77-E20F-6BFCF7AC0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5570361" cy="3940844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cs-CZ" dirty="0"/>
              <a:t>V česku převládá</a:t>
            </a:r>
          </a:p>
          <a:p>
            <a:pPr>
              <a:lnSpc>
                <a:spcPct val="100000"/>
              </a:lnSpc>
            </a:pPr>
            <a:r>
              <a:rPr lang="cs-CZ" dirty="0"/>
              <a:t>Zejména venkovní králíkárny</a:t>
            </a:r>
          </a:p>
          <a:p>
            <a:pPr>
              <a:lnSpc>
                <a:spcPct val="100000"/>
              </a:lnSpc>
            </a:pPr>
            <a:r>
              <a:rPr lang="cs-CZ" dirty="0"/>
              <a:t>Několik kotců v řadě s různým počtem pater</a:t>
            </a:r>
          </a:p>
          <a:p>
            <a:pPr>
              <a:lnSpc>
                <a:spcPct val="100000"/>
              </a:lnSpc>
            </a:pPr>
            <a:r>
              <a:rPr lang="cs-CZ" dirty="0"/>
              <a:t>Dobré odvětrávání díky otevřené přední stěně</a:t>
            </a:r>
          </a:p>
          <a:p>
            <a:pPr>
              <a:lnSpc>
                <a:spcPct val="100000"/>
              </a:lnSpc>
            </a:pPr>
            <a:r>
              <a:rPr lang="cs-CZ" dirty="0"/>
              <a:t>Většinou chov na podestýlce (hobliny, sláma, pelety) </a:t>
            </a:r>
          </a:p>
          <a:p>
            <a:pPr>
              <a:lnSpc>
                <a:spcPct val="100000"/>
              </a:lnSpc>
            </a:pPr>
            <a:r>
              <a:rPr lang="cs-CZ" dirty="0"/>
              <a:t>Podlahy většinou pevné, dřevěné. Lze využít též rošty.</a:t>
            </a:r>
          </a:p>
          <a:p>
            <a:pPr>
              <a:lnSpc>
                <a:spcPct val="100000"/>
              </a:lnSpc>
            </a:pPr>
            <a:r>
              <a:rPr lang="cs-CZ" u="sng" dirty="0"/>
              <a:t>Nevýhoda</a:t>
            </a:r>
            <a:r>
              <a:rPr lang="cs-CZ" dirty="0"/>
              <a:t>: nemožnost regulace podmínek, riziko vzniku teplotního stresu (zima/léto), náklady na podestýlku, nutnost pravidelného měnění podestýlky</a:t>
            </a:r>
          </a:p>
          <a:p>
            <a:pPr>
              <a:lnSpc>
                <a:spcPct val="100000"/>
              </a:lnSpc>
            </a:pPr>
            <a:endParaRPr lang="cs-CZ" sz="1400" dirty="0"/>
          </a:p>
          <a:p>
            <a:pPr>
              <a:lnSpc>
                <a:spcPct val="100000"/>
              </a:lnSpc>
            </a:pPr>
            <a:endParaRPr lang="cs-CZ" sz="1400" dirty="0"/>
          </a:p>
        </p:txBody>
      </p:sp>
      <p:pic>
        <p:nvPicPr>
          <p:cNvPr id="4" name="Obrázek 3" descr="Lidé se vracejí k chovu králíků. Chtějí ušetřit a jíst zdravé maso -  iDNES.cz">
            <a:extLst>
              <a:ext uri="{FF2B5EF4-FFF2-40B4-BE49-F238E27FC236}">
                <a16:creationId xmlns:a16="http://schemas.microsoft.com/office/drawing/2014/main" id="{0DEA187B-AC39-7FD3-482F-FD7153276B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14983" y="2034063"/>
            <a:ext cx="4227083" cy="27898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43924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>
            <a:extLst>
              <a:ext uri="{FF2B5EF4-FFF2-40B4-BE49-F238E27FC236}">
                <a16:creationId xmlns:a16="http://schemas.microsoft.com/office/drawing/2014/main" id="{9FBC1FA0-1C3A-4F90-B7AE-0DD17DE71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FF02D1-83B9-404A-94F8-41B0747E1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17B588-5D4D-4FAD-89EB-7E9C9480D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Obrázek 5" descr="Obsah obrázku kočka, interiér, savec, ležet&#10;&#10;Popis byl vytvořen automaticky">
            <a:extLst>
              <a:ext uri="{FF2B5EF4-FFF2-40B4-BE49-F238E27FC236}">
                <a16:creationId xmlns:a16="http://schemas.microsoft.com/office/drawing/2014/main" id="{A8061C2D-23CF-A4DB-C177-431D7984C1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38714" y="643466"/>
            <a:ext cx="3701172" cy="4927597"/>
          </a:xfrm>
          <a:prstGeom prst="rect">
            <a:avLst/>
          </a:prstGeom>
          <a:noFill/>
        </p:spPr>
      </p:pic>
      <p:pic>
        <p:nvPicPr>
          <p:cNvPr id="5" name="Obrázek 4" descr="Králíkárna Scobax Wally | Buildex.cz">
            <a:extLst>
              <a:ext uri="{FF2B5EF4-FFF2-40B4-BE49-F238E27FC236}">
                <a16:creationId xmlns:a16="http://schemas.microsoft.com/office/drawing/2014/main" id="{0411325A-651C-8A52-5051-AD590CE2E0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6866" y="1122890"/>
            <a:ext cx="5291666" cy="3968749"/>
          </a:xfrm>
          <a:prstGeom prst="rect">
            <a:avLst/>
          </a:prstGeom>
          <a:noFill/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B2C70A5-DF47-4EDA-A3EE-9E644A2D5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5653089" y="319086"/>
            <a:ext cx="885825" cy="12192000"/>
          </a:xfrm>
          <a:custGeom>
            <a:avLst/>
            <a:gdLst>
              <a:gd name="connsiteX0" fmla="*/ 885825 w 885825"/>
              <a:gd name="connsiteY0" fmla="*/ 6098626 h 12192000"/>
              <a:gd name="connsiteX1" fmla="*/ 882650 w 885825"/>
              <a:gd name="connsiteY1" fmla="*/ 6166889 h 12192000"/>
              <a:gd name="connsiteX2" fmla="*/ 876300 w 885825"/>
              <a:gd name="connsiteY2" fmla="*/ 6227214 h 12192000"/>
              <a:gd name="connsiteX3" fmla="*/ 865188 w 885825"/>
              <a:gd name="connsiteY3" fmla="*/ 6279601 h 12192000"/>
              <a:gd name="connsiteX4" fmla="*/ 849313 w 885825"/>
              <a:gd name="connsiteY4" fmla="*/ 6325639 h 12192000"/>
              <a:gd name="connsiteX5" fmla="*/ 833438 w 885825"/>
              <a:gd name="connsiteY5" fmla="*/ 6366914 h 12192000"/>
              <a:gd name="connsiteX6" fmla="*/ 817563 w 885825"/>
              <a:gd name="connsiteY6" fmla="*/ 6403426 h 12192000"/>
              <a:gd name="connsiteX7" fmla="*/ 798513 w 885825"/>
              <a:gd name="connsiteY7" fmla="*/ 6441526 h 12192000"/>
              <a:gd name="connsiteX8" fmla="*/ 779463 w 885825"/>
              <a:gd name="connsiteY8" fmla="*/ 6479626 h 12192000"/>
              <a:gd name="connsiteX9" fmla="*/ 760413 w 885825"/>
              <a:gd name="connsiteY9" fmla="*/ 6516139 h 12192000"/>
              <a:gd name="connsiteX10" fmla="*/ 744538 w 885825"/>
              <a:gd name="connsiteY10" fmla="*/ 6557414 h 12192000"/>
              <a:gd name="connsiteX11" fmla="*/ 730250 w 885825"/>
              <a:gd name="connsiteY11" fmla="*/ 6603451 h 12192000"/>
              <a:gd name="connsiteX12" fmla="*/ 719138 w 885825"/>
              <a:gd name="connsiteY12" fmla="*/ 6655839 h 12192000"/>
              <a:gd name="connsiteX13" fmla="*/ 711200 w 885825"/>
              <a:gd name="connsiteY13" fmla="*/ 6716164 h 12192000"/>
              <a:gd name="connsiteX14" fmla="*/ 709613 w 885825"/>
              <a:gd name="connsiteY14" fmla="*/ 6784426 h 12192000"/>
              <a:gd name="connsiteX15" fmla="*/ 711200 w 885825"/>
              <a:gd name="connsiteY15" fmla="*/ 6852689 h 12192000"/>
              <a:gd name="connsiteX16" fmla="*/ 719138 w 885825"/>
              <a:gd name="connsiteY16" fmla="*/ 6913014 h 12192000"/>
              <a:gd name="connsiteX17" fmla="*/ 730250 w 885825"/>
              <a:gd name="connsiteY17" fmla="*/ 6965401 h 12192000"/>
              <a:gd name="connsiteX18" fmla="*/ 744538 w 885825"/>
              <a:gd name="connsiteY18" fmla="*/ 7011439 h 12192000"/>
              <a:gd name="connsiteX19" fmla="*/ 760413 w 885825"/>
              <a:gd name="connsiteY19" fmla="*/ 7052714 h 12192000"/>
              <a:gd name="connsiteX20" fmla="*/ 779463 w 885825"/>
              <a:gd name="connsiteY20" fmla="*/ 7089226 h 12192000"/>
              <a:gd name="connsiteX21" fmla="*/ 798513 w 885825"/>
              <a:gd name="connsiteY21" fmla="*/ 7127326 h 12192000"/>
              <a:gd name="connsiteX22" fmla="*/ 817563 w 885825"/>
              <a:gd name="connsiteY22" fmla="*/ 7165426 h 12192000"/>
              <a:gd name="connsiteX23" fmla="*/ 833438 w 885825"/>
              <a:gd name="connsiteY23" fmla="*/ 7201939 h 12192000"/>
              <a:gd name="connsiteX24" fmla="*/ 849313 w 885825"/>
              <a:gd name="connsiteY24" fmla="*/ 7243214 h 12192000"/>
              <a:gd name="connsiteX25" fmla="*/ 865188 w 885825"/>
              <a:gd name="connsiteY25" fmla="*/ 7289251 h 12192000"/>
              <a:gd name="connsiteX26" fmla="*/ 876300 w 885825"/>
              <a:gd name="connsiteY26" fmla="*/ 7341639 h 12192000"/>
              <a:gd name="connsiteX27" fmla="*/ 882650 w 885825"/>
              <a:gd name="connsiteY27" fmla="*/ 7401964 h 12192000"/>
              <a:gd name="connsiteX28" fmla="*/ 885825 w 885825"/>
              <a:gd name="connsiteY28" fmla="*/ 7470226 h 12192000"/>
              <a:gd name="connsiteX29" fmla="*/ 882650 w 885825"/>
              <a:gd name="connsiteY29" fmla="*/ 7538489 h 12192000"/>
              <a:gd name="connsiteX30" fmla="*/ 876300 w 885825"/>
              <a:gd name="connsiteY30" fmla="*/ 7598814 h 12192000"/>
              <a:gd name="connsiteX31" fmla="*/ 865188 w 885825"/>
              <a:gd name="connsiteY31" fmla="*/ 7651201 h 12192000"/>
              <a:gd name="connsiteX32" fmla="*/ 849313 w 885825"/>
              <a:gd name="connsiteY32" fmla="*/ 7697239 h 12192000"/>
              <a:gd name="connsiteX33" fmla="*/ 833438 w 885825"/>
              <a:gd name="connsiteY33" fmla="*/ 7738514 h 12192000"/>
              <a:gd name="connsiteX34" fmla="*/ 817563 w 885825"/>
              <a:gd name="connsiteY34" fmla="*/ 7775026 h 12192000"/>
              <a:gd name="connsiteX35" fmla="*/ 798513 w 885825"/>
              <a:gd name="connsiteY35" fmla="*/ 7813126 h 12192000"/>
              <a:gd name="connsiteX36" fmla="*/ 779463 w 885825"/>
              <a:gd name="connsiteY36" fmla="*/ 7851226 h 12192000"/>
              <a:gd name="connsiteX37" fmla="*/ 760413 w 885825"/>
              <a:gd name="connsiteY37" fmla="*/ 7887739 h 12192000"/>
              <a:gd name="connsiteX38" fmla="*/ 744538 w 885825"/>
              <a:gd name="connsiteY38" fmla="*/ 7929014 h 12192000"/>
              <a:gd name="connsiteX39" fmla="*/ 730250 w 885825"/>
              <a:gd name="connsiteY39" fmla="*/ 7975051 h 12192000"/>
              <a:gd name="connsiteX40" fmla="*/ 719138 w 885825"/>
              <a:gd name="connsiteY40" fmla="*/ 8027439 h 12192000"/>
              <a:gd name="connsiteX41" fmla="*/ 711200 w 885825"/>
              <a:gd name="connsiteY41" fmla="*/ 8087764 h 12192000"/>
              <a:gd name="connsiteX42" fmla="*/ 709613 w 885825"/>
              <a:gd name="connsiteY42" fmla="*/ 8156026 h 12192000"/>
              <a:gd name="connsiteX43" fmla="*/ 711200 w 885825"/>
              <a:gd name="connsiteY43" fmla="*/ 8224289 h 12192000"/>
              <a:gd name="connsiteX44" fmla="*/ 719138 w 885825"/>
              <a:gd name="connsiteY44" fmla="*/ 8284614 h 12192000"/>
              <a:gd name="connsiteX45" fmla="*/ 730250 w 885825"/>
              <a:gd name="connsiteY45" fmla="*/ 8337001 h 12192000"/>
              <a:gd name="connsiteX46" fmla="*/ 744538 w 885825"/>
              <a:gd name="connsiteY46" fmla="*/ 8383039 h 12192000"/>
              <a:gd name="connsiteX47" fmla="*/ 760413 w 885825"/>
              <a:gd name="connsiteY47" fmla="*/ 8424314 h 12192000"/>
              <a:gd name="connsiteX48" fmla="*/ 779463 w 885825"/>
              <a:gd name="connsiteY48" fmla="*/ 8460826 h 12192000"/>
              <a:gd name="connsiteX49" fmla="*/ 798513 w 885825"/>
              <a:gd name="connsiteY49" fmla="*/ 8498926 h 12192000"/>
              <a:gd name="connsiteX50" fmla="*/ 817563 w 885825"/>
              <a:gd name="connsiteY50" fmla="*/ 8537026 h 12192000"/>
              <a:gd name="connsiteX51" fmla="*/ 833438 w 885825"/>
              <a:gd name="connsiteY51" fmla="*/ 8573540 h 12192000"/>
              <a:gd name="connsiteX52" fmla="*/ 849313 w 885825"/>
              <a:gd name="connsiteY52" fmla="*/ 8614814 h 12192000"/>
              <a:gd name="connsiteX53" fmla="*/ 865188 w 885825"/>
              <a:gd name="connsiteY53" fmla="*/ 8660852 h 12192000"/>
              <a:gd name="connsiteX54" fmla="*/ 876300 w 885825"/>
              <a:gd name="connsiteY54" fmla="*/ 8713240 h 12192000"/>
              <a:gd name="connsiteX55" fmla="*/ 882650 w 885825"/>
              <a:gd name="connsiteY55" fmla="*/ 8773564 h 12192000"/>
              <a:gd name="connsiteX56" fmla="*/ 885825 w 885825"/>
              <a:gd name="connsiteY56" fmla="*/ 8840240 h 12192000"/>
              <a:gd name="connsiteX57" fmla="*/ 882650 w 885825"/>
              <a:gd name="connsiteY57" fmla="*/ 8910090 h 12192000"/>
              <a:gd name="connsiteX58" fmla="*/ 876300 w 885825"/>
              <a:gd name="connsiteY58" fmla="*/ 8970414 h 12192000"/>
              <a:gd name="connsiteX59" fmla="*/ 865188 w 885825"/>
              <a:gd name="connsiteY59" fmla="*/ 9022802 h 12192000"/>
              <a:gd name="connsiteX60" fmla="*/ 849313 w 885825"/>
              <a:gd name="connsiteY60" fmla="*/ 9068840 h 12192000"/>
              <a:gd name="connsiteX61" fmla="*/ 833438 w 885825"/>
              <a:gd name="connsiteY61" fmla="*/ 9110114 h 12192000"/>
              <a:gd name="connsiteX62" fmla="*/ 817563 w 885825"/>
              <a:gd name="connsiteY62" fmla="*/ 9146628 h 12192000"/>
              <a:gd name="connsiteX63" fmla="*/ 798513 w 885825"/>
              <a:gd name="connsiteY63" fmla="*/ 9184728 h 12192000"/>
              <a:gd name="connsiteX64" fmla="*/ 779463 w 885825"/>
              <a:gd name="connsiteY64" fmla="*/ 9222828 h 12192000"/>
              <a:gd name="connsiteX65" fmla="*/ 760413 w 885825"/>
              <a:gd name="connsiteY65" fmla="*/ 9259340 h 12192000"/>
              <a:gd name="connsiteX66" fmla="*/ 744538 w 885825"/>
              <a:gd name="connsiteY66" fmla="*/ 9300614 h 12192000"/>
              <a:gd name="connsiteX67" fmla="*/ 730250 w 885825"/>
              <a:gd name="connsiteY67" fmla="*/ 9346652 h 12192000"/>
              <a:gd name="connsiteX68" fmla="*/ 719138 w 885825"/>
              <a:gd name="connsiteY68" fmla="*/ 9399040 h 12192000"/>
              <a:gd name="connsiteX69" fmla="*/ 711200 w 885825"/>
              <a:gd name="connsiteY69" fmla="*/ 9459364 h 12192000"/>
              <a:gd name="connsiteX70" fmla="*/ 709613 w 885825"/>
              <a:gd name="connsiteY70" fmla="*/ 9527628 h 12192000"/>
              <a:gd name="connsiteX71" fmla="*/ 711200 w 885825"/>
              <a:gd name="connsiteY71" fmla="*/ 9595890 h 12192000"/>
              <a:gd name="connsiteX72" fmla="*/ 719138 w 885825"/>
              <a:gd name="connsiteY72" fmla="*/ 9656214 h 12192000"/>
              <a:gd name="connsiteX73" fmla="*/ 730250 w 885825"/>
              <a:gd name="connsiteY73" fmla="*/ 9708602 h 12192000"/>
              <a:gd name="connsiteX74" fmla="*/ 744538 w 885825"/>
              <a:gd name="connsiteY74" fmla="*/ 9754640 h 12192000"/>
              <a:gd name="connsiteX75" fmla="*/ 760413 w 885825"/>
              <a:gd name="connsiteY75" fmla="*/ 9795914 h 12192000"/>
              <a:gd name="connsiteX76" fmla="*/ 779463 w 885825"/>
              <a:gd name="connsiteY76" fmla="*/ 9832428 h 12192000"/>
              <a:gd name="connsiteX77" fmla="*/ 817563 w 885825"/>
              <a:gd name="connsiteY77" fmla="*/ 9908628 h 12192000"/>
              <a:gd name="connsiteX78" fmla="*/ 833438 w 885825"/>
              <a:gd name="connsiteY78" fmla="*/ 9945140 h 12192000"/>
              <a:gd name="connsiteX79" fmla="*/ 849313 w 885825"/>
              <a:gd name="connsiteY79" fmla="*/ 9986414 h 12192000"/>
              <a:gd name="connsiteX80" fmla="*/ 865188 w 885825"/>
              <a:gd name="connsiteY80" fmla="*/ 10032452 h 12192000"/>
              <a:gd name="connsiteX81" fmla="*/ 876300 w 885825"/>
              <a:gd name="connsiteY81" fmla="*/ 10084840 h 12192000"/>
              <a:gd name="connsiteX82" fmla="*/ 882650 w 885825"/>
              <a:gd name="connsiteY82" fmla="*/ 10145164 h 12192000"/>
              <a:gd name="connsiteX83" fmla="*/ 885825 w 885825"/>
              <a:gd name="connsiteY83" fmla="*/ 10213428 h 12192000"/>
              <a:gd name="connsiteX84" fmla="*/ 882650 w 885825"/>
              <a:gd name="connsiteY84" fmla="*/ 10281690 h 12192000"/>
              <a:gd name="connsiteX85" fmla="*/ 876300 w 885825"/>
              <a:gd name="connsiteY85" fmla="*/ 10342014 h 12192000"/>
              <a:gd name="connsiteX86" fmla="*/ 865188 w 885825"/>
              <a:gd name="connsiteY86" fmla="*/ 10394402 h 12192000"/>
              <a:gd name="connsiteX87" fmla="*/ 849313 w 885825"/>
              <a:gd name="connsiteY87" fmla="*/ 10440440 h 12192000"/>
              <a:gd name="connsiteX88" fmla="*/ 833438 w 885825"/>
              <a:gd name="connsiteY88" fmla="*/ 10481714 h 12192000"/>
              <a:gd name="connsiteX89" fmla="*/ 817563 w 885825"/>
              <a:gd name="connsiteY89" fmla="*/ 10518228 h 12192000"/>
              <a:gd name="connsiteX90" fmla="*/ 798513 w 885825"/>
              <a:gd name="connsiteY90" fmla="*/ 10556328 h 12192000"/>
              <a:gd name="connsiteX91" fmla="*/ 779463 w 885825"/>
              <a:gd name="connsiteY91" fmla="*/ 10594428 h 12192000"/>
              <a:gd name="connsiteX92" fmla="*/ 760413 w 885825"/>
              <a:gd name="connsiteY92" fmla="*/ 10630940 h 12192000"/>
              <a:gd name="connsiteX93" fmla="*/ 744538 w 885825"/>
              <a:gd name="connsiteY93" fmla="*/ 10672214 h 12192000"/>
              <a:gd name="connsiteX94" fmla="*/ 730250 w 885825"/>
              <a:gd name="connsiteY94" fmla="*/ 10718252 h 12192000"/>
              <a:gd name="connsiteX95" fmla="*/ 719138 w 885825"/>
              <a:gd name="connsiteY95" fmla="*/ 10770640 h 12192000"/>
              <a:gd name="connsiteX96" fmla="*/ 711200 w 885825"/>
              <a:gd name="connsiteY96" fmla="*/ 10830964 h 12192000"/>
              <a:gd name="connsiteX97" fmla="*/ 709613 w 885825"/>
              <a:gd name="connsiteY97" fmla="*/ 10899228 h 12192000"/>
              <a:gd name="connsiteX98" fmla="*/ 711200 w 885825"/>
              <a:gd name="connsiteY98" fmla="*/ 10967490 h 12192000"/>
              <a:gd name="connsiteX99" fmla="*/ 719138 w 885825"/>
              <a:gd name="connsiteY99" fmla="*/ 11027814 h 12192000"/>
              <a:gd name="connsiteX100" fmla="*/ 730250 w 885825"/>
              <a:gd name="connsiteY100" fmla="*/ 11080202 h 12192000"/>
              <a:gd name="connsiteX101" fmla="*/ 744538 w 885825"/>
              <a:gd name="connsiteY101" fmla="*/ 11126240 h 12192000"/>
              <a:gd name="connsiteX102" fmla="*/ 760413 w 885825"/>
              <a:gd name="connsiteY102" fmla="*/ 11167514 h 12192000"/>
              <a:gd name="connsiteX103" fmla="*/ 779463 w 885825"/>
              <a:gd name="connsiteY103" fmla="*/ 11204028 h 12192000"/>
              <a:gd name="connsiteX104" fmla="*/ 798513 w 885825"/>
              <a:gd name="connsiteY104" fmla="*/ 11242128 h 12192000"/>
              <a:gd name="connsiteX105" fmla="*/ 817563 w 885825"/>
              <a:gd name="connsiteY105" fmla="*/ 11280228 h 12192000"/>
              <a:gd name="connsiteX106" fmla="*/ 833438 w 885825"/>
              <a:gd name="connsiteY106" fmla="*/ 11316740 h 12192000"/>
              <a:gd name="connsiteX107" fmla="*/ 849313 w 885825"/>
              <a:gd name="connsiteY107" fmla="*/ 11358014 h 12192000"/>
              <a:gd name="connsiteX108" fmla="*/ 865188 w 885825"/>
              <a:gd name="connsiteY108" fmla="*/ 11404052 h 12192000"/>
              <a:gd name="connsiteX109" fmla="*/ 876300 w 885825"/>
              <a:gd name="connsiteY109" fmla="*/ 11456440 h 12192000"/>
              <a:gd name="connsiteX110" fmla="*/ 882650 w 885825"/>
              <a:gd name="connsiteY110" fmla="*/ 11516764 h 12192000"/>
              <a:gd name="connsiteX111" fmla="*/ 885825 w 885825"/>
              <a:gd name="connsiteY111" fmla="*/ 11585028 h 12192000"/>
              <a:gd name="connsiteX112" fmla="*/ 882650 w 885825"/>
              <a:gd name="connsiteY112" fmla="*/ 11653290 h 12192000"/>
              <a:gd name="connsiteX113" fmla="*/ 876300 w 885825"/>
              <a:gd name="connsiteY113" fmla="*/ 11713614 h 12192000"/>
              <a:gd name="connsiteX114" fmla="*/ 865188 w 885825"/>
              <a:gd name="connsiteY114" fmla="*/ 11766002 h 12192000"/>
              <a:gd name="connsiteX115" fmla="*/ 849313 w 885825"/>
              <a:gd name="connsiteY115" fmla="*/ 11812040 h 12192000"/>
              <a:gd name="connsiteX116" fmla="*/ 833438 w 885825"/>
              <a:gd name="connsiteY116" fmla="*/ 11853314 h 12192000"/>
              <a:gd name="connsiteX117" fmla="*/ 817563 w 885825"/>
              <a:gd name="connsiteY117" fmla="*/ 11889828 h 12192000"/>
              <a:gd name="connsiteX118" fmla="*/ 798513 w 885825"/>
              <a:gd name="connsiteY118" fmla="*/ 11927928 h 12192000"/>
              <a:gd name="connsiteX119" fmla="*/ 779463 w 885825"/>
              <a:gd name="connsiteY119" fmla="*/ 11966028 h 12192000"/>
              <a:gd name="connsiteX120" fmla="*/ 760413 w 885825"/>
              <a:gd name="connsiteY120" fmla="*/ 12002540 h 12192000"/>
              <a:gd name="connsiteX121" fmla="*/ 744538 w 885825"/>
              <a:gd name="connsiteY121" fmla="*/ 12043814 h 12192000"/>
              <a:gd name="connsiteX122" fmla="*/ 730250 w 885825"/>
              <a:gd name="connsiteY122" fmla="*/ 12089852 h 12192000"/>
              <a:gd name="connsiteX123" fmla="*/ 719138 w 885825"/>
              <a:gd name="connsiteY123" fmla="*/ 12142240 h 12192000"/>
              <a:gd name="connsiteX124" fmla="*/ 712590 w 885825"/>
              <a:gd name="connsiteY124" fmla="*/ 12192000 h 12192000"/>
              <a:gd name="connsiteX125" fmla="*/ 0 w 885825"/>
              <a:gd name="connsiteY125" fmla="*/ 12192000 h 12192000"/>
              <a:gd name="connsiteX126" fmla="*/ 0 w 885825"/>
              <a:gd name="connsiteY126" fmla="*/ 6779170 h 12192000"/>
              <a:gd name="connsiteX127" fmla="*/ 0 w 885825"/>
              <a:gd name="connsiteY127" fmla="*/ 6779170 h 12192000"/>
              <a:gd name="connsiteX128" fmla="*/ 0 w 885825"/>
              <a:gd name="connsiteY128" fmla="*/ 0 h 12192000"/>
              <a:gd name="connsiteX129" fmla="*/ 712590 w 885825"/>
              <a:gd name="connsiteY129" fmla="*/ 0 h 12192000"/>
              <a:gd name="connsiteX130" fmla="*/ 719137 w 885825"/>
              <a:gd name="connsiteY130" fmla="*/ 49758 h 12192000"/>
              <a:gd name="connsiteX131" fmla="*/ 730249 w 885825"/>
              <a:gd name="connsiteY131" fmla="*/ 102145 h 12192000"/>
              <a:gd name="connsiteX132" fmla="*/ 744537 w 885825"/>
              <a:gd name="connsiteY132" fmla="*/ 148183 h 12192000"/>
              <a:gd name="connsiteX133" fmla="*/ 760412 w 885825"/>
              <a:gd name="connsiteY133" fmla="*/ 189458 h 12192000"/>
              <a:gd name="connsiteX134" fmla="*/ 779462 w 885825"/>
              <a:gd name="connsiteY134" fmla="*/ 225970 h 12192000"/>
              <a:gd name="connsiteX135" fmla="*/ 798512 w 885825"/>
              <a:gd name="connsiteY135" fmla="*/ 264070 h 12192000"/>
              <a:gd name="connsiteX136" fmla="*/ 817562 w 885825"/>
              <a:gd name="connsiteY136" fmla="*/ 302170 h 12192000"/>
              <a:gd name="connsiteX137" fmla="*/ 833437 w 885825"/>
              <a:gd name="connsiteY137" fmla="*/ 338683 h 12192000"/>
              <a:gd name="connsiteX138" fmla="*/ 849312 w 885825"/>
              <a:gd name="connsiteY138" fmla="*/ 379958 h 12192000"/>
              <a:gd name="connsiteX139" fmla="*/ 865187 w 885825"/>
              <a:gd name="connsiteY139" fmla="*/ 425995 h 12192000"/>
              <a:gd name="connsiteX140" fmla="*/ 876299 w 885825"/>
              <a:gd name="connsiteY140" fmla="*/ 478383 h 12192000"/>
              <a:gd name="connsiteX141" fmla="*/ 882649 w 885825"/>
              <a:gd name="connsiteY141" fmla="*/ 538708 h 12192000"/>
              <a:gd name="connsiteX142" fmla="*/ 885824 w 885825"/>
              <a:gd name="connsiteY142" fmla="*/ 606970 h 12192000"/>
              <a:gd name="connsiteX143" fmla="*/ 882649 w 885825"/>
              <a:gd name="connsiteY143" fmla="*/ 675233 h 12192000"/>
              <a:gd name="connsiteX144" fmla="*/ 876299 w 885825"/>
              <a:gd name="connsiteY144" fmla="*/ 735558 h 12192000"/>
              <a:gd name="connsiteX145" fmla="*/ 865187 w 885825"/>
              <a:gd name="connsiteY145" fmla="*/ 787945 h 12192000"/>
              <a:gd name="connsiteX146" fmla="*/ 849312 w 885825"/>
              <a:gd name="connsiteY146" fmla="*/ 833983 h 12192000"/>
              <a:gd name="connsiteX147" fmla="*/ 833437 w 885825"/>
              <a:gd name="connsiteY147" fmla="*/ 875258 h 12192000"/>
              <a:gd name="connsiteX148" fmla="*/ 817562 w 885825"/>
              <a:gd name="connsiteY148" fmla="*/ 911770 h 12192000"/>
              <a:gd name="connsiteX149" fmla="*/ 798512 w 885825"/>
              <a:gd name="connsiteY149" fmla="*/ 949870 h 12192000"/>
              <a:gd name="connsiteX150" fmla="*/ 779462 w 885825"/>
              <a:gd name="connsiteY150" fmla="*/ 987970 h 12192000"/>
              <a:gd name="connsiteX151" fmla="*/ 760412 w 885825"/>
              <a:gd name="connsiteY151" fmla="*/ 1024483 h 12192000"/>
              <a:gd name="connsiteX152" fmla="*/ 744537 w 885825"/>
              <a:gd name="connsiteY152" fmla="*/ 1065758 h 12192000"/>
              <a:gd name="connsiteX153" fmla="*/ 730249 w 885825"/>
              <a:gd name="connsiteY153" fmla="*/ 1111795 h 12192000"/>
              <a:gd name="connsiteX154" fmla="*/ 719137 w 885825"/>
              <a:gd name="connsiteY154" fmla="*/ 1164183 h 12192000"/>
              <a:gd name="connsiteX155" fmla="*/ 711199 w 885825"/>
              <a:gd name="connsiteY155" fmla="*/ 1224508 h 12192000"/>
              <a:gd name="connsiteX156" fmla="*/ 709612 w 885825"/>
              <a:gd name="connsiteY156" fmla="*/ 1292770 h 12192000"/>
              <a:gd name="connsiteX157" fmla="*/ 711199 w 885825"/>
              <a:gd name="connsiteY157" fmla="*/ 1361033 h 12192000"/>
              <a:gd name="connsiteX158" fmla="*/ 719137 w 885825"/>
              <a:gd name="connsiteY158" fmla="*/ 1421358 h 12192000"/>
              <a:gd name="connsiteX159" fmla="*/ 730249 w 885825"/>
              <a:gd name="connsiteY159" fmla="*/ 1473745 h 12192000"/>
              <a:gd name="connsiteX160" fmla="*/ 744537 w 885825"/>
              <a:gd name="connsiteY160" fmla="*/ 1519783 h 12192000"/>
              <a:gd name="connsiteX161" fmla="*/ 760412 w 885825"/>
              <a:gd name="connsiteY161" fmla="*/ 1561058 h 12192000"/>
              <a:gd name="connsiteX162" fmla="*/ 779462 w 885825"/>
              <a:gd name="connsiteY162" fmla="*/ 1597570 h 12192000"/>
              <a:gd name="connsiteX163" fmla="*/ 798512 w 885825"/>
              <a:gd name="connsiteY163" fmla="*/ 1635670 h 12192000"/>
              <a:gd name="connsiteX164" fmla="*/ 817562 w 885825"/>
              <a:gd name="connsiteY164" fmla="*/ 1673770 h 12192000"/>
              <a:gd name="connsiteX165" fmla="*/ 833437 w 885825"/>
              <a:gd name="connsiteY165" fmla="*/ 1710283 h 12192000"/>
              <a:gd name="connsiteX166" fmla="*/ 849312 w 885825"/>
              <a:gd name="connsiteY166" fmla="*/ 1751558 h 12192000"/>
              <a:gd name="connsiteX167" fmla="*/ 865187 w 885825"/>
              <a:gd name="connsiteY167" fmla="*/ 1797595 h 12192000"/>
              <a:gd name="connsiteX168" fmla="*/ 876299 w 885825"/>
              <a:gd name="connsiteY168" fmla="*/ 1849983 h 12192000"/>
              <a:gd name="connsiteX169" fmla="*/ 882649 w 885825"/>
              <a:gd name="connsiteY169" fmla="*/ 1910308 h 12192000"/>
              <a:gd name="connsiteX170" fmla="*/ 885824 w 885825"/>
              <a:gd name="connsiteY170" fmla="*/ 1978570 h 12192000"/>
              <a:gd name="connsiteX171" fmla="*/ 882649 w 885825"/>
              <a:gd name="connsiteY171" fmla="*/ 2046833 h 12192000"/>
              <a:gd name="connsiteX172" fmla="*/ 876299 w 885825"/>
              <a:gd name="connsiteY172" fmla="*/ 2107158 h 12192000"/>
              <a:gd name="connsiteX173" fmla="*/ 865187 w 885825"/>
              <a:gd name="connsiteY173" fmla="*/ 2159545 h 12192000"/>
              <a:gd name="connsiteX174" fmla="*/ 849312 w 885825"/>
              <a:gd name="connsiteY174" fmla="*/ 2205583 h 12192000"/>
              <a:gd name="connsiteX175" fmla="*/ 833437 w 885825"/>
              <a:gd name="connsiteY175" fmla="*/ 2246858 h 12192000"/>
              <a:gd name="connsiteX176" fmla="*/ 817562 w 885825"/>
              <a:gd name="connsiteY176" fmla="*/ 2283370 h 12192000"/>
              <a:gd name="connsiteX177" fmla="*/ 798512 w 885825"/>
              <a:gd name="connsiteY177" fmla="*/ 2321470 h 12192000"/>
              <a:gd name="connsiteX178" fmla="*/ 779462 w 885825"/>
              <a:gd name="connsiteY178" fmla="*/ 2359570 h 12192000"/>
              <a:gd name="connsiteX179" fmla="*/ 760412 w 885825"/>
              <a:gd name="connsiteY179" fmla="*/ 2396083 h 12192000"/>
              <a:gd name="connsiteX180" fmla="*/ 744537 w 885825"/>
              <a:gd name="connsiteY180" fmla="*/ 2437358 h 12192000"/>
              <a:gd name="connsiteX181" fmla="*/ 730249 w 885825"/>
              <a:gd name="connsiteY181" fmla="*/ 2483395 h 12192000"/>
              <a:gd name="connsiteX182" fmla="*/ 719137 w 885825"/>
              <a:gd name="connsiteY182" fmla="*/ 2535782 h 12192000"/>
              <a:gd name="connsiteX183" fmla="*/ 711199 w 885825"/>
              <a:gd name="connsiteY183" fmla="*/ 2596108 h 12192000"/>
              <a:gd name="connsiteX184" fmla="*/ 709612 w 885825"/>
              <a:gd name="connsiteY184" fmla="*/ 2664370 h 12192000"/>
              <a:gd name="connsiteX185" fmla="*/ 711199 w 885825"/>
              <a:gd name="connsiteY185" fmla="*/ 2732633 h 12192000"/>
              <a:gd name="connsiteX186" fmla="*/ 719137 w 885825"/>
              <a:gd name="connsiteY186" fmla="*/ 2792958 h 12192000"/>
              <a:gd name="connsiteX187" fmla="*/ 730249 w 885825"/>
              <a:gd name="connsiteY187" fmla="*/ 2845345 h 12192000"/>
              <a:gd name="connsiteX188" fmla="*/ 744537 w 885825"/>
              <a:gd name="connsiteY188" fmla="*/ 2891383 h 12192000"/>
              <a:gd name="connsiteX189" fmla="*/ 760412 w 885825"/>
              <a:gd name="connsiteY189" fmla="*/ 2932658 h 12192000"/>
              <a:gd name="connsiteX190" fmla="*/ 779462 w 885825"/>
              <a:gd name="connsiteY190" fmla="*/ 2969170 h 12192000"/>
              <a:gd name="connsiteX191" fmla="*/ 798512 w 885825"/>
              <a:gd name="connsiteY191" fmla="*/ 3007270 h 12192000"/>
              <a:gd name="connsiteX192" fmla="*/ 817562 w 885825"/>
              <a:gd name="connsiteY192" fmla="*/ 3045370 h 12192000"/>
              <a:gd name="connsiteX193" fmla="*/ 833437 w 885825"/>
              <a:gd name="connsiteY193" fmla="*/ 3081883 h 12192000"/>
              <a:gd name="connsiteX194" fmla="*/ 849312 w 885825"/>
              <a:gd name="connsiteY194" fmla="*/ 3123158 h 12192000"/>
              <a:gd name="connsiteX195" fmla="*/ 865187 w 885825"/>
              <a:gd name="connsiteY195" fmla="*/ 3169195 h 12192000"/>
              <a:gd name="connsiteX196" fmla="*/ 876299 w 885825"/>
              <a:gd name="connsiteY196" fmla="*/ 3221583 h 12192000"/>
              <a:gd name="connsiteX197" fmla="*/ 882649 w 885825"/>
              <a:gd name="connsiteY197" fmla="*/ 3281908 h 12192000"/>
              <a:gd name="connsiteX198" fmla="*/ 885824 w 885825"/>
              <a:gd name="connsiteY198" fmla="*/ 3348582 h 12192000"/>
              <a:gd name="connsiteX199" fmla="*/ 882649 w 885825"/>
              <a:gd name="connsiteY199" fmla="*/ 3418433 h 12192000"/>
              <a:gd name="connsiteX200" fmla="*/ 876299 w 885825"/>
              <a:gd name="connsiteY200" fmla="*/ 3478758 h 12192000"/>
              <a:gd name="connsiteX201" fmla="*/ 865187 w 885825"/>
              <a:gd name="connsiteY201" fmla="*/ 3531145 h 12192000"/>
              <a:gd name="connsiteX202" fmla="*/ 849312 w 885825"/>
              <a:gd name="connsiteY202" fmla="*/ 3577183 h 12192000"/>
              <a:gd name="connsiteX203" fmla="*/ 833437 w 885825"/>
              <a:gd name="connsiteY203" fmla="*/ 3618458 h 12192000"/>
              <a:gd name="connsiteX204" fmla="*/ 817562 w 885825"/>
              <a:gd name="connsiteY204" fmla="*/ 3654970 h 12192000"/>
              <a:gd name="connsiteX205" fmla="*/ 798512 w 885825"/>
              <a:gd name="connsiteY205" fmla="*/ 3693070 h 12192000"/>
              <a:gd name="connsiteX206" fmla="*/ 779462 w 885825"/>
              <a:gd name="connsiteY206" fmla="*/ 3731170 h 12192000"/>
              <a:gd name="connsiteX207" fmla="*/ 760412 w 885825"/>
              <a:gd name="connsiteY207" fmla="*/ 3767683 h 12192000"/>
              <a:gd name="connsiteX208" fmla="*/ 744537 w 885825"/>
              <a:gd name="connsiteY208" fmla="*/ 3808958 h 12192000"/>
              <a:gd name="connsiteX209" fmla="*/ 730249 w 885825"/>
              <a:gd name="connsiteY209" fmla="*/ 3854995 h 12192000"/>
              <a:gd name="connsiteX210" fmla="*/ 719137 w 885825"/>
              <a:gd name="connsiteY210" fmla="*/ 3907383 h 12192000"/>
              <a:gd name="connsiteX211" fmla="*/ 711199 w 885825"/>
              <a:gd name="connsiteY211" fmla="*/ 3967708 h 12192000"/>
              <a:gd name="connsiteX212" fmla="*/ 709612 w 885825"/>
              <a:gd name="connsiteY212" fmla="*/ 4035970 h 12192000"/>
              <a:gd name="connsiteX213" fmla="*/ 711199 w 885825"/>
              <a:gd name="connsiteY213" fmla="*/ 4104233 h 12192000"/>
              <a:gd name="connsiteX214" fmla="*/ 719137 w 885825"/>
              <a:gd name="connsiteY214" fmla="*/ 4164557 h 12192000"/>
              <a:gd name="connsiteX215" fmla="*/ 730249 w 885825"/>
              <a:gd name="connsiteY215" fmla="*/ 4216946 h 12192000"/>
              <a:gd name="connsiteX216" fmla="*/ 744537 w 885825"/>
              <a:gd name="connsiteY216" fmla="*/ 4262982 h 12192000"/>
              <a:gd name="connsiteX217" fmla="*/ 760412 w 885825"/>
              <a:gd name="connsiteY217" fmla="*/ 4304258 h 12192000"/>
              <a:gd name="connsiteX218" fmla="*/ 779462 w 885825"/>
              <a:gd name="connsiteY218" fmla="*/ 4340770 h 12192000"/>
              <a:gd name="connsiteX219" fmla="*/ 817562 w 885825"/>
              <a:gd name="connsiteY219" fmla="*/ 4416970 h 12192000"/>
              <a:gd name="connsiteX220" fmla="*/ 833437 w 885825"/>
              <a:gd name="connsiteY220" fmla="*/ 4453483 h 12192000"/>
              <a:gd name="connsiteX221" fmla="*/ 849312 w 885825"/>
              <a:gd name="connsiteY221" fmla="*/ 4494758 h 12192000"/>
              <a:gd name="connsiteX222" fmla="*/ 865187 w 885825"/>
              <a:gd name="connsiteY222" fmla="*/ 4540795 h 12192000"/>
              <a:gd name="connsiteX223" fmla="*/ 876299 w 885825"/>
              <a:gd name="connsiteY223" fmla="*/ 4593183 h 12192000"/>
              <a:gd name="connsiteX224" fmla="*/ 882649 w 885825"/>
              <a:gd name="connsiteY224" fmla="*/ 4653508 h 12192000"/>
              <a:gd name="connsiteX225" fmla="*/ 885824 w 885825"/>
              <a:gd name="connsiteY225" fmla="*/ 4721770 h 12192000"/>
              <a:gd name="connsiteX226" fmla="*/ 882649 w 885825"/>
              <a:gd name="connsiteY226" fmla="*/ 4790033 h 12192000"/>
              <a:gd name="connsiteX227" fmla="*/ 876299 w 885825"/>
              <a:gd name="connsiteY227" fmla="*/ 4850357 h 12192000"/>
              <a:gd name="connsiteX228" fmla="*/ 865187 w 885825"/>
              <a:gd name="connsiteY228" fmla="*/ 4902746 h 12192000"/>
              <a:gd name="connsiteX229" fmla="*/ 849312 w 885825"/>
              <a:gd name="connsiteY229" fmla="*/ 4948782 h 12192000"/>
              <a:gd name="connsiteX230" fmla="*/ 833437 w 885825"/>
              <a:gd name="connsiteY230" fmla="*/ 4990057 h 12192000"/>
              <a:gd name="connsiteX231" fmla="*/ 817562 w 885825"/>
              <a:gd name="connsiteY231" fmla="*/ 5026570 h 12192000"/>
              <a:gd name="connsiteX232" fmla="*/ 798512 w 885825"/>
              <a:gd name="connsiteY232" fmla="*/ 5064670 h 12192000"/>
              <a:gd name="connsiteX233" fmla="*/ 779462 w 885825"/>
              <a:gd name="connsiteY233" fmla="*/ 5102770 h 12192000"/>
              <a:gd name="connsiteX234" fmla="*/ 760412 w 885825"/>
              <a:gd name="connsiteY234" fmla="*/ 5139283 h 12192000"/>
              <a:gd name="connsiteX235" fmla="*/ 744537 w 885825"/>
              <a:gd name="connsiteY235" fmla="*/ 5180558 h 12192000"/>
              <a:gd name="connsiteX236" fmla="*/ 730249 w 885825"/>
              <a:gd name="connsiteY236" fmla="*/ 5226595 h 12192000"/>
              <a:gd name="connsiteX237" fmla="*/ 719137 w 885825"/>
              <a:gd name="connsiteY237" fmla="*/ 5278983 h 12192000"/>
              <a:gd name="connsiteX238" fmla="*/ 711199 w 885825"/>
              <a:gd name="connsiteY238" fmla="*/ 5339307 h 12192000"/>
              <a:gd name="connsiteX239" fmla="*/ 709612 w 885825"/>
              <a:gd name="connsiteY239" fmla="*/ 5407570 h 12192000"/>
              <a:gd name="connsiteX240" fmla="*/ 711199 w 885825"/>
              <a:gd name="connsiteY240" fmla="*/ 5475833 h 12192000"/>
              <a:gd name="connsiteX241" fmla="*/ 719137 w 885825"/>
              <a:gd name="connsiteY241" fmla="*/ 5536158 h 12192000"/>
              <a:gd name="connsiteX242" fmla="*/ 730249 w 885825"/>
              <a:gd name="connsiteY242" fmla="*/ 5588545 h 12192000"/>
              <a:gd name="connsiteX243" fmla="*/ 744537 w 885825"/>
              <a:gd name="connsiteY243" fmla="*/ 5634583 h 12192000"/>
              <a:gd name="connsiteX244" fmla="*/ 760412 w 885825"/>
              <a:gd name="connsiteY244" fmla="*/ 5675858 h 12192000"/>
              <a:gd name="connsiteX245" fmla="*/ 779462 w 885825"/>
              <a:gd name="connsiteY245" fmla="*/ 5712371 h 12192000"/>
              <a:gd name="connsiteX246" fmla="*/ 798512 w 885825"/>
              <a:gd name="connsiteY246" fmla="*/ 5750471 h 12192000"/>
              <a:gd name="connsiteX247" fmla="*/ 817562 w 885825"/>
              <a:gd name="connsiteY247" fmla="*/ 5788571 h 12192000"/>
              <a:gd name="connsiteX248" fmla="*/ 833437 w 885825"/>
              <a:gd name="connsiteY248" fmla="*/ 5825083 h 12192000"/>
              <a:gd name="connsiteX249" fmla="*/ 849312 w 885825"/>
              <a:gd name="connsiteY249" fmla="*/ 5866358 h 12192000"/>
              <a:gd name="connsiteX250" fmla="*/ 865187 w 885825"/>
              <a:gd name="connsiteY250" fmla="*/ 5912395 h 12192000"/>
              <a:gd name="connsiteX251" fmla="*/ 876299 w 885825"/>
              <a:gd name="connsiteY251" fmla="*/ 5964783 h 12192000"/>
              <a:gd name="connsiteX252" fmla="*/ 882649 w 885825"/>
              <a:gd name="connsiteY252" fmla="*/ 6025108 h 12192000"/>
              <a:gd name="connsiteX253" fmla="*/ 885824 w 885825"/>
              <a:gd name="connsiteY253" fmla="*/ 6093370 h 12192000"/>
              <a:gd name="connsiteX254" fmla="*/ 885703 w 885825"/>
              <a:gd name="connsiteY254" fmla="*/ 6095988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</a:cxnLst>
            <a:rect l="l" t="t" r="r" b="b"/>
            <a:pathLst>
              <a:path w="885825" h="12192000">
                <a:moveTo>
                  <a:pt x="885825" y="6098626"/>
                </a:moveTo>
                <a:lnTo>
                  <a:pt x="882650" y="6166889"/>
                </a:lnTo>
                <a:lnTo>
                  <a:pt x="876300" y="6227214"/>
                </a:lnTo>
                <a:lnTo>
                  <a:pt x="865188" y="6279601"/>
                </a:lnTo>
                <a:lnTo>
                  <a:pt x="849313" y="6325639"/>
                </a:lnTo>
                <a:lnTo>
                  <a:pt x="833438" y="6366914"/>
                </a:lnTo>
                <a:lnTo>
                  <a:pt x="817563" y="6403426"/>
                </a:lnTo>
                <a:lnTo>
                  <a:pt x="798513" y="6441526"/>
                </a:lnTo>
                <a:lnTo>
                  <a:pt x="779463" y="6479626"/>
                </a:lnTo>
                <a:lnTo>
                  <a:pt x="760413" y="6516139"/>
                </a:lnTo>
                <a:lnTo>
                  <a:pt x="744538" y="6557414"/>
                </a:lnTo>
                <a:lnTo>
                  <a:pt x="730250" y="6603451"/>
                </a:lnTo>
                <a:lnTo>
                  <a:pt x="719138" y="6655839"/>
                </a:lnTo>
                <a:lnTo>
                  <a:pt x="711200" y="6716164"/>
                </a:lnTo>
                <a:lnTo>
                  <a:pt x="709613" y="6784426"/>
                </a:lnTo>
                <a:lnTo>
                  <a:pt x="711200" y="6852689"/>
                </a:lnTo>
                <a:lnTo>
                  <a:pt x="719138" y="6913014"/>
                </a:lnTo>
                <a:lnTo>
                  <a:pt x="730250" y="6965401"/>
                </a:lnTo>
                <a:lnTo>
                  <a:pt x="744538" y="7011439"/>
                </a:lnTo>
                <a:lnTo>
                  <a:pt x="760413" y="7052714"/>
                </a:lnTo>
                <a:lnTo>
                  <a:pt x="779463" y="7089226"/>
                </a:lnTo>
                <a:lnTo>
                  <a:pt x="798513" y="7127326"/>
                </a:lnTo>
                <a:lnTo>
                  <a:pt x="817563" y="7165426"/>
                </a:lnTo>
                <a:lnTo>
                  <a:pt x="833438" y="7201939"/>
                </a:lnTo>
                <a:lnTo>
                  <a:pt x="849313" y="7243214"/>
                </a:lnTo>
                <a:lnTo>
                  <a:pt x="865188" y="7289251"/>
                </a:lnTo>
                <a:lnTo>
                  <a:pt x="876300" y="7341639"/>
                </a:lnTo>
                <a:lnTo>
                  <a:pt x="882650" y="7401964"/>
                </a:lnTo>
                <a:lnTo>
                  <a:pt x="885825" y="7470226"/>
                </a:lnTo>
                <a:lnTo>
                  <a:pt x="882650" y="7538489"/>
                </a:lnTo>
                <a:lnTo>
                  <a:pt x="876300" y="7598814"/>
                </a:lnTo>
                <a:lnTo>
                  <a:pt x="865188" y="7651201"/>
                </a:lnTo>
                <a:lnTo>
                  <a:pt x="849313" y="7697239"/>
                </a:lnTo>
                <a:lnTo>
                  <a:pt x="833438" y="7738514"/>
                </a:lnTo>
                <a:lnTo>
                  <a:pt x="817563" y="7775026"/>
                </a:lnTo>
                <a:lnTo>
                  <a:pt x="798513" y="7813126"/>
                </a:lnTo>
                <a:lnTo>
                  <a:pt x="779463" y="7851226"/>
                </a:lnTo>
                <a:lnTo>
                  <a:pt x="760413" y="7887739"/>
                </a:lnTo>
                <a:lnTo>
                  <a:pt x="744538" y="7929014"/>
                </a:lnTo>
                <a:lnTo>
                  <a:pt x="730250" y="7975051"/>
                </a:lnTo>
                <a:lnTo>
                  <a:pt x="719138" y="8027439"/>
                </a:lnTo>
                <a:lnTo>
                  <a:pt x="711200" y="8087764"/>
                </a:lnTo>
                <a:lnTo>
                  <a:pt x="709613" y="8156026"/>
                </a:lnTo>
                <a:lnTo>
                  <a:pt x="711200" y="8224289"/>
                </a:lnTo>
                <a:lnTo>
                  <a:pt x="719138" y="8284614"/>
                </a:lnTo>
                <a:lnTo>
                  <a:pt x="730250" y="8337001"/>
                </a:lnTo>
                <a:lnTo>
                  <a:pt x="744538" y="8383039"/>
                </a:lnTo>
                <a:lnTo>
                  <a:pt x="760413" y="8424314"/>
                </a:lnTo>
                <a:lnTo>
                  <a:pt x="779463" y="8460826"/>
                </a:lnTo>
                <a:lnTo>
                  <a:pt x="798513" y="8498926"/>
                </a:lnTo>
                <a:lnTo>
                  <a:pt x="817563" y="8537026"/>
                </a:lnTo>
                <a:lnTo>
                  <a:pt x="833438" y="8573540"/>
                </a:lnTo>
                <a:lnTo>
                  <a:pt x="849313" y="8614814"/>
                </a:lnTo>
                <a:lnTo>
                  <a:pt x="865188" y="8660852"/>
                </a:lnTo>
                <a:lnTo>
                  <a:pt x="876300" y="8713240"/>
                </a:lnTo>
                <a:lnTo>
                  <a:pt x="882650" y="8773564"/>
                </a:lnTo>
                <a:lnTo>
                  <a:pt x="885825" y="8840240"/>
                </a:lnTo>
                <a:lnTo>
                  <a:pt x="882650" y="8910090"/>
                </a:lnTo>
                <a:lnTo>
                  <a:pt x="876300" y="8970414"/>
                </a:lnTo>
                <a:lnTo>
                  <a:pt x="865188" y="9022802"/>
                </a:lnTo>
                <a:lnTo>
                  <a:pt x="849313" y="9068840"/>
                </a:lnTo>
                <a:lnTo>
                  <a:pt x="833438" y="9110114"/>
                </a:lnTo>
                <a:lnTo>
                  <a:pt x="817563" y="9146628"/>
                </a:lnTo>
                <a:lnTo>
                  <a:pt x="798513" y="9184728"/>
                </a:lnTo>
                <a:lnTo>
                  <a:pt x="779463" y="9222828"/>
                </a:lnTo>
                <a:lnTo>
                  <a:pt x="760413" y="9259340"/>
                </a:lnTo>
                <a:lnTo>
                  <a:pt x="744538" y="9300614"/>
                </a:lnTo>
                <a:lnTo>
                  <a:pt x="730250" y="9346652"/>
                </a:lnTo>
                <a:lnTo>
                  <a:pt x="719138" y="9399040"/>
                </a:lnTo>
                <a:lnTo>
                  <a:pt x="711200" y="9459364"/>
                </a:lnTo>
                <a:lnTo>
                  <a:pt x="709613" y="9527628"/>
                </a:lnTo>
                <a:lnTo>
                  <a:pt x="711200" y="9595890"/>
                </a:lnTo>
                <a:lnTo>
                  <a:pt x="719138" y="9656214"/>
                </a:lnTo>
                <a:lnTo>
                  <a:pt x="730250" y="9708602"/>
                </a:lnTo>
                <a:lnTo>
                  <a:pt x="744538" y="9754640"/>
                </a:lnTo>
                <a:lnTo>
                  <a:pt x="760413" y="9795914"/>
                </a:lnTo>
                <a:lnTo>
                  <a:pt x="779463" y="9832428"/>
                </a:lnTo>
                <a:lnTo>
                  <a:pt x="817563" y="9908628"/>
                </a:lnTo>
                <a:lnTo>
                  <a:pt x="833438" y="9945140"/>
                </a:lnTo>
                <a:lnTo>
                  <a:pt x="849313" y="9986414"/>
                </a:lnTo>
                <a:lnTo>
                  <a:pt x="865188" y="10032452"/>
                </a:lnTo>
                <a:lnTo>
                  <a:pt x="876300" y="10084840"/>
                </a:lnTo>
                <a:lnTo>
                  <a:pt x="882650" y="10145164"/>
                </a:lnTo>
                <a:lnTo>
                  <a:pt x="885825" y="10213428"/>
                </a:lnTo>
                <a:lnTo>
                  <a:pt x="882650" y="10281690"/>
                </a:lnTo>
                <a:lnTo>
                  <a:pt x="876300" y="10342014"/>
                </a:lnTo>
                <a:lnTo>
                  <a:pt x="865188" y="10394402"/>
                </a:lnTo>
                <a:lnTo>
                  <a:pt x="849313" y="10440440"/>
                </a:lnTo>
                <a:lnTo>
                  <a:pt x="833438" y="10481714"/>
                </a:lnTo>
                <a:lnTo>
                  <a:pt x="817563" y="10518228"/>
                </a:lnTo>
                <a:lnTo>
                  <a:pt x="798513" y="10556328"/>
                </a:lnTo>
                <a:lnTo>
                  <a:pt x="779463" y="10594428"/>
                </a:lnTo>
                <a:lnTo>
                  <a:pt x="760413" y="10630940"/>
                </a:lnTo>
                <a:lnTo>
                  <a:pt x="744538" y="10672214"/>
                </a:lnTo>
                <a:lnTo>
                  <a:pt x="730250" y="10718252"/>
                </a:lnTo>
                <a:lnTo>
                  <a:pt x="719138" y="10770640"/>
                </a:lnTo>
                <a:lnTo>
                  <a:pt x="711200" y="10830964"/>
                </a:lnTo>
                <a:lnTo>
                  <a:pt x="709613" y="10899228"/>
                </a:lnTo>
                <a:lnTo>
                  <a:pt x="711200" y="10967490"/>
                </a:lnTo>
                <a:lnTo>
                  <a:pt x="719138" y="11027814"/>
                </a:lnTo>
                <a:lnTo>
                  <a:pt x="730250" y="11080202"/>
                </a:lnTo>
                <a:lnTo>
                  <a:pt x="744538" y="11126240"/>
                </a:lnTo>
                <a:lnTo>
                  <a:pt x="760413" y="11167514"/>
                </a:lnTo>
                <a:lnTo>
                  <a:pt x="779463" y="11204028"/>
                </a:lnTo>
                <a:lnTo>
                  <a:pt x="798513" y="11242128"/>
                </a:lnTo>
                <a:lnTo>
                  <a:pt x="817563" y="11280228"/>
                </a:lnTo>
                <a:lnTo>
                  <a:pt x="833438" y="11316740"/>
                </a:lnTo>
                <a:lnTo>
                  <a:pt x="849313" y="11358014"/>
                </a:lnTo>
                <a:lnTo>
                  <a:pt x="865188" y="11404052"/>
                </a:lnTo>
                <a:lnTo>
                  <a:pt x="876300" y="11456440"/>
                </a:lnTo>
                <a:lnTo>
                  <a:pt x="882650" y="11516764"/>
                </a:lnTo>
                <a:lnTo>
                  <a:pt x="885825" y="11585028"/>
                </a:lnTo>
                <a:lnTo>
                  <a:pt x="882650" y="11653290"/>
                </a:lnTo>
                <a:lnTo>
                  <a:pt x="876300" y="11713614"/>
                </a:lnTo>
                <a:lnTo>
                  <a:pt x="865188" y="11766002"/>
                </a:lnTo>
                <a:lnTo>
                  <a:pt x="849313" y="11812040"/>
                </a:lnTo>
                <a:lnTo>
                  <a:pt x="833438" y="11853314"/>
                </a:lnTo>
                <a:lnTo>
                  <a:pt x="817563" y="11889828"/>
                </a:lnTo>
                <a:lnTo>
                  <a:pt x="798513" y="11927928"/>
                </a:lnTo>
                <a:lnTo>
                  <a:pt x="779463" y="11966028"/>
                </a:lnTo>
                <a:lnTo>
                  <a:pt x="760413" y="12002540"/>
                </a:lnTo>
                <a:lnTo>
                  <a:pt x="744538" y="12043814"/>
                </a:lnTo>
                <a:lnTo>
                  <a:pt x="730250" y="12089852"/>
                </a:lnTo>
                <a:lnTo>
                  <a:pt x="719138" y="12142240"/>
                </a:lnTo>
                <a:lnTo>
                  <a:pt x="712590" y="12192000"/>
                </a:lnTo>
                <a:lnTo>
                  <a:pt x="0" y="12192000"/>
                </a:lnTo>
                <a:lnTo>
                  <a:pt x="0" y="6779170"/>
                </a:lnTo>
                <a:lnTo>
                  <a:pt x="0" y="6779170"/>
                </a:lnTo>
                <a:lnTo>
                  <a:pt x="0" y="0"/>
                </a:lnTo>
                <a:lnTo>
                  <a:pt x="712590" y="0"/>
                </a:lnTo>
                <a:lnTo>
                  <a:pt x="719137" y="49758"/>
                </a:lnTo>
                <a:lnTo>
                  <a:pt x="730249" y="102145"/>
                </a:lnTo>
                <a:lnTo>
                  <a:pt x="744537" y="148183"/>
                </a:lnTo>
                <a:lnTo>
                  <a:pt x="760412" y="189458"/>
                </a:lnTo>
                <a:lnTo>
                  <a:pt x="779462" y="225970"/>
                </a:lnTo>
                <a:lnTo>
                  <a:pt x="798512" y="264070"/>
                </a:lnTo>
                <a:lnTo>
                  <a:pt x="817562" y="302170"/>
                </a:lnTo>
                <a:lnTo>
                  <a:pt x="833437" y="338683"/>
                </a:lnTo>
                <a:lnTo>
                  <a:pt x="849312" y="379958"/>
                </a:lnTo>
                <a:lnTo>
                  <a:pt x="865187" y="425995"/>
                </a:lnTo>
                <a:lnTo>
                  <a:pt x="876299" y="478383"/>
                </a:lnTo>
                <a:lnTo>
                  <a:pt x="882649" y="538708"/>
                </a:lnTo>
                <a:lnTo>
                  <a:pt x="885824" y="606970"/>
                </a:lnTo>
                <a:lnTo>
                  <a:pt x="882649" y="675233"/>
                </a:lnTo>
                <a:lnTo>
                  <a:pt x="876299" y="735558"/>
                </a:lnTo>
                <a:lnTo>
                  <a:pt x="865187" y="787945"/>
                </a:lnTo>
                <a:lnTo>
                  <a:pt x="849312" y="833983"/>
                </a:lnTo>
                <a:lnTo>
                  <a:pt x="833437" y="875258"/>
                </a:lnTo>
                <a:lnTo>
                  <a:pt x="817562" y="911770"/>
                </a:lnTo>
                <a:lnTo>
                  <a:pt x="798512" y="949870"/>
                </a:lnTo>
                <a:lnTo>
                  <a:pt x="779462" y="987970"/>
                </a:lnTo>
                <a:lnTo>
                  <a:pt x="760412" y="1024483"/>
                </a:lnTo>
                <a:lnTo>
                  <a:pt x="744537" y="1065758"/>
                </a:lnTo>
                <a:lnTo>
                  <a:pt x="730249" y="1111795"/>
                </a:lnTo>
                <a:lnTo>
                  <a:pt x="719137" y="1164183"/>
                </a:lnTo>
                <a:lnTo>
                  <a:pt x="711199" y="1224508"/>
                </a:lnTo>
                <a:lnTo>
                  <a:pt x="709612" y="1292770"/>
                </a:lnTo>
                <a:lnTo>
                  <a:pt x="711199" y="1361033"/>
                </a:lnTo>
                <a:lnTo>
                  <a:pt x="719137" y="1421358"/>
                </a:lnTo>
                <a:lnTo>
                  <a:pt x="730249" y="1473745"/>
                </a:lnTo>
                <a:lnTo>
                  <a:pt x="744537" y="1519783"/>
                </a:lnTo>
                <a:lnTo>
                  <a:pt x="760412" y="1561058"/>
                </a:lnTo>
                <a:lnTo>
                  <a:pt x="779462" y="1597570"/>
                </a:lnTo>
                <a:lnTo>
                  <a:pt x="798512" y="1635670"/>
                </a:lnTo>
                <a:lnTo>
                  <a:pt x="817562" y="1673770"/>
                </a:lnTo>
                <a:lnTo>
                  <a:pt x="833437" y="1710283"/>
                </a:lnTo>
                <a:lnTo>
                  <a:pt x="849312" y="1751558"/>
                </a:lnTo>
                <a:lnTo>
                  <a:pt x="865187" y="1797595"/>
                </a:lnTo>
                <a:lnTo>
                  <a:pt x="876299" y="1849983"/>
                </a:lnTo>
                <a:lnTo>
                  <a:pt x="882649" y="1910308"/>
                </a:lnTo>
                <a:lnTo>
                  <a:pt x="885824" y="1978570"/>
                </a:lnTo>
                <a:lnTo>
                  <a:pt x="882649" y="2046833"/>
                </a:lnTo>
                <a:lnTo>
                  <a:pt x="876299" y="2107158"/>
                </a:lnTo>
                <a:lnTo>
                  <a:pt x="865187" y="2159545"/>
                </a:lnTo>
                <a:lnTo>
                  <a:pt x="849312" y="2205583"/>
                </a:lnTo>
                <a:lnTo>
                  <a:pt x="833437" y="2246858"/>
                </a:lnTo>
                <a:lnTo>
                  <a:pt x="817562" y="2283370"/>
                </a:lnTo>
                <a:lnTo>
                  <a:pt x="798512" y="2321470"/>
                </a:lnTo>
                <a:lnTo>
                  <a:pt x="779462" y="2359570"/>
                </a:lnTo>
                <a:lnTo>
                  <a:pt x="760412" y="2396083"/>
                </a:lnTo>
                <a:lnTo>
                  <a:pt x="744537" y="2437358"/>
                </a:lnTo>
                <a:lnTo>
                  <a:pt x="730249" y="2483395"/>
                </a:lnTo>
                <a:lnTo>
                  <a:pt x="719137" y="2535782"/>
                </a:lnTo>
                <a:lnTo>
                  <a:pt x="711199" y="2596108"/>
                </a:lnTo>
                <a:lnTo>
                  <a:pt x="709612" y="2664370"/>
                </a:lnTo>
                <a:lnTo>
                  <a:pt x="711199" y="2732633"/>
                </a:lnTo>
                <a:lnTo>
                  <a:pt x="719137" y="2792958"/>
                </a:lnTo>
                <a:lnTo>
                  <a:pt x="730249" y="2845345"/>
                </a:lnTo>
                <a:lnTo>
                  <a:pt x="744537" y="2891383"/>
                </a:lnTo>
                <a:lnTo>
                  <a:pt x="760412" y="2932658"/>
                </a:lnTo>
                <a:lnTo>
                  <a:pt x="779462" y="2969170"/>
                </a:lnTo>
                <a:lnTo>
                  <a:pt x="798512" y="3007270"/>
                </a:lnTo>
                <a:lnTo>
                  <a:pt x="817562" y="3045370"/>
                </a:lnTo>
                <a:lnTo>
                  <a:pt x="833437" y="3081883"/>
                </a:lnTo>
                <a:lnTo>
                  <a:pt x="849312" y="3123158"/>
                </a:lnTo>
                <a:lnTo>
                  <a:pt x="865187" y="3169195"/>
                </a:lnTo>
                <a:lnTo>
                  <a:pt x="876299" y="3221583"/>
                </a:lnTo>
                <a:lnTo>
                  <a:pt x="882649" y="3281908"/>
                </a:lnTo>
                <a:lnTo>
                  <a:pt x="885824" y="3348582"/>
                </a:lnTo>
                <a:lnTo>
                  <a:pt x="882649" y="3418433"/>
                </a:lnTo>
                <a:lnTo>
                  <a:pt x="876299" y="3478758"/>
                </a:lnTo>
                <a:lnTo>
                  <a:pt x="865187" y="3531145"/>
                </a:lnTo>
                <a:lnTo>
                  <a:pt x="849312" y="3577183"/>
                </a:lnTo>
                <a:lnTo>
                  <a:pt x="833437" y="3618458"/>
                </a:lnTo>
                <a:lnTo>
                  <a:pt x="817562" y="3654970"/>
                </a:lnTo>
                <a:lnTo>
                  <a:pt x="798512" y="3693070"/>
                </a:lnTo>
                <a:lnTo>
                  <a:pt x="779462" y="3731170"/>
                </a:lnTo>
                <a:lnTo>
                  <a:pt x="760412" y="3767683"/>
                </a:lnTo>
                <a:lnTo>
                  <a:pt x="744537" y="3808958"/>
                </a:lnTo>
                <a:lnTo>
                  <a:pt x="730249" y="3854995"/>
                </a:lnTo>
                <a:lnTo>
                  <a:pt x="719137" y="3907383"/>
                </a:lnTo>
                <a:lnTo>
                  <a:pt x="711199" y="3967708"/>
                </a:lnTo>
                <a:lnTo>
                  <a:pt x="709612" y="4035970"/>
                </a:lnTo>
                <a:lnTo>
                  <a:pt x="711199" y="4104233"/>
                </a:lnTo>
                <a:lnTo>
                  <a:pt x="719137" y="4164557"/>
                </a:lnTo>
                <a:lnTo>
                  <a:pt x="730249" y="4216946"/>
                </a:lnTo>
                <a:lnTo>
                  <a:pt x="744537" y="4262982"/>
                </a:lnTo>
                <a:lnTo>
                  <a:pt x="760412" y="4304258"/>
                </a:lnTo>
                <a:lnTo>
                  <a:pt x="779462" y="4340770"/>
                </a:lnTo>
                <a:lnTo>
                  <a:pt x="817562" y="4416970"/>
                </a:lnTo>
                <a:lnTo>
                  <a:pt x="833437" y="4453483"/>
                </a:lnTo>
                <a:lnTo>
                  <a:pt x="849312" y="4494758"/>
                </a:lnTo>
                <a:lnTo>
                  <a:pt x="865187" y="4540795"/>
                </a:lnTo>
                <a:lnTo>
                  <a:pt x="876299" y="4593183"/>
                </a:lnTo>
                <a:lnTo>
                  <a:pt x="882649" y="4653508"/>
                </a:lnTo>
                <a:lnTo>
                  <a:pt x="885824" y="4721770"/>
                </a:lnTo>
                <a:lnTo>
                  <a:pt x="882649" y="4790033"/>
                </a:lnTo>
                <a:lnTo>
                  <a:pt x="876299" y="4850357"/>
                </a:lnTo>
                <a:lnTo>
                  <a:pt x="865187" y="4902746"/>
                </a:lnTo>
                <a:lnTo>
                  <a:pt x="849312" y="4948782"/>
                </a:lnTo>
                <a:lnTo>
                  <a:pt x="833437" y="4990057"/>
                </a:lnTo>
                <a:lnTo>
                  <a:pt x="817562" y="5026570"/>
                </a:lnTo>
                <a:lnTo>
                  <a:pt x="798512" y="5064670"/>
                </a:lnTo>
                <a:lnTo>
                  <a:pt x="779462" y="5102770"/>
                </a:lnTo>
                <a:lnTo>
                  <a:pt x="760412" y="5139283"/>
                </a:lnTo>
                <a:lnTo>
                  <a:pt x="744537" y="5180558"/>
                </a:lnTo>
                <a:lnTo>
                  <a:pt x="730249" y="5226595"/>
                </a:lnTo>
                <a:lnTo>
                  <a:pt x="719137" y="5278983"/>
                </a:lnTo>
                <a:lnTo>
                  <a:pt x="711199" y="5339307"/>
                </a:lnTo>
                <a:lnTo>
                  <a:pt x="709612" y="5407570"/>
                </a:lnTo>
                <a:lnTo>
                  <a:pt x="711199" y="5475833"/>
                </a:lnTo>
                <a:lnTo>
                  <a:pt x="719137" y="5536158"/>
                </a:lnTo>
                <a:lnTo>
                  <a:pt x="730249" y="5588545"/>
                </a:lnTo>
                <a:lnTo>
                  <a:pt x="744537" y="5634583"/>
                </a:lnTo>
                <a:lnTo>
                  <a:pt x="760412" y="5675858"/>
                </a:lnTo>
                <a:lnTo>
                  <a:pt x="779462" y="5712371"/>
                </a:lnTo>
                <a:lnTo>
                  <a:pt x="798512" y="5750471"/>
                </a:lnTo>
                <a:lnTo>
                  <a:pt x="817562" y="5788571"/>
                </a:lnTo>
                <a:lnTo>
                  <a:pt x="833437" y="5825083"/>
                </a:lnTo>
                <a:lnTo>
                  <a:pt x="849312" y="5866358"/>
                </a:lnTo>
                <a:lnTo>
                  <a:pt x="865187" y="5912395"/>
                </a:lnTo>
                <a:lnTo>
                  <a:pt x="876299" y="5964783"/>
                </a:lnTo>
                <a:lnTo>
                  <a:pt x="882649" y="6025108"/>
                </a:lnTo>
                <a:lnTo>
                  <a:pt x="885824" y="6093370"/>
                </a:lnTo>
                <a:lnTo>
                  <a:pt x="885703" y="6095988"/>
                </a:lnTo>
                <a:close/>
              </a:path>
            </a:pathLst>
          </a:custGeom>
          <a:solidFill>
            <a:srgbClr val="2A1A00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477570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1DD3A06-1344-3C3C-A3B6-B45B859D1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9" y="645107"/>
            <a:ext cx="3384329" cy="1640894"/>
          </a:xfrm>
        </p:spPr>
        <p:txBody>
          <a:bodyPr anchor="t">
            <a:normAutofit/>
          </a:bodyPr>
          <a:lstStyle/>
          <a:p>
            <a:r>
              <a:rPr lang="cs-CZ" sz="3700"/>
              <a:t>Chov králíků v domácnosti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CEF14B0-EE11-EFFB-A233-80289002B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9" y="2286001"/>
            <a:ext cx="3384330" cy="3940844"/>
          </a:xfrm>
        </p:spPr>
        <p:txBody>
          <a:bodyPr>
            <a:normAutofit/>
          </a:bodyPr>
          <a:lstStyle/>
          <a:p>
            <a:r>
              <a:rPr lang="cs-CZ" dirty="0"/>
              <a:t>Realizován většinou v klecích různých rozměrů</a:t>
            </a:r>
          </a:p>
          <a:p>
            <a:r>
              <a:rPr lang="cs-CZ" dirty="0"/>
              <a:t>Lze se setkat též s volným pohybem králíka po domácnosti – nutnost odstranit rizika (jedovaté rostliny, kabely)</a:t>
            </a:r>
            <a:endParaRPr lang="en-US" dirty="0"/>
          </a:p>
        </p:txBody>
      </p:sp>
      <p:pic>
        <p:nvPicPr>
          <p:cNvPr id="4" name="Zástupný obsah 3">
            <a:extLst>
              <a:ext uri="{FF2B5EF4-FFF2-40B4-BE49-F238E27FC236}">
                <a16:creationId xmlns:a16="http://schemas.microsoft.com/office/drawing/2014/main" id="{D9919980-804F-9523-A1E2-49E9C112C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79472" y="1755906"/>
            <a:ext cx="5995465" cy="337244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94601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7520F84D-966A-41CD-B818-16BF32EF1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510D23-E323-4577-A8EA-12C6C6019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4FFECA-0832-4FE3-B587-054A0F2D80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CD5CB11-99B2-9AD5-753E-ABBD4DAA8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257" y="864911"/>
            <a:ext cx="9031484" cy="346728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cs-CZ" sz="8000" spc="800" dirty="0"/>
              <a:t>Významná plemena králíků</a:t>
            </a:r>
            <a:endParaRPr lang="en-US" sz="8000" spc="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65858E6-5C0F-4AAE-A1AC-29BA07FFE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070707"/>
            <a:ext cx="12192000" cy="1787292"/>
          </a:xfrm>
          <a:custGeom>
            <a:avLst/>
            <a:gdLst>
              <a:gd name="connsiteX0" fmla="*/ 619389 w 12192000"/>
              <a:gd name="connsiteY0" fmla="*/ 0 h 1787292"/>
              <a:gd name="connsiteX1" fmla="*/ 687652 w 12192000"/>
              <a:gd name="connsiteY1" fmla="*/ 3175 h 1787292"/>
              <a:gd name="connsiteX2" fmla="*/ 747977 w 12192000"/>
              <a:gd name="connsiteY2" fmla="*/ 9525 h 1787292"/>
              <a:gd name="connsiteX3" fmla="*/ 800364 w 12192000"/>
              <a:gd name="connsiteY3" fmla="*/ 20637 h 1787292"/>
              <a:gd name="connsiteX4" fmla="*/ 846402 w 12192000"/>
              <a:gd name="connsiteY4" fmla="*/ 36512 h 1787292"/>
              <a:gd name="connsiteX5" fmla="*/ 887677 w 12192000"/>
              <a:gd name="connsiteY5" fmla="*/ 52387 h 1787292"/>
              <a:gd name="connsiteX6" fmla="*/ 924189 w 12192000"/>
              <a:gd name="connsiteY6" fmla="*/ 68262 h 1787292"/>
              <a:gd name="connsiteX7" fmla="*/ 962289 w 12192000"/>
              <a:gd name="connsiteY7" fmla="*/ 87312 h 1787292"/>
              <a:gd name="connsiteX8" fmla="*/ 1000389 w 12192000"/>
              <a:gd name="connsiteY8" fmla="*/ 106362 h 1787292"/>
              <a:gd name="connsiteX9" fmla="*/ 1036902 w 12192000"/>
              <a:gd name="connsiteY9" fmla="*/ 125412 h 1787292"/>
              <a:gd name="connsiteX10" fmla="*/ 1078177 w 12192000"/>
              <a:gd name="connsiteY10" fmla="*/ 141287 h 1787292"/>
              <a:gd name="connsiteX11" fmla="*/ 1124214 w 12192000"/>
              <a:gd name="connsiteY11" fmla="*/ 155575 h 1787292"/>
              <a:gd name="connsiteX12" fmla="*/ 1176602 w 12192000"/>
              <a:gd name="connsiteY12" fmla="*/ 166687 h 1787292"/>
              <a:gd name="connsiteX13" fmla="*/ 1236927 w 12192000"/>
              <a:gd name="connsiteY13" fmla="*/ 174625 h 1787292"/>
              <a:gd name="connsiteX14" fmla="*/ 1305189 w 12192000"/>
              <a:gd name="connsiteY14" fmla="*/ 176212 h 1787292"/>
              <a:gd name="connsiteX15" fmla="*/ 1373452 w 12192000"/>
              <a:gd name="connsiteY15" fmla="*/ 174625 h 1787292"/>
              <a:gd name="connsiteX16" fmla="*/ 1433777 w 12192000"/>
              <a:gd name="connsiteY16" fmla="*/ 166687 h 1787292"/>
              <a:gd name="connsiteX17" fmla="*/ 1486164 w 12192000"/>
              <a:gd name="connsiteY17" fmla="*/ 155575 h 1787292"/>
              <a:gd name="connsiteX18" fmla="*/ 1532202 w 12192000"/>
              <a:gd name="connsiteY18" fmla="*/ 141287 h 1787292"/>
              <a:gd name="connsiteX19" fmla="*/ 1573477 w 12192000"/>
              <a:gd name="connsiteY19" fmla="*/ 125412 h 1787292"/>
              <a:gd name="connsiteX20" fmla="*/ 1609989 w 12192000"/>
              <a:gd name="connsiteY20" fmla="*/ 106362 h 1787292"/>
              <a:gd name="connsiteX21" fmla="*/ 1648089 w 12192000"/>
              <a:gd name="connsiteY21" fmla="*/ 87312 h 1787292"/>
              <a:gd name="connsiteX22" fmla="*/ 1686189 w 12192000"/>
              <a:gd name="connsiteY22" fmla="*/ 68262 h 1787292"/>
              <a:gd name="connsiteX23" fmla="*/ 1722702 w 12192000"/>
              <a:gd name="connsiteY23" fmla="*/ 52387 h 1787292"/>
              <a:gd name="connsiteX24" fmla="*/ 1763977 w 12192000"/>
              <a:gd name="connsiteY24" fmla="*/ 36512 h 1787292"/>
              <a:gd name="connsiteX25" fmla="*/ 1810014 w 12192000"/>
              <a:gd name="connsiteY25" fmla="*/ 20637 h 1787292"/>
              <a:gd name="connsiteX26" fmla="*/ 1862402 w 12192000"/>
              <a:gd name="connsiteY26" fmla="*/ 9525 h 1787292"/>
              <a:gd name="connsiteX27" fmla="*/ 1922727 w 12192000"/>
              <a:gd name="connsiteY27" fmla="*/ 3175 h 1787292"/>
              <a:gd name="connsiteX28" fmla="*/ 1990989 w 12192000"/>
              <a:gd name="connsiteY28" fmla="*/ 0 h 1787292"/>
              <a:gd name="connsiteX29" fmla="*/ 2059252 w 12192000"/>
              <a:gd name="connsiteY29" fmla="*/ 3175 h 1787292"/>
              <a:gd name="connsiteX30" fmla="*/ 2119577 w 12192000"/>
              <a:gd name="connsiteY30" fmla="*/ 9525 h 1787292"/>
              <a:gd name="connsiteX31" fmla="*/ 2171964 w 12192000"/>
              <a:gd name="connsiteY31" fmla="*/ 20637 h 1787292"/>
              <a:gd name="connsiteX32" fmla="*/ 2218002 w 12192000"/>
              <a:gd name="connsiteY32" fmla="*/ 36512 h 1787292"/>
              <a:gd name="connsiteX33" fmla="*/ 2259277 w 12192000"/>
              <a:gd name="connsiteY33" fmla="*/ 52387 h 1787292"/>
              <a:gd name="connsiteX34" fmla="*/ 2295789 w 12192000"/>
              <a:gd name="connsiteY34" fmla="*/ 68262 h 1787292"/>
              <a:gd name="connsiteX35" fmla="*/ 2333889 w 12192000"/>
              <a:gd name="connsiteY35" fmla="*/ 87312 h 1787292"/>
              <a:gd name="connsiteX36" fmla="*/ 2371989 w 12192000"/>
              <a:gd name="connsiteY36" fmla="*/ 106362 h 1787292"/>
              <a:gd name="connsiteX37" fmla="*/ 2408502 w 12192000"/>
              <a:gd name="connsiteY37" fmla="*/ 125412 h 1787292"/>
              <a:gd name="connsiteX38" fmla="*/ 2449777 w 12192000"/>
              <a:gd name="connsiteY38" fmla="*/ 141287 h 1787292"/>
              <a:gd name="connsiteX39" fmla="*/ 2495814 w 12192000"/>
              <a:gd name="connsiteY39" fmla="*/ 155575 h 1787292"/>
              <a:gd name="connsiteX40" fmla="*/ 2548202 w 12192000"/>
              <a:gd name="connsiteY40" fmla="*/ 166687 h 1787292"/>
              <a:gd name="connsiteX41" fmla="*/ 2608527 w 12192000"/>
              <a:gd name="connsiteY41" fmla="*/ 174625 h 1787292"/>
              <a:gd name="connsiteX42" fmla="*/ 2676789 w 12192000"/>
              <a:gd name="connsiteY42" fmla="*/ 176212 h 1787292"/>
              <a:gd name="connsiteX43" fmla="*/ 2745052 w 12192000"/>
              <a:gd name="connsiteY43" fmla="*/ 174625 h 1787292"/>
              <a:gd name="connsiteX44" fmla="*/ 2805377 w 12192000"/>
              <a:gd name="connsiteY44" fmla="*/ 166687 h 1787292"/>
              <a:gd name="connsiteX45" fmla="*/ 2857764 w 12192000"/>
              <a:gd name="connsiteY45" fmla="*/ 155575 h 1787292"/>
              <a:gd name="connsiteX46" fmla="*/ 2903802 w 12192000"/>
              <a:gd name="connsiteY46" fmla="*/ 141287 h 1787292"/>
              <a:gd name="connsiteX47" fmla="*/ 2945077 w 12192000"/>
              <a:gd name="connsiteY47" fmla="*/ 125412 h 1787292"/>
              <a:gd name="connsiteX48" fmla="*/ 2981589 w 12192000"/>
              <a:gd name="connsiteY48" fmla="*/ 106362 h 1787292"/>
              <a:gd name="connsiteX49" fmla="*/ 3019689 w 12192000"/>
              <a:gd name="connsiteY49" fmla="*/ 87312 h 1787292"/>
              <a:gd name="connsiteX50" fmla="*/ 3057789 w 12192000"/>
              <a:gd name="connsiteY50" fmla="*/ 68262 h 1787292"/>
              <a:gd name="connsiteX51" fmla="*/ 3094302 w 12192000"/>
              <a:gd name="connsiteY51" fmla="*/ 52387 h 1787292"/>
              <a:gd name="connsiteX52" fmla="*/ 3135577 w 12192000"/>
              <a:gd name="connsiteY52" fmla="*/ 36512 h 1787292"/>
              <a:gd name="connsiteX53" fmla="*/ 3181614 w 12192000"/>
              <a:gd name="connsiteY53" fmla="*/ 20637 h 1787292"/>
              <a:gd name="connsiteX54" fmla="*/ 3234002 w 12192000"/>
              <a:gd name="connsiteY54" fmla="*/ 9525 h 1787292"/>
              <a:gd name="connsiteX55" fmla="*/ 3294327 w 12192000"/>
              <a:gd name="connsiteY55" fmla="*/ 3175 h 1787292"/>
              <a:gd name="connsiteX56" fmla="*/ 3361002 w 12192000"/>
              <a:gd name="connsiteY56" fmla="*/ 0 h 1787292"/>
              <a:gd name="connsiteX57" fmla="*/ 3430852 w 12192000"/>
              <a:gd name="connsiteY57" fmla="*/ 3175 h 1787292"/>
              <a:gd name="connsiteX58" fmla="*/ 3491177 w 12192000"/>
              <a:gd name="connsiteY58" fmla="*/ 9525 h 1787292"/>
              <a:gd name="connsiteX59" fmla="*/ 3543564 w 12192000"/>
              <a:gd name="connsiteY59" fmla="*/ 20637 h 1787292"/>
              <a:gd name="connsiteX60" fmla="*/ 3589602 w 12192000"/>
              <a:gd name="connsiteY60" fmla="*/ 36512 h 1787292"/>
              <a:gd name="connsiteX61" fmla="*/ 3630877 w 12192000"/>
              <a:gd name="connsiteY61" fmla="*/ 52387 h 1787292"/>
              <a:gd name="connsiteX62" fmla="*/ 3667389 w 12192000"/>
              <a:gd name="connsiteY62" fmla="*/ 68262 h 1787292"/>
              <a:gd name="connsiteX63" fmla="*/ 3705489 w 12192000"/>
              <a:gd name="connsiteY63" fmla="*/ 87312 h 1787292"/>
              <a:gd name="connsiteX64" fmla="*/ 3743589 w 12192000"/>
              <a:gd name="connsiteY64" fmla="*/ 106362 h 1787292"/>
              <a:gd name="connsiteX65" fmla="*/ 3780102 w 12192000"/>
              <a:gd name="connsiteY65" fmla="*/ 125412 h 1787292"/>
              <a:gd name="connsiteX66" fmla="*/ 3821377 w 12192000"/>
              <a:gd name="connsiteY66" fmla="*/ 141287 h 1787292"/>
              <a:gd name="connsiteX67" fmla="*/ 3867414 w 12192000"/>
              <a:gd name="connsiteY67" fmla="*/ 155575 h 1787292"/>
              <a:gd name="connsiteX68" fmla="*/ 3919802 w 12192000"/>
              <a:gd name="connsiteY68" fmla="*/ 166687 h 1787292"/>
              <a:gd name="connsiteX69" fmla="*/ 3980127 w 12192000"/>
              <a:gd name="connsiteY69" fmla="*/ 174625 h 1787292"/>
              <a:gd name="connsiteX70" fmla="*/ 4048389 w 12192000"/>
              <a:gd name="connsiteY70" fmla="*/ 176212 h 1787292"/>
              <a:gd name="connsiteX71" fmla="*/ 4116652 w 12192000"/>
              <a:gd name="connsiteY71" fmla="*/ 174625 h 1787292"/>
              <a:gd name="connsiteX72" fmla="*/ 4176977 w 12192000"/>
              <a:gd name="connsiteY72" fmla="*/ 166687 h 1787292"/>
              <a:gd name="connsiteX73" fmla="*/ 4229364 w 12192000"/>
              <a:gd name="connsiteY73" fmla="*/ 155575 h 1787292"/>
              <a:gd name="connsiteX74" fmla="*/ 4275402 w 12192000"/>
              <a:gd name="connsiteY74" fmla="*/ 141287 h 1787292"/>
              <a:gd name="connsiteX75" fmla="*/ 4316677 w 12192000"/>
              <a:gd name="connsiteY75" fmla="*/ 125412 h 1787292"/>
              <a:gd name="connsiteX76" fmla="*/ 4353189 w 12192000"/>
              <a:gd name="connsiteY76" fmla="*/ 106362 h 1787292"/>
              <a:gd name="connsiteX77" fmla="*/ 4429389 w 12192000"/>
              <a:gd name="connsiteY77" fmla="*/ 68262 h 1787292"/>
              <a:gd name="connsiteX78" fmla="*/ 4465902 w 12192000"/>
              <a:gd name="connsiteY78" fmla="*/ 52387 h 1787292"/>
              <a:gd name="connsiteX79" fmla="*/ 4507177 w 12192000"/>
              <a:gd name="connsiteY79" fmla="*/ 36512 h 1787292"/>
              <a:gd name="connsiteX80" fmla="*/ 4553214 w 12192000"/>
              <a:gd name="connsiteY80" fmla="*/ 20637 h 1787292"/>
              <a:gd name="connsiteX81" fmla="*/ 4605602 w 12192000"/>
              <a:gd name="connsiteY81" fmla="*/ 9525 h 1787292"/>
              <a:gd name="connsiteX82" fmla="*/ 4665928 w 12192000"/>
              <a:gd name="connsiteY82" fmla="*/ 3175 h 1787292"/>
              <a:gd name="connsiteX83" fmla="*/ 4734189 w 12192000"/>
              <a:gd name="connsiteY83" fmla="*/ 0 h 1787292"/>
              <a:gd name="connsiteX84" fmla="*/ 4802453 w 12192000"/>
              <a:gd name="connsiteY84" fmla="*/ 3175 h 1787292"/>
              <a:gd name="connsiteX85" fmla="*/ 4862777 w 12192000"/>
              <a:gd name="connsiteY85" fmla="*/ 9525 h 1787292"/>
              <a:gd name="connsiteX86" fmla="*/ 4915165 w 12192000"/>
              <a:gd name="connsiteY86" fmla="*/ 20637 h 1787292"/>
              <a:gd name="connsiteX87" fmla="*/ 4961201 w 12192000"/>
              <a:gd name="connsiteY87" fmla="*/ 36512 h 1787292"/>
              <a:gd name="connsiteX88" fmla="*/ 5002476 w 12192000"/>
              <a:gd name="connsiteY88" fmla="*/ 52387 h 1787292"/>
              <a:gd name="connsiteX89" fmla="*/ 5038989 w 12192000"/>
              <a:gd name="connsiteY89" fmla="*/ 68262 h 1787292"/>
              <a:gd name="connsiteX90" fmla="*/ 5077089 w 12192000"/>
              <a:gd name="connsiteY90" fmla="*/ 87312 h 1787292"/>
              <a:gd name="connsiteX91" fmla="*/ 5115189 w 12192000"/>
              <a:gd name="connsiteY91" fmla="*/ 106362 h 1787292"/>
              <a:gd name="connsiteX92" fmla="*/ 5151701 w 12192000"/>
              <a:gd name="connsiteY92" fmla="*/ 125412 h 1787292"/>
              <a:gd name="connsiteX93" fmla="*/ 5192976 w 12192000"/>
              <a:gd name="connsiteY93" fmla="*/ 141287 h 1787292"/>
              <a:gd name="connsiteX94" fmla="*/ 5239014 w 12192000"/>
              <a:gd name="connsiteY94" fmla="*/ 155575 h 1787292"/>
              <a:gd name="connsiteX95" fmla="*/ 5291401 w 12192000"/>
              <a:gd name="connsiteY95" fmla="*/ 166687 h 1787292"/>
              <a:gd name="connsiteX96" fmla="*/ 5351727 w 12192000"/>
              <a:gd name="connsiteY96" fmla="*/ 174625 h 1787292"/>
              <a:gd name="connsiteX97" fmla="*/ 5410199 w 12192000"/>
              <a:gd name="connsiteY97" fmla="*/ 175985 h 1787292"/>
              <a:gd name="connsiteX98" fmla="*/ 5468671 w 12192000"/>
              <a:gd name="connsiteY98" fmla="*/ 174625 h 1787292"/>
              <a:gd name="connsiteX99" fmla="*/ 5528996 w 12192000"/>
              <a:gd name="connsiteY99" fmla="*/ 166687 h 1787292"/>
              <a:gd name="connsiteX100" fmla="*/ 5581383 w 12192000"/>
              <a:gd name="connsiteY100" fmla="*/ 155575 h 1787292"/>
              <a:gd name="connsiteX101" fmla="*/ 5627421 w 12192000"/>
              <a:gd name="connsiteY101" fmla="*/ 141287 h 1787292"/>
              <a:gd name="connsiteX102" fmla="*/ 5668696 w 12192000"/>
              <a:gd name="connsiteY102" fmla="*/ 125412 h 1787292"/>
              <a:gd name="connsiteX103" fmla="*/ 5705209 w 12192000"/>
              <a:gd name="connsiteY103" fmla="*/ 106362 h 1787292"/>
              <a:gd name="connsiteX104" fmla="*/ 5743308 w 12192000"/>
              <a:gd name="connsiteY104" fmla="*/ 87312 h 1787292"/>
              <a:gd name="connsiteX105" fmla="*/ 5781408 w 12192000"/>
              <a:gd name="connsiteY105" fmla="*/ 68262 h 1787292"/>
              <a:gd name="connsiteX106" fmla="*/ 5817921 w 12192000"/>
              <a:gd name="connsiteY106" fmla="*/ 52387 h 1787292"/>
              <a:gd name="connsiteX107" fmla="*/ 5859196 w 12192000"/>
              <a:gd name="connsiteY107" fmla="*/ 36512 h 1787292"/>
              <a:gd name="connsiteX108" fmla="*/ 5905234 w 12192000"/>
              <a:gd name="connsiteY108" fmla="*/ 20637 h 1787292"/>
              <a:gd name="connsiteX109" fmla="*/ 5957621 w 12192000"/>
              <a:gd name="connsiteY109" fmla="*/ 9525 h 1787292"/>
              <a:gd name="connsiteX110" fmla="*/ 6017947 w 12192000"/>
              <a:gd name="connsiteY110" fmla="*/ 3175 h 1787292"/>
              <a:gd name="connsiteX111" fmla="*/ 6086208 w 12192000"/>
              <a:gd name="connsiteY111" fmla="*/ 0 h 1787292"/>
              <a:gd name="connsiteX112" fmla="*/ 6095999 w 12192000"/>
              <a:gd name="connsiteY112" fmla="*/ 455 h 1787292"/>
              <a:gd name="connsiteX113" fmla="*/ 6105789 w 12192000"/>
              <a:gd name="connsiteY113" fmla="*/ 0 h 1787292"/>
              <a:gd name="connsiteX114" fmla="*/ 6174052 w 12192000"/>
              <a:gd name="connsiteY114" fmla="*/ 3175 h 1787292"/>
              <a:gd name="connsiteX115" fmla="*/ 6234377 w 12192000"/>
              <a:gd name="connsiteY115" fmla="*/ 9525 h 1787292"/>
              <a:gd name="connsiteX116" fmla="*/ 6286764 w 12192000"/>
              <a:gd name="connsiteY116" fmla="*/ 20637 h 1787292"/>
              <a:gd name="connsiteX117" fmla="*/ 6332802 w 12192000"/>
              <a:gd name="connsiteY117" fmla="*/ 36512 h 1787292"/>
              <a:gd name="connsiteX118" fmla="*/ 6374077 w 12192000"/>
              <a:gd name="connsiteY118" fmla="*/ 52387 h 1787292"/>
              <a:gd name="connsiteX119" fmla="*/ 6410589 w 12192000"/>
              <a:gd name="connsiteY119" fmla="*/ 68262 h 1787292"/>
              <a:gd name="connsiteX120" fmla="*/ 6448689 w 12192000"/>
              <a:gd name="connsiteY120" fmla="*/ 87312 h 1787292"/>
              <a:gd name="connsiteX121" fmla="*/ 6486789 w 12192000"/>
              <a:gd name="connsiteY121" fmla="*/ 106362 h 1787292"/>
              <a:gd name="connsiteX122" fmla="*/ 6523302 w 12192000"/>
              <a:gd name="connsiteY122" fmla="*/ 125412 h 1787292"/>
              <a:gd name="connsiteX123" fmla="*/ 6564577 w 12192000"/>
              <a:gd name="connsiteY123" fmla="*/ 141287 h 1787292"/>
              <a:gd name="connsiteX124" fmla="*/ 6610614 w 12192000"/>
              <a:gd name="connsiteY124" fmla="*/ 155575 h 1787292"/>
              <a:gd name="connsiteX125" fmla="*/ 6663002 w 12192000"/>
              <a:gd name="connsiteY125" fmla="*/ 166687 h 1787292"/>
              <a:gd name="connsiteX126" fmla="*/ 6723327 w 12192000"/>
              <a:gd name="connsiteY126" fmla="*/ 174625 h 1787292"/>
              <a:gd name="connsiteX127" fmla="*/ 6781799 w 12192000"/>
              <a:gd name="connsiteY127" fmla="*/ 175985 h 1787292"/>
              <a:gd name="connsiteX128" fmla="*/ 6840271 w 12192000"/>
              <a:gd name="connsiteY128" fmla="*/ 174625 h 1787292"/>
              <a:gd name="connsiteX129" fmla="*/ 6900596 w 12192000"/>
              <a:gd name="connsiteY129" fmla="*/ 166687 h 1787292"/>
              <a:gd name="connsiteX130" fmla="*/ 6952983 w 12192000"/>
              <a:gd name="connsiteY130" fmla="*/ 155575 h 1787292"/>
              <a:gd name="connsiteX131" fmla="*/ 6999021 w 12192000"/>
              <a:gd name="connsiteY131" fmla="*/ 141287 h 1787292"/>
              <a:gd name="connsiteX132" fmla="*/ 7040296 w 12192000"/>
              <a:gd name="connsiteY132" fmla="*/ 125412 h 1787292"/>
              <a:gd name="connsiteX133" fmla="*/ 7076808 w 12192000"/>
              <a:gd name="connsiteY133" fmla="*/ 106362 h 1787292"/>
              <a:gd name="connsiteX134" fmla="*/ 7114908 w 12192000"/>
              <a:gd name="connsiteY134" fmla="*/ 87312 h 1787292"/>
              <a:gd name="connsiteX135" fmla="*/ 7153008 w 12192000"/>
              <a:gd name="connsiteY135" fmla="*/ 68262 h 1787292"/>
              <a:gd name="connsiteX136" fmla="*/ 7189521 w 12192000"/>
              <a:gd name="connsiteY136" fmla="*/ 52387 h 1787292"/>
              <a:gd name="connsiteX137" fmla="*/ 7230796 w 12192000"/>
              <a:gd name="connsiteY137" fmla="*/ 36512 h 1787292"/>
              <a:gd name="connsiteX138" fmla="*/ 7276833 w 12192000"/>
              <a:gd name="connsiteY138" fmla="*/ 20637 h 1787292"/>
              <a:gd name="connsiteX139" fmla="*/ 7329221 w 12192000"/>
              <a:gd name="connsiteY139" fmla="*/ 9525 h 1787292"/>
              <a:gd name="connsiteX140" fmla="*/ 7389546 w 12192000"/>
              <a:gd name="connsiteY140" fmla="*/ 3175 h 1787292"/>
              <a:gd name="connsiteX141" fmla="*/ 7457808 w 12192000"/>
              <a:gd name="connsiteY141" fmla="*/ 0 h 1787292"/>
              <a:gd name="connsiteX142" fmla="*/ 7526071 w 12192000"/>
              <a:gd name="connsiteY142" fmla="*/ 3175 h 1787292"/>
              <a:gd name="connsiteX143" fmla="*/ 7586396 w 12192000"/>
              <a:gd name="connsiteY143" fmla="*/ 9525 h 1787292"/>
              <a:gd name="connsiteX144" fmla="*/ 7638783 w 12192000"/>
              <a:gd name="connsiteY144" fmla="*/ 20637 h 1787292"/>
              <a:gd name="connsiteX145" fmla="*/ 7684821 w 12192000"/>
              <a:gd name="connsiteY145" fmla="*/ 36512 h 1787292"/>
              <a:gd name="connsiteX146" fmla="*/ 7726096 w 12192000"/>
              <a:gd name="connsiteY146" fmla="*/ 52387 h 1787292"/>
              <a:gd name="connsiteX147" fmla="*/ 7762608 w 12192000"/>
              <a:gd name="connsiteY147" fmla="*/ 68262 h 1787292"/>
              <a:gd name="connsiteX148" fmla="*/ 7800708 w 12192000"/>
              <a:gd name="connsiteY148" fmla="*/ 87312 h 1787292"/>
              <a:gd name="connsiteX149" fmla="*/ 7838808 w 12192000"/>
              <a:gd name="connsiteY149" fmla="*/ 106362 h 1787292"/>
              <a:gd name="connsiteX150" fmla="*/ 7875321 w 12192000"/>
              <a:gd name="connsiteY150" fmla="*/ 125412 h 1787292"/>
              <a:gd name="connsiteX151" fmla="*/ 7916596 w 12192000"/>
              <a:gd name="connsiteY151" fmla="*/ 141287 h 1787292"/>
              <a:gd name="connsiteX152" fmla="*/ 7962633 w 12192000"/>
              <a:gd name="connsiteY152" fmla="*/ 155575 h 1787292"/>
              <a:gd name="connsiteX153" fmla="*/ 8015021 w 12192000"/>
              <a:gd name="connsiteY153" fmla="*/ 166687 h 1787292"/>
              <a:gd name="connsiteX154" fmla="*/ 8075346 w 12192000"/>
              <a:gd name="connsiteY154" fmla="*/ 174625 h 1787292"/>
              <a:gd name="connsiteX155" fmla="*/ 8143608 w 12192000"/>
              <a:gd name="connsiteY155" fmla="*/ 176212 h 1787292"/>
              <a:gd name="connsiteX156" fmla="*/ 8211871 w 12192000"/>
              <a:gd name="connsiteY156" fmla="*/ 174625 h 1787292"/>
              <a:gd name="connsiteX157" fmla="*/ 8272196 w 12192000"/>
              <a:gd name="connsiteY157" fmla="*/ 166687 h 1787292"/>
              <a:gd name="connsiteX158" fmla="*/ 8324583 w 12192000"/>
              <a:gd name="connsiteY158" fmla="*/ 155575 h 1787292"/>
              <a:gd name="connsiteX159" fmla="*/ 8370621 w 12192000"/>
              <a:gd name="connsiteY159" fmla="*/ 141287 h 1787292"/>
              <a:gd name="connsiteX160" fmla="*/ 8411896 w 12192000"/>
              <a:gd name="connsiteY160" fmla="*/ 125412 h 1787292"/>
              <a:gd name="connsiteX161" fmla="*/ 8448408 w 12192000"/>
              <a:gd name="connsiteY161" fmla="*/ 106362 h 1787292"/>
              <a:gd name="connsiteX162" fmla="*/ 8486508 w 12192000"/>
              <a:gd name="connsiteY162" fmla="*/ 87312 h 1787292"/>
              <a:gd name="connsiteX163" fmla="*/ 8524608 w 12192000"/>
              <a:gd name="connsiteY163" fmla="*/ 68262 h 1787292"/>
              <a:gd name="connsiteX164" fmla="*/ 8561120 w 12192000"/>
              <a:gd name="connsiteY164" fmla="*/ 52387 h 1787292"/>
              <a:gd name="connsiteX165" fmla="*/ 8602396 w 12192000"/>
              <a:gd name="connsiteY165" fmla="*/ 36512 h 1787292"/>
              <a:gd name="connsiteX166" fmla="*/ 8648432 w 12192000"/>
              <a:gd name="connsiteY166" fmla="*/ 20637 h 1787292"/>
              <a:gd name="connsiteX167" fmla="*/ 8700820 w 12192000"/>
              <a:gd name="connsiteY167" fmla="*/ 9525 h 1787292"/>
              <a:gd name="connsiteX168" fmla="*/ 8761146 w 12192000"/>
              <a:gd name="connsiteY168" fmla="*/ 3175 h 1787292"/>
              <a:gd name="connsiteX169" fmla="*/ 8827820 w 12192000"/>
              <a:gd name="connsiteY169" fmla="*/ 0 h 1787292"/>
              <a:gd name="connsiteX170" fmla="*/ 8897670 w 12192000"/>
              <a:gd name="connsiteY170" fmla="*/ 3175 h 1787292"/>
              <a:gd name="connsiteX171" fmla="*/ 8957996 w 12192000"/>
              <a:gd name="connsiteY171" fmla="*/ 9525 h 1787292"/>
              <a:gd name="connsiteX172" fmla="*/ 9010382 w 12192000"/>
              <a:gd name="connsiteY172" fmla="*/ 20637 h 1787292"/>
              <a:gd name="connsiteX173" fmla="*/ 9056420 w 12192000"/>
              <a:gd name="connsiteY173" fmla="*/ 36512 h 1787292"/>
              <a:gd name="connsiteX174" fmla="*/ 9097696 w 12192000"/>
              <a:gd name="connsiteY174" fmla="*/ 52387 h 1787292"/>
              <a:gd name="connsiteX175" fmla="*/ 9134208 w 12192000"/>
              <a:gd name="connsiteY175" fmla="*/ 68262 h 1787292"/>
              <a:gd name="connsiteX176" fmla="*/ 9172308 w 12192000"/>
              <a:gd name="connsiteY176" fmla="*/ 87312 h 1787292"/>
              <a:gd name="connsiteX177" fmla="*/ 9210408 w 12192000"/>
              <a:gd name="connsiteY177" fmla="*/ 106362 h 1787292"/>
              <a:gd name="connsiteX178" fmla="*/ 9246920 w 12192000"/>
              <a:gd name="connsiteY178" fmla="*/ 125412 h 1787292"/>
              <a:gd name="connsiteX179" fmla="*/ 9288196 w 12192000"/>
              <a:gd name="connsiteY179" fmla="*/ 141287 h 1787292"/>
              <a:gd name="connsiteX180" fmla="*/ 9334232 w 12192000"/>
              <a:gd name="connsiteY180" fmla="*/ 155575 h 1787292"/>
              <a:gd name="connsiteX181" fmla="*/ 9386620 w 12192000"/>
              <a:gd name="connsiteY181" fmla="*/ 166687 h 1787292"/>
              <a:gd name="connsiteX182" fmla="*/ 9446946 w 12192000"/>
              <a:gd name="connsiteY182" fmla="*/ 174625 h 1787292"/>
              <a:gd name="connsiteX183" fmla="*/ 9515208 w 12192000"/>
              <a:gd name="connsiteY183" fmla="*/ 176212 h 1787292"/>
              <a:gd name="connsiteX184" fmla="*/ 9583470 w 12192000"/>
              <a:gd name="connsiteY184" fmla="*/ 174625 h 1787292"/>
              <a:gd name="connsiteX185" fmla="*/ 9643796 w 12192000"/>
              <a:gd name="connsiteY185" fmla="*/ 166687 h 1787292"/>
              <a:gd name="connsiteX186" fmla="*/ 9696182 w 12192000"/>
              <a:gd name="connsiteY186" fmla="*/ 155575 h 1787292"/>
              <a:gd name="connsiteX187" fmla="*/ 9742220 w 12192000"/>
              <a:gd name="connsiteY187" fmla="*/ 141287 h 1787292"/>
              <a:gd name="connsiteX188" fmla="*/ 9783496 w 12192000"/>
              <a:gd name="connsiteY188" fmla="*/ 125412 h 1787292"/>
              <a:gd name="connsiteX189" fmla="*/ 9820008 w 12192000"/>
              <a:gd name="connsiteY189" fmla="*/ 106362 h 1787292"/>
              <a:gd name="connsiteX190" fmla="*/ 9896208 w 12192000"/>
              <a:gd name="connsiteY190" fmla="*/ 68262 h 1787292"/>
              <a:gd name="connsiteX191" fmla="*/ 9932720 w 12192000"/>
              <a:gd name="connsiteY191" fmla="*/ 52387 h 1787292"/>
              <a:gd name="connsiteX192" fmla="*/ 9973996 w 12192000"/>
              <a:gd name="connsiteY192" fmla="*/ 36512 h 1787292"/>
              <a:gd name="connsiteX193" fmla="*/ 10020032 w 12192000"/>
              <a:gd name="connsiteY193" fmla="*/ 20637 h 1787292"/>
              <a:gd name="connsiteX194" fmla="*/ 10072420 w 12192000"/>
              <a:gd name="connsiteY194" fmla="*/ 9525 h 1787292"/>
              <a:gd name="connsiteX195" fmla="*/ 10132746 w 12192000"/>
              <a:gd name="connsiteY195" fmla="*/ 3175 h 1787292"/>
              <a:gd name="connsiteX196" fmla="*/ 10201008 w 12192000"/>
              <a:gd name="connsiteY196" fmla="*/ 0 h 1787292"/>
              <a:gd name="connsiteX197" fmla="*/ 10269270 w 12192000"/>
              <a:gd name="connsiteY197" fmla="*/ 3175 h 1787292"/>
              <a:gd name="connsiteX198" fmla="*/ 10329596 w 12192000"/>
              <a:gd name="connsiteY198" fmla="*/ 9525 h 1787292"/>
              <a:gd name="connsiteX199" fmla="*/ 10381982 w 12192000"/>
              <a:gd name="connsiteY199" fmla="*/ 20637 h 1787292"/>
              <a:gd name="connsiteX200" fmla="*/ 10428020 w 12192000"/>
              <a:gd name="connsiteY200" fmla="*/ 36512 h 1787292"/>
              <a:gd name="connsiteX201" fmla="*/ 10469296 w 12192000"/>
              <a:gd name="connsiteY201" fmla="*/ 52387 h 1787292"/>
              <a:gd name="connsiteX202" fmla="*/ 10505808 w 12192000"/>
              <a:gd name="connsiteY202" fmla="*/ 68262 h 1787292"/>
              <a:gd name="connsiteX203" fmla="*/ 10543908 w 12192000"/>
              <a:gd name="connsiteY203" fmla="*/ 87312 h 1787292"/>
              <a:gd name="connsiteX204" fmla="*/ 10582008 w 12192000"/>
              <a:gd name="connsiteY204" fmla="*/ 106362 h 1787292"/>
              <a:gd name="connsiteX205" fmla="*/ 10618520 w 12192000"/>
              <a:gd name="connsiteY205" fmla="*/ 125412 h 1787292"/>
              <a:gd name="connsiteX206" fmla="*/ 10659796 w 12192000"/>
              <a:gd name="connsiteY206" fmla="*/ 141287 h 1787292"/>
              <a:gd name="connsiteX207" fmla="*/ 10705832 w 12192000"/>
              <a:gd name="connsiteY207" fmla="*/ 155575 h 1787292"/>
              <a:gd name="connsiteX208" fmla="*/ 10758220 w 12192000"/>
              <a:gd name="connsiteY208" fmla="*/ 166687 h 1787292"/>
              <a:gd name="connsiteX209" fmla="*/ 10818546 w 12192000"/>
              <a:gd name="connsiteY209" fmla="*/ 174625 h 1787292"/>
              <a:gd name="connsiteX210" fmla="*/ 10886808 w 12192000"/>
              <a:gd name="connsiteY210" fmla="*/ 176212 h 1787292"/>
              <a:gd name="connsiteX211" fmla="*/ 10955070 w 12192000"/>
              <a:gd name="connsiteY211" fmla="*/ 174625 h 1787292"/>
              <a:gd name="connsiteX212" fmla="*/ 11015396 w 12192000"/>
              <a:gd name="connsiteY212" fmla="*/ 166687 h 1787292"/>
              <a:gd name="connsiteX213" fmla="*/ 11067782 w 12192000"/>
              <a:gd name="connsiteY213" fmla="*/ 155575 h 1787292"/>
              <a:gd name="connsiteX214" fmla="*/ 11113820 w 12192000"/>
              <a:gd name="connsiteY214" fmla="*/ 141287 h 1787292"/>
              <a:gd name="connsiteX215" fmla="*/ 11155096 w 12192000"/>
              <a:gd name="connsiteY215" fmla="*/ 125412 h 1787292"/>
              <a:gd name="connsiteX216" fmla="*/ 11191608 w 12192000"/>
              <a:gd name="connsiteY216" fmla="*/ 106362 h 1787292"/>
              <a:gd name="connsiteX217" fmla="*/ 11229708 w 12192000"/>
              <a:gd name="connsiteY217" fmla="*/ 87312 h 1787292"/>
              <a:gd name="connsiteX218" fmla="*/ 11267808 w 12192000"/>
              <a:gd name="connsiteY218" fmla="*/ 68262 h 1787292"/>
              <a:gd name="connsiteX219" fmla="*/ 11304320 w 12192000"/>
              <a:gd name="connsiteY219" fmla="*/ 52387 h 1787292"/>
              <a:gd name="connsiteX220" fmla="*/ 11345596 w 12192000"/>
              <a:gd name="connsiteY220" fmla="*/ 36512 h 1787292"/>
              <a:gd name="connsiteX221" fmla="*/ 11391632 w 12192000"/>
              <a:gd name="connsiteY221" fmla="*/ 20637 h 1787292"/>
              <a:gd name="connsiteX222" fmla="*/ 11444020 w 12192000"/>
              <a:gd name="connsiteY222" fmla="*/ 9525 h 1787292"/>
              <a:gd name="connsiteX223" fmla="*/ 11504346 w 12192000"/>
              <a:gd name="connsiteY223" fmla="*/ 3175 h 1787292"/>
              <a:gd name="connsiteX224" fmla="*/ 11572608 w 12192000"/>
              <a:gd name="connsiteY224" fmla="*/ 0 h 1787292"/>
              <a:gd name="connsiteX225" fmla="*/ 11640870 w 12192000"/>
              <a:gd name="connsiteY225" fmla="*/ 3175 h 1787292"/>
              <a:gd name="connsiteX226" fmla="*/ 11701196 w 12192000"/>
              <a:gd name="connsiteY226" fmla="*/ 9525 h 1787292"/>
              <a:gd name="connsiteX227" fmla="*/ 11753582 w 12192000"/>
              <a:gd name="connsiteY227" fmla="*/ 20637 h 1787292"/>
              <a:gd name="connsiteX228" fmla="*/ 11799620 w 12192000"/>
              <a:gd name="connsiteY228" fmla="*/ 36512 h 1787292"/>
              <a:gd name="connsiteX229" fmla="*/ 11840896 w 12192000"/>
              <a:gd name="connsiteY229" fmla="*/ 52387 h 1787292"/>
              <a:gd name="connsiteX230" fmla="*/ 11877408 w 12192000"/>
              <a:gd name="connsiteY230" fmla="*/ 68262 h 1787292"/>
              <a:gd name="connsiteX231" fmla="*/ 11915508 w 12192000"/>
              <a:gd name="connsiteY231" fmla="*/ 87312 h 1787292"/>
              <a:gd name="connsiteX232" fmla="*/ 11953608 w 12192000"/>
              <a:gd name="connsiteY232" fmla="*/ 106362 h 1787292"/>
              <a:gd name="connsiteX233" fmla="*/ 11990120 w 12192000"/>
              <a:gd name="connsiteY233" fmla="*/ 125412 h 1787292"/>
              <a:gd name="connsiteX234" fmla="*/ 12031396 w 12192000"/>
              <a:gd name="connsiteY234" fmla="*/ 141287 h 1787292"/>
              <a:gd name="connsiteX235" fmla="*/ 12077432 w 12192000"/>
              <a:gd name="connsiteY235" fmla="*/ 155575 h 1787292"/>
              <a:gd name="connsiteX236" fmla="*/ 12129820 w 12192000"/>
              <a:gd name="connsiteY236" fmla="*/ 166688 h 1787292"/>
              <a:gd name="connsiteX237" fmla="*/ 12190146 w 12192000"/>
              <a:gd name="connsiteY237" fmla="*/ 174625 h 1787292"/>
              <a:gd name="connsiteX238" fmla="*/ 12192000 w 12192000"/>
              <a:gd name="connsiteY238" fmla="*/ 174668 h 1787292"/>
              <a:gd name="connsiteX239" fmla="*/ 12192000 w 12192000"/>
              <a:gd name="connsiteY239" fmla="*/ 885826 h 1787292"/>
              <a:gd name="connsiteX240" fmla="*/ 12192000 w 12192000"/>
              <a:gd name="connsiteY240" fmla="*/ 1787292 h 1787292"/>
              <a:gd name="connsiteX241" fmla="*/ 0 w 12192000"/>
              <a:gd name="connsiteY241" fmla="*/ 1787292 h 1787292"/>
              <a:gd name="connsiteX242" fmla="*/ 0 w 12192000"/>
              <a:gd name="connsiteY242" fmla="*/ 885826 h 1787292"/>
              <a:gd name="connsiteX243" fmla="*/ 0 w 12192000"/>
              <a:gd name="connsiteY243" fmla="*/ 174668 h 1787292"/>
              <a:gd name="connsiteX244" fmla="*/ 1852 w 12192000"/>
              <a:gd name="connsiteY244" fmla="*/ 174625 h 1787292"/>
              <a:gd name="connsiteX245" fmla="*/ 62177 w 12192000"/>
              <a:gd name="connsiteY245" fmla="*/ 166687 h 1787292"/>
              <a:gd name="connsiteX246" fmla="*/ 114564 w 12192000"/>
              <a:gd name="connsiteY246" fmla="*/ 155575 h 1787292"/>
              <a:gd name="connsiteX247" fmla="*/ 160602 w 12192000"/>
              <a:gd name="connsiteY247" fmla="*/ 141287 h 1787292"/>
              <a:gd name="connsiteX248" fmla="*/ 201877 w 12192000"/>
              <a:gd name="connsiteY248" fmla="*/ 125412 h 1787292"/>
              <a:gd name="connsiteX249" fmla="*/ 238389 w 12192000"/>
              <a:gd name="connsiteY249" fmla="*/ 106362 h 1787292"/>
              <a:gd name="connsiteX250" fmla="*/ 276489 w 12192000"/>
              <a:gd name="connsiteY250" fmla="*/ 87312 h 1787292"/>
              <a:gd name="connsiteX251" fmla="*/ 314589 w 12192000"/>
              <a:gd name="connsiteY251" fmla="*/ 68262 h 1787292"/>
              <a:gd name="connsiteX252" fmla="*/ 351102 w 12192000"/>
              <a:gd name="connsiteY252" fmla="*/ 52387 h 1787292"/>
              <a:gd name="connsiteX253" fmla="*/ 392377 w 12192000"/>
              <a:gd name="connsiteY253" fmla="*/ 36512 h 1787292"/>
              <a:gd name="connsiteX254" fmla="*/ 438414 w 12192000"/>
              <a:gd name="connsiteY254" fmla="*/ 20637 h 1787292"/>
              <a:gd name="connsiteX255" fmla="*/ 490802 w 12192000"/>
              <a:gd name="connsiteY255" fmla="*/ 9525 h 1787292"/>
              <a:gd name="connsiteX256" fmla="*/ 551127 w 12192000"/>
              <a:gd name="connsiteY256" fmla="*/ 3175 h 1787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</a:cxnLst>
            <a:rect l="l" t="t" r="r" b="b"/>
            <a:pathLst>
              <a:path w="12192000" h="1787292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4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1" y="36512"/>
                </a:lnTo>
                <a:lnTo>
                  <a:pt x="5002476" y="52387"/>
                </a:lnTo>
                <a:lnTo>
                  <a:pt x="5038989" y="68262"/>
                </a:lnTo>
                <a:lnTo>
                  <a:pt x="5077089" y="87312"/>
                </a:lnTo>
                <a:lnTo>
                  <a:pt x="5115189" y="106362"/>
                </a:lnTo>
                <a:lnTo>
                  <a:pt x="5151701" y="125412"/>
                </a:lnTo>
                <a:lnTo>
                  <a:pt x="5192976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09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7" y="3175"/>
                </a:lnTo>
                <a:lnTo>
                  <a:pt x="6086208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2000" y="174668"/>
                </a:lnTo>
                <a:lnTo>
                  <a:pt x="12192000" y="885826"/>
                </a:lnTo>
                <a:lnTo>
                  <a:pt x="12192000" y="1787292"/>
                </a:lnTo>
                <a:lnTo>
                  <a:pt x="0" y="1787292"/>
                </a:lnTo>
                <a:lnTo>
                  <a:pt x="0" y="885826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20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1E56EF-AA1E-6220-4773-12A944ABE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31014"/>
            <a:ext cx="10178322" cy="1492132"/>
          </a:xfrm>
        </p:spPr>
        <p:txBody>
          <a:bodyPr/>
          <a:lstStyle/>
          <a:p>
            <a:r>
              <a:rPr lang="cs-CZ" dirty="0"/>
              <a:t>Brojlerový králík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E2BD295-4E69-FBA3-2BCA-B131DCD20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684962"/>
            <a:ext cx="10178322" cy="4246001"/>
          </a:xfrm>
        </p:spPr>
        <p:txBody>
          <a:bodyPr>
            <a:normAutofit/>
          </a:bodyPr>
          <a:lstStyle/>
          <a:p>
            <a:r>
              <a:rPr lang="cs-CZ" dirty="0"/>
              <a:t>Speciálně vyšlechtěný hybrid, určen k výkrmu</a:t>
            </a:r>
          </a:p>
          <a:p>
            <a:r>
              <a:rPr lang="cs-CZ" dirty="0"/>
              <a:t>V ČR je nejvíce využíván hybrid HYLA různých linií</a:t>
            </a:r>
          </a:p>
          <a:p>
            <a:r>
              <a:rPr lang="cs-CZ" dirty="0"/>
              <a:t>Šlechtění zaměřeno na </a:t>
            </a:r>
            <a:r>
              <a:rPr lang="cs-CZ" u="sng" dirty="0"/>
              <a:t>produkční znaky</a:t>
            </a:r>
            <a:r>
              <a:rPr lang="cs-CZ" dirty="0"/>
              <a:t> (výkrmnost, jatečná hodnota) a </a:t>
            </a:r>
            <a:r>
              <a:rPr lang="cs-CZ" u="sng" dirty="0"/>
              <a:t>reprodukční znaky </a:t>
            </a:r>
            <a:r>
              <a:rPr lang="cs-CZ" dirty="0"/>
              <a:t>(počet mláďat ve vrhu) </a:t>
            </a:r>
          </a:p>
          <a:p>
            <a:r>
              <a:rPr lang="cs-CZ" dirty="0"/>
              <a:t>Vysoký průměrný denní přírůstek, dobrá konverze krmiva, rychlé dosažení porážkové hmotnosti</a:t>
            </a:r>
          </a:p>
          <a:p>
            <a:r>
              <a:rPr lang="cs-CZ" dirty="0"/>
              <a:t>Vyšší plodnost a mléčnost ramlic oproti čistokrevným plemenům</a:t>
            </a:r>
          </a:p>
          <a:p>
            <a:pPr marL="0" indent="0">
              <a:buNone/>
            </a:pPr>
            <a:endParaRPr lang="cs-CZ" dirty="0"/>
          </a:p>
          <a:p>
            <a:r>
              <a:rPr lang="cs-CZ" b="1" dirty="0"/>
              <a:t>Porážková hmotnost: 2,7 – 2,8 kg (za 8-10 týdnů)</a:t>
            </a:r>
          </a:p>
          <a:p>
            <a:r>
              <a:rPr lang="cs-CZ" b="1" dirty="0"/>
              <a:t>Jatečná výtěžnost: 57,4 %</a:t>
            </a:r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57391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Freeform 6">
            <a:extLst>
              <a:ext uri="{FF2B5EF4-FFF2-40B4-BE49-F238E27FC236}">
                <a16:creationId xmlns:a16="http://schemas.microsoft.com/office/drawing/2014/main" id="{89E56802-02C4-406A-B493-BAD3ECAE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064" name="Rectangle 1054">
            <a:extLst>
              <a:ext uri="{FF2B5EF4-FFF2-40B4-BE49-F238E27FC236}">
                <a16:creationId xmlns:a16="http://schemas.microsoft.com/office/drawing/2014/main" id="{6B3C8B67-A511-4365-BCFF-14A0D0905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65" name="Rectangle 1056">
            <a:extLst>
              <a:ext uri="{FF2B5EF4-FFF2-40B4-BE49-F238E27FC236}">
                <a16:creationId xmlns:a16="http://schemas.microsoft.com/office/drawing/2014/main" id="{5EB5C8F0-2881-4184-92C6-0E251C42A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1999" cy="4292600"/>
          </a:xfrm>
          <a:prstGeom prst="rect">
            <a:avLst/>
          </a:pr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ek 3" descr="Králíci Hyla | iFauna.cz">
            <a:extLst>
              <a:ext uri="{FF2B5EF4-FFF2-40B4-BE49-F238E27FC236}">
                <a16:creationId xmlns:a16="http://schemas.microsoft.com/office/drawing/2014/main" id="{9B8E300A-E0F4-76AE-F407-A05BA4B3F34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27" b="6406"/>
          <a:stretch/>
        </p:blipFill>
        <p:spPr bwMode="auto">
          <a:xfrm>
            <a:off x="20" y="10"/>
            <a:ext cx="6095980" cy="3944127"/>
          </a:xfrm>
          <a:prstGeom prst="rect">
            <a:avLst/>
          </a:prstGeom>
          <a:noFill/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86A7B492-7F2D-A02C-6A89-331F12B565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706"/>
          <a:stretch/>
        </p:blipFill>
        <p:spPr>
          <a:xfrm>
            <a:off x="6096000" y="-51361"/>
            <a:ext cx="6096000" cy="3944127"/>
          </a:xfrm>
          <a:prstGeom prst="rect">
            <a:avLst/>
          </a:prstGeom>
        </p:spPr>
      </p:pic>
      <p:sp>
        <p:nvSpPr>
          <p:cNvPr id="1066" name="Freeform: Shape 1058">
            <a:extLst>
              <a:ext uri="{FF2B5EF4-FFF2-40B4-BE49-F238E27FC236}">
                <a16:creationId xmlns:a16="http://schemas.microsoft.com/office/drawing/2014/main" id="{C2BCC826-0F95-4DB1-9DBA-C1F7BD609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755946"/>
            <a:ext cx="12192000" cy="3102054"/>
          </a:xfrm>
          <a:custGeom>
            <a:avLst/>
            <a:gdLst>
              <a:gd name="connsiteX0" fmla="*/ 685801 w 12192000"/>
              <a:gd name="connsiteY0" fmla="*/ 0 h 3102054"/>
              <a:gd name="connsiteX1" fmla="*/ 754064 w 12192000"/>
              <a:gd name="connsiteY1" fmla="*/ 3175 h 3102054"/>
              <a:gd name="connsiteX2" fmla="*/ 814389 w 12192000"/>
              <a:gd name="connsiteY2" fmla="*/ 9525 h 3102054"/>
              <a:gd name="connsiteX3" fmla="*/ 866776 w 12192000"/>
              <a:gd name="connsiteY3" fmla="*/ 20637 h 3102054"/>
              <a:gd name="connsiteX4" fmla="*/ 912814 w 12192000"/>
              <a:gd name="connsiteY4" fmla="*/ 36512 h 3102054"/>
              <a:gd name="connsiteX5" fmla="*/ 954089 w 12192000"/>
              <a:gd name="connsiteY5" fmla="*/ 52387 h 3102054"/>
              <a:gd name="connsiteX6" fmla="*/ 990601 w 12192000"/>
              <a:gd name="connsiteY6" fmla="*/ 68262 h 3102054"/>
              <a:gd name="connsiteX7" fmla="*/ 1028701 w 12192000"/>
              <a:gd name="connsiteY7" fmla="*/ 87312 h 3102054"/>
              <a:gd name="connsiteX8" fmla="*/ 1066801 w 12192000"/>
              <a:gd name="connsiteY8" fmla="*/ 106362 h 3102054"/>
              <a:gd name="connsiteX9" fmla="*/ 1103314 w 12192000"/>
              <a:gd name="connsiteY9" fmla="*/ 125412 h 3102054"/>
              <a:gd name="connsiteX10" fmla="*/ 1144589 w 12192000"/>
              <a:gd name="connsiteY10" fmla="*/ 141287 h 3102054"/>
              <a:gd name="connsiteX11" fmla="*/ 1190626 w 12192000"/>
              <a:gd name="connsiteY11" fmla="*/ 155575 h 3102054"/>
              <a:gd name="connsiteX12" fmla="*/ 1243014 w 12192000"/>
              <a:gd name="connsiteY12" fmla="*/ 166687 h 3102054"/>
              <a:gd name="connsiteX13" fmla="*/ 1303339 w 12192000"/>
              <a:gd name="connsiteY13" fmla="*/ 174625 h 3102054"/>
              <a:gd name="connsiteX14" fmla="*/ 1371601 w 12192000"/>
              <a:gd name="connsiteY14" fmla="*/ 176212 h 3102054"/>
              <a:gd name="connsiteX15" fmla="*/ 1439864 w 12192000"/>
              <a:gd name="connsiteY15" fmla="*/ 174625 h 3102054"/>
              <a:gd name="connsiteX16" fmla="*/ 1500189 w 12192000"/>
              <a:gd name="connsiteY16" fmla="*/ 166687 h 3102054"/>
              <a:gd name="connsiteX17" fmla="*/ 1552576 w 12192000"/>
              <a:gd name="connsiteY17" fmla="*/ 155575 h 3102054"/>
              <a:gd name="connsiteX18" fmla="*/ 1598614 w 12192000"/>
              <a:gd name="connsiteY18" fmla="*/ 141287 h 3102054"/>
              <a:gd name="connsiteX19" fmla="*/ 1639889 w 12192000"/>
              <a:gd name="connsiteY19" fmla="*/ 125412 h 3102054"/>
              <a:gd name="connsiteX20" fmla="*/ 1676401 w 12192000"/>
              <a:gd name="connsiteY20" fmla="*/ 106362 h 3102054"/>
              <a:gd name="connsiteX21" fmla="*/ 1714501 w 12192000"/>
              <a:gd name="connsiteY21" fmla="*/ 87312 h 3102054"/>
              <a:gd name="connsiteX22" fmla="*/ 1752601 w 12192000"/>
              <a:gd name="connsiteY22" fmla="*/ 68262 h 3102054"/>
              <a:gd name="connsiteX23" fmla="*/ 1789114 w 12192000"/>
              <a:gd name="connsiteY23" fmla="*/ 52387 h 3102054"/>
              <a:gd name="connsiteX24" fmla="*/ 1830389 w 12192000"/>
              <a:gd name="connsiteY24" fmla="*/ 36512 h 3102054"/>
              <a:gd name="connsiteX25" fmla="*/ 1876426 w 12192000"/>
              <a:gd name="connsiteY25" fmla="*/ 20637 h 3102054"/>
              <a:gd name="connsiteX26" fmla="*/ 1928814 w 12192000"/>
              <a:gd name="connsiteY26" fmla="*/ 9525 h 3102054"/>
              <a:gd name="connsiteX27" fmla="*/ 1989139 w 12192000"/>
              <a:gd name="connsiteY27" fmla="*/ 3175 h 3102054"/>
              <a:gd name="connsiteX28" fmla="*/ 2057401 w 12192000"/>
              <a:gd name="connsiteY28" fmla="*/ 0 h 3102054"/>
              <a:gd name="connsiteX29" fmla="*/ 2125664 w 12192000"/>
              <a:gd name="connsiteY29" fmla="*/ 3175 h 3102054"/>
              <a:gd name="connsiteX30" fmla="*/ 2185989 w 12192000"/>
              <a:gd name="connsiteY30" fmla="*/ 9525 h 3102054"/>
              <a:gd name="connsiteX31" fmla="*/ 2238376 w 12192000"/>
              <a:gd name="connsiteY31" fmla="*/ 20637 h 3102054"/>
              <a:gd name="connsiteX32" fmla="*/ 2284414 w 12192000"/>
              <a:gd name="connsiteY32" fmla="*/ 36512 h 3102054"/>
              <a:gd name="connsiteX33" fmla="*/ 2325688 w 12192000"/>
              <a:gd name="connsiteY33" fmla="*/ 52387 h 3102054"/>
              <a:gd name="connsiteX34" fmla="*/ 2362201 w 12192000"/>
              <a:gd name="connsiteY34" fmla="*/ 68262 h 3102054"/>
              <a:gd name="connsiteX35" fmla="*/ 2400301 w 12192000"/>
              <a:gd name="connsiteY35" fmla="*/ 87312 h 3102054"/>
              <a:gd name="connsiteX36" fmla="*/ 2438401 w 12192000"/>
              <a:gd name="connsiteY36" fmla="*/ 106362 h 3102054"/>
              <a:gd name="connsiteX37" fmla="*/ 2474913 w 12192000"/>
              <a:gd name="connsiteY37" fmla="*/ 125412 h 3102054"/>
              <a:gd name="connsiteX38" fmla="*/ 2516188 w 12192000"/>
              <a:gd name="connsiteY38" fmla="*/ 141287 h 3102054"/>
              <a:gd name="connsiteX39" fmla="*/ 2562226 w 12192000"/>
              <a:gd name="connsiteY39" fmla="*/ 155575 h 3102054"/>
              <a:gd name="connsiteX40" fmla="*/ 2614614 w 12192000"/>
              <a:gd name="connsiteY40" fmla="*/ 166687 h 3102054"/>
              <a:gd name="connsiteX41" fmla="*/ 2674938 w 12192000"/>
              <a:gd name="connsiteY41" fmla="*/ 174625 h 3102054"/>
              <a:gd name="connsiteX42" fmla="*/ 2743201 w 12192000"/>
              <a:gd name="connsiteY42" fmla="*/ 176212 h 3102054"/>
              <a:gd name="connsiteX43" fmla="*/ 2811464 w 12192000"/>
              <a:gd name="connsiteY43" fmla="*/ 174625 h 3102054"/>
              <a:gd name="connsiteX44" fmla="*/ 2871789 w 12192000"/>
              <a:gd name="connsiteY44" fmla="*/ 166687 h 3102054"/>
              <a:gd name="connsiteX45" fmla="*/ 2924176 w 12192000"/>
              <a:gd name="connsiteY45" fmla="*/ 155575 h 3102054"/>
              <a:gd name="connsiteX46" fmla="*/ 2970214 w 12192000"/>
              <a:gd name="connsiteY46" fmla="*/ 141287 h 3102054"/>
              <a:gd name="connsiteX47" fmla="*/ 3011489 w 12192000"/>
              <a:gd name="connsiteY47" fmla="*/ 125412 h 3102054"/>
              <a:gd name="connsiteX48" fmla="*/ 3048001 w 12192000"/>
              <a:gd name="connsiteY48" fmla="*/ 106362 h 3102054"/>
              <a:gd name="connsiteX49" fmla="*/ 3086101 w 12192000"/>
              <a:gd name="connsiteY49" fmla="*/ 87312 h 3102054"/>
              <a:gd name="connsiteX50" fmla="*/ 3124201 w 12192000"/>
              <a:gd name="connsiteY50" fmla="*/ 68262 h 3102054"/>
              <a:gd name="connsiteX51" fmla="*/ 3160714 w 12192000"/>
              <a:gd name="connsiteY51" fmla="*/ 52387 h 3102054"/>
              <a:gd name="connsiteX52" fmla="*/ 3201989 w 12192000"/>
              <a:gd name="connsiteY52" fmla="*/ 36512 h 3102054"/>
              <a:gd name="connsiteX53" fmla="*/ 3248026 w 12192000"/>
              <a:gd name="connsiteY53" fmla="*/ 20637 h 3102054"/>
              <a:gd name="connsiteX54" fmla="*/ 3300414 w 12192000"/>
              <a:gd name="connsiteY54" fmla="*/ 9525 h 3102054"/>
              <a:gd name="connsiteX55" fmla="*/ 3360739 w 12192000"/>
              <a:gd name="connsiteY55" fmla="*/ 3175 h 3102054"/>
              <a:gd name="connsiteX56" fmla="*/ 3427414 w 12192000"/>
              <a:gd name="connsiteY56" fmla="*/ 0 h 3102054"/>
              <a:gd name="connsiteX57" fmla="*/ 3497264 w 12192000"/>
              <a:gd name="connsiteY57" fmla="*/ 3175 h 3102054"/>
              <a:gd name="connsiteX58" fmla="*/ 3557589 w 12192000"/>
              <a:gd name="connsiteY58" fmla="*/ 9525 h 3102054"/>
              <a:gd name="connsiteX59" fmla="*/ 3609976 w 12192000"/>
              <a:gd name="connsiteY59" fmla="*/ 20637 h 3102054"/>
              <a:gd name="connsiteX60" fmla="*/ 3656014 w 12192000"/>
              <a:gd name="connsiteY60" fmla="*/ 36512 h 3102054"/>
              <a:gd name="connsiteX61" fmla="*/ 3697288 w 12192000"/>
              <a:gd name="connsiteY61" fmla="*/ 52387 h 3102054"/>
              <a:gd name="connsiteX62" fmla="*/ 3733801 w 12192000"/>
              <a:gd name="connsiteY62" fmla="*/ 68262 h 3102054"/>
              <a:gd name="connsiteX63" fmla="*/ 3771901 w 12192000"/>
              <a:gd name="connsiteY63" fmla="*/ 87312 h 3102054"/>
              <a:gd name="connsiteX64" fmla="*/ 3810001 w 12192000"/>
              <a:gd name="connsiteY64" fmla="*/ 106362 h 3102054"/>
              <a:gd name="connsiteX65" fmla="*/ 3846514 w 12192000"/>
              <a:gd name="connsiteY65" fmla="*/ 125412 h 3102054"/>
              <a:gd name="connsiteX66" fmla="*/ 3887789 w 12192000"/>
              <a:gd name="connsiteY66" fmla="*/ 141287 h 3102054"/>
              <a:gd name="connsiteX67" fmla="*/ 3933826 w 12192000"/>
              <a:gd name="connsiteY67" fmla="*/ 155575 h 3102054"/>
              <a:gd name="connsiteX68" fmla="*/ 3986214 w 12192000"/>
              <a:gd name="connsiteY68" fmla="*/ 166687 h 3102054"/>
              <a:gd name="connsiteX69" fmla="*/ 4046539 w 12192000"/>
              <a:gd name="connsiteY69" fmla="*/ 174625 h 3102054"/>
              <a:gd name="connsiteX70" fmla="*/ 4114801 w 12192000"/>
              <a:gd name="connsiteY70" fmla="*/ 176212 h 3102054"/>
              <a:gd name="connsiteX71" fmla="*/ 4183064 w 12192000"/>
              <a:gd name="connsiteY71" fmla="*/ 174625 h 3102054"/>
              <a:gd name="connsiteX72" fmla="*/ 4243388 w 12192000"/>
              <a:gd name="connsiteY72" fmla="*/ 166687 h 3102054"/>
              <a:gd name="connsiteX73" fmla="*/ 4295776 w 12192000"/>
              <a:gd name="connsiteY73" fmla="*/ 155575 h 3102054"/>
              <a:gd name="connsiteX74" fmla="*/ 4341813 w 12192000"/>
              <a:gd name="connsiteY74" fmla="*/ 141287 h 3102054"/>
              <a:gd name="connsiteX75" fmla="*/ 4383088 w 12192000"/>
              <a:gd name="connsiteY75" fmla="*/ 125412 h 3102054"/>
              <a:gd name="connsiteX76" fmla="*/ 4419601 w 12192000"/>
              <a:gd name="connsiteY76" fmla="*/ 106362 h 3102054"/>
              <a:gd name="connsiteX77" fmla="*/ 4495801 w 12192000"/>
              <a:gd name="connsiteY77" fmla="*/ 68262 h 3102054"/>
              <a:gd name="connsiteX78" fmla="*/ 4532314 w 12192000"/>
              <a:gd name="connsiteY78" fmla="*/ 52387 h 3102054"/>
              <a:gd name="connsiteX79" fmla="*/ 4573588 w 12192000"/>
              <a:gd name="connsiteY79" fmla="*/ 36512 h 3102054"/>
              <a:gd name="connsiteX80" fmla="*/ 4619626 w 12192000"/>
              <a:gd name="connsiteY80" fmla="*/ 20637 h 3102054"/>
              <a:gd name="connsiteX81" fmla="*/ 4672013 w 12192000"/>
              <a:gd name="connsiteY81" fmla="*/ 9525 h 3102054"/>
              <a:gd name="connsiteX82" fmla="*/ 4732338 w 12192000"/>
              <a:gd name="connsiteY82" fmla="*/ 3175 h 3102054"/>
              <a:gd name="connsiteX83" fmla="*/ 4800601 w 12192000"/>
              <a:gd name="connsiteY83" fmla="*/ 0 h 3102054"/>
              <a:gd name="connsiteX84" fmla="*/ 4868864 w 12192000"/>
              <a:gd name="connsiteY84" fmla="*/ 3175 h 3102054"/>
              <a:gd name="connsiteX85" fmla="*/ 4929188 w 12192000"/>
              <a:gd name="connsiteY85" fmla="*/ 9525 h 3102054"/>
              <a:gd name="connsiteX86" fmla="*/ 4981576 w 12192000"/>
              <a:gd name="connsiteY86" fmla="*/ 20637 h 3102054"/>
              <a:gd name="connsiteX87" fmla="*/ 5027614 w 12192000"/>
              <a:gd name="connsiteY87" fmla="*/ 36512 h 3102054"/>
              <a:gd name="connsiteX88" fmla="*/ 5068889 w 12192000"/>
              <a:gd name="connsiteY88" fmla="*/ 52387 h 3102054"/>
              <a:gd name="connsiteX89" fmla="*/ 5105402 w 12192000"/>
              <a:gd name="connsiteY89" fmla="*/ 68262 h 3102054"/>
              <a:gd name="connsiteX90" fmla="*/ 5143502 w 12192000"/>
              <a:gd name="connsiteY90" fmla="*/ 87312 h 3102054"/>
              <a:gd name="connsiteX91" fmla="*/ 5181601 w 12192000"/>
              <a:gd name="connsiteY91" fmla="*/ 106362 h 3102054"/>
              <a:gd name="connsiteX92" fmla="*/ 5218115 w 12192000"/>
              <a:gd name="connsiteY92" fmla="*/ 125412 h 3102054"/>
              <a:gd name="connsiteX93" fmla="*/ 5259388 w 12192000"/>
              <a:gd name="connsiteY93" fmla="*/ 141287 h 3102054"/>
              <a:gd name="connsiteX94" fmla="*/ 5305426 w 12192000"/>
              <a:gd name="connsiteY94" fmla="*/ 155575 h 3102054"/>
              <a:gd name="connsiteX95" fmla="*/ 5357813 w 12192000"/>
              <a:gd name="connsiteY95" fmla="*/ 166687 h 3102054"/>
              <a:gd name="connsiteX96" fmla="*/ 5418139 w 12192000"/>
              <a:gd name="connsiteY96" fmla="*/ 174625 h 3102054"/>
              <a:gd name="connsiteX97" fmla="*/ 5486401 w 12192000"/>
              <a:gd name="connsiteY97" fmla="*/ 176212 h 3102054"/>
              <a:gd name="connsiteX98" fmla="*/ 5554663 w 12192000"/>
              <a:gd name="connsiteY98" fmla="*/ 174625 h 3102054"/>
              <a:gd name="connsiteX99" fmla="*/ 5614989 w 12192000"/>
              <a:gd name="connsiteY99" fmla="*/ 166687 h 3102054"/>
              <a:gd name="connsiteX100" fmla="*/ 5667376 w 12192000"/>
              <a:gd name="connsiteY100" fmla="*/ 155575 h 3102054"/>
              <a:gd name="connsiteX101" fmla="*/ 5713414 w 12192000"/>
              <a:gd name="connsiteY101" fmla="*/ 141287 h 3102054"/>
              <a:gd name="connsiteX102" fmla="*/ 5754689 w 12192000"/>
              <a:gd name="connsiteY102" fmla="*/ 125412 h 3102054"/>
              <a:gd name="connsiteX103" fmla="*/ 5791202 w 12192000"/>
              <a:gd name="connsiteY103" fmla="*/ 106362 h 3102054"/>
              <a:gd name="connsiteX104" fmla="*/ 5829302 w 12192000"/>
              <a:gd name="connsiteY104" fmla="*/ 87312 h 3102054"/>
              <a:gd name="connsiteX105" fmla="*/ 5867402 w 12192000"/>
              <a:gd name="connsiteY105" fmla="*/ 68262 h 3102054"/>
              <a:gd name="connsiteX106" fmla="*/ 5903915 w 12192000"/>
              <a:gd name="connsiteY106" fmla="*/ 52387 h 3102054"/>
              <a:gd name="connsiteX107" fmla="*/ 5945189 w 12192000"/>
              <a:gd name="connsiteY107" fmla="*/ 36512 h 3102054"/>
              <a:gd name="connsiteX108" fmla="*/ 5991226 w 12192000"/>
              <a:gd name="connsiteY108" fmla="*/ 20637 h 3102054"/>
              <a:gd name="connsiteX109" fmla="*/ 6043614 w 12192000"/>
              <a:gd name="connsiteY109" fmla="*/ 9525 h 3102054"/>
              <a:gd name="connsiteX110" fmla="*/ 6103939 w 12192000"/>
              <a:gd name="connsiteY110" fmla="*/ 3175 h 3102054"/>
              <a:gd name="connsiteX111" fmla="*/ 6172201 w 12192000"/>
              <a:gd name="connsiteY111" fmla="*/ 0 h 3102054"/>
              <a:gd name="connsiteX112" fmla="*/ 6210301 w 12192000"/>
              <a:gd name="connsiteY112" fmla="*/ 1772 h 3102054"/>
              <a:gd name="connsiteX113" fmla="*/ 6248401 w 12192000"/>
              <a:gd name="connsiteY113" fmla="*/ 0 h 3102054"/>
              <a:gd name="connsiteX114" fmla="*/ 6316664 w 12192000"/>
              <a:gd name="connsiteY114" fmla="*/ 3175 h 3102054"/>
              <a:gd name="connsiteX115" fmla="*/ 6376989 w 12192000"/>
              <a:gd name="connsiteY115" fmla="*/ 9525 h 3102054"/>
              <a:gd name="connsiteX116" fmla="*/ 6429376 w 12192000"/>
              <a:gd name="connsiteY116" fmla="*/ 20637 h 3102054"/>
              <a:gd name="connsiteX117" fmla="*/ 6475414 w 12192000"/>
              <a:gd name="connsiteY117" fmla="*/ 36512 h 3102054"/>
              <a:gd name="connsiteX118" fmla="*/ 6516689 w 12192000"/>
              <a:gd name="connsiteY118" fmla="*/ 52387 h 3102054"/>
              <a:gd name="connsiteX119" fmla="*/ 6553202 w 12192000"/>
              <a:gd name="connsiteY119" fmla="*/ 68262 h 3102054"/>
              <a:gd name="connsiteX120" fmla="*/ 6591302 w 12192000"/>
              <a:gd name="connsiteY120" fmla="*/ 87312 h 3102054"/>
              <a:gd name="connsiteX121" fmla="*/ 6629401 w 12192000"/>
              <a:gd name="connsiteY121" fmla="*/ 106362 h 3102054"/>
              <a:gd name="connsiteX122" fmla="*/ 6665915 w 12192000"/>
              <a:gd name="connsiteY122" fmla="*/ 125412 h 3102054"/>
              <a:gd name="connsiteX123" fmla="*/ 6707189 w 12192000"/>
              <a:gd name="connsiteY123" fmla="*/ 141287 h 3102054"/>
              <a:gd name="connsiteX124" fmla="*/ 6753226 w 12192000"/>
              <a:gd name="connsiteY124" fmla="*/ 155575 h 3102054"/>
              <a:gd name="connsiteX125" fmla="*/ 6805614 w 12192000"/>
              <a:gd name="connsiteY125" fmla="*/ 166687 h 3102054"/>
              <a:gd name="connsiteX126" fmla="*/ 6865939 w 12192000"/>
              <a:gd name="connsiteY126" fmla="*/ 174625 h 3102054"/>
              <a:gd name="connsiteX127" fmla="*/ 6934201 w 12192000"/>
              <a:gd name="connsiteY127" fmla="*/ 176212 h 3102054"/>
              <a:gd name="connsiteX128" fmla="*/ 7002464 w 12192000"/>
              <a:gd name="connsiteY128" fmla="*/ 174625 h 3102054"/>
              <a:gd name="connsiteX129" fmla="*/ 7062789 w 12192000"/>
              <a:gd name="connsiteY129" fmla="*/ 166687 h 3102054"/>
              <a:gd name="connsiteX130" fmla="*/ 7115176 w 12192000"/>
              <a:gd name="connsiteY130" fmla="*/ 155575 h 3102054"/>
              <a:gd name="connsiteX131" fmla="*/ 7161214 w 12192000"/>
              <a:gd name="connsiteY131" fmla="*/ 141287 h 3102054"/>
              <a:gd name="connsiteX132" fmla="*/ 7202489 w 12192000"/>
              <a:gd name="connsiteY132" fmla="*/ 125412 h 3102054"/>
              <a:gd name="connsiteX133" fmla="*/ 7239001 w 12192000"/>
              <a:gd name="connsiteY133" fmla="*/ 106362 h 3102054"/>
              <a:gd name="connsiteX134" fmla="*/ 7277101 w 12192000"/>
              <a:gd name="connsiteY134" fmla="*/ 87312 h 3102054"/>
              <a:gd name="connsiteX135" fmla="*/ 7315201 w 12192000"/>
              <a:gd name="connsiteY135" fmla="*/ 68262 h 3102054"/>
              <a:gd name="connsiteX136" fmla="*/ 7351714 w 12192000"/>
              <a:gd name="connsiteY136" fmla="*/ 52387 h 3102054"/>
              <a:gd name="connsiteX137" fmla="*/ 7392989 w 12192000"/>
              <a:gd name="connsiteY137" fmla="*/ 36512 h 3102054"/>
              <a:gd name="connsiteX138" fmla="*/ 7439026 w 12192000"/>
              <a:gd name="connsiteY138" fmla="*/ 20637 h 3102054"/>
              <a:gd name="connsiteX139" fmla="*/ 7491414 w 12192000"/>
              <a:gd name="connsiteY139" fmla="*/ 9525 h 3102054"/>
              <a:gd name="connsiteX140" fmla="*/ 7551739 w 12192000"/>
              <a:gd name="connsiteY140" fmla="*/ 3175 h 3102054"/>
              <a:gd name="connsiteX141" fmla="*/ 7620001 w 12192000"/>
              <a:gd name="connsiteY141" fmla="*/ 0 h 3102054"/>
              <a:gd name="connsiteX142" fmla="*/ 7688264 w 12192000"/>
              <a:gd name="connsiteY142" fmla="*/ 3175 h 3102054"/>
              <a:gd name="connsiteX143" fmla="*/ 7748589 w 12192000"/>
              <a:gd name="connsiteY143" fmla="*/ 9525 h 3102054"/>
              <a:gd name="connsiteX144" fmla="*/ 7800976 w 12192000"/>
              <a:gd name="connsiteY144" fmla="*/ 20637 h 3102054"/>
              <a:gd name="connsiteX145" fmla="*/ 7847014 w 12192000"/>
              <a:gd name="connsiteY145" fmla="*/ 36512 h 3102054"/>
              <a:gd name="connsiteX146" fmla="*/ 7888289 w 12192000"/>
              <a:gd name="connsiteY146" fmla="*/ 52387 h 3102054"/>
              <a:gd name="connsiteX147" fmla="*/ 7924801 w 12192000"/>
              <a:gd name="connsiteY147" fmla="*/ 68262 h 3102054"/>
              <a:gd name="connsiteX148" fmla="*/ 7962901 w 12192000"/>
              <a:gd name="connsiteY148" fmla="*/ 87312 h 3102054"/>
              <a:gd name="connsiteX149" fmla="*/ 8001001 w 12192000"/>
              <a:gd name="connsiteY149" fmla="*/ 106362 h 3102054"/>
              <a:gd name="connsiteX150" fmla="*/ 8037514 w 12192000"/>
              <a:gd name="connsiteY150" fmla="*/ 125412 h 3102054"/>
              <a:gd name="connsiteX151" fmla="*/ 8078789 w 12192000"/>
              <a:gd name="connsiteY151" fmla="*/ 141287 h 3102054"/>
              <a:gd name="connsiteX152" fmla="*/ 8124826 w 12192000"/>
              <a:gd name="connsiteY152" fmla="*/ 155575 h 3102054"/>
              <a:gd name="connsiteX153" fmla="*/ 8177214 w 12192000"/>
              <a:gd name="connsiteY153" fmla="*/ 166687 h 3102054"/>
              <a:gd name="connsiteX154" fmla="*/ 8237539 w 12192000"/>
              <a:gd name="connsiteY154" fmla="*/ 174625 h 3102054"/>
              <a:gd name="connsiteX155" fmla="*/ 8305801 w 12192000"/>
              <a:gd name="connsiteY155" fmla="*/ 176212 h 3102054"/>
              <a:gd name="connsiteX156" fmla="*/ 8374064 w 12192000"/>
              <a:gd name="connsiteY156" fmla="*/ 174625 h 3102054"/>
              <a:gd name="connsiteX157" fmla="*/ 8434388 w 12192000"/>
              <a:gd name="connsiteY157" fmla="*/ 166687 h 3102054"/>
              <a:gd name="connsiteX158" fmla="*/ 8486776 w 12192000"/>
              <a:gd name="connsiteY158" fmla="*/ 155575 h 3102054"/>
              <a:gd name="connsiteX159" fmla="*/ 8532814 w 12192000"/>
              <a:gd name="connsiteY159" fmla="*/ 141287 h 3102054"/>
              <a:gd name="connsiteX160" fmla="*/ 8574088 w 12192000"/>
              <a:gd name="connsiteY160" fmla="*/ 125412 h 3102054"/>
              <a:gd name="connsiteX161" fmla="*/ 8610600 w 12192000"/>
              <a:gd name="connsiteY161" fmla="*/ 106362 h 3102054"/>
              <a:gd name="connsiteX162" fmla="*/ 8648700 w 12192000"/>
              <a:gd name="connsiteY162" fmla="*/ 87312 h 3102054"/>
              <a:gd name="connsiteX163" fmla="*/ 8686800 w 12192000"/>
              <a:gd name="connsiteY163" fmla="*/ 68262 h 3102054"/>
              <a:gd name="connsiteX164" fmla="*/ 8723314 w 12192000"/>
              <a:gd name="connsiteY164" fmla="*/ 52387 h 3102054"/>
              <a:gd name="connsiteX165" fmla="*/ 8764588 w 12192000"/>
              <a:gd name="connsiteY165" fmla="*/ 36512 h 3102054"/>
              <a:gd name="connsiteX166" fmla="*/ 8810626 w 12192000"/>
              <a:gd name="connsiteY166" fmla="*/ 20637 h 3102054"/>
              <a:gd name="connsiteX167" fmla="*/ 8863014 w 12192000"/>
              <a:gd name="connsiteY167" fmla="*/ 9525 h 3102054"/>
              <a:gd name="connsiteX168" fmla="*/ 8923338 w 12192000"/>
              <a:gd name="connsiteY168" fmla="*/ 3175 h 3102054"/>
              <a:gd name="connsiteX169" fmla="*/ 8990014 w 12192000"/>
              <a:gd name="connsiteY169" fmla="*/ 0 h 3102054"/>
              <a:gd name="connsiteX170" fmla="*/ 9059864 w 12192000"/>
              <a:gd name="connsiteY170" fmla="*/ 3175 h 3102054"/>
              <a:gd name="connsiteX171" fmla="*/ 9120188 w 12192000"/>
              <a:gd name="connsiteY171" fmla="*/ 9525 h 3102054"/>
              <a:gd name="connsiteX172" fmla="*/ 9172576 w 12192000"/>
              <a:gd name="connsiteY172" fmla="*/ 20637 h 3102054"/>
              <a:gd name="connsiteX173" fmla="*/ 9218614 w 12192000"/>
              <a:gd name="connsiteY173" fmla="*/ 36512 h 3102054"/>
              <a:gd name="connsiteX174" fmla="*/ 9259888 w 12192000"/>
              <a:gd name="connsiteY174" fmla="*/ 52387 h 3102054"/>
              <a:gd name="connsiteX175" fmla="*/ 9296400 w 12192000"/>
              <a:gd name="connsiteY175" fmla="*/ 68262 h 3102054"/>
              <a:gd name="connsiteX176" fmla="*/ 9334500 w 12192000"/>
              <a:gd name="connsiteY176" fmla="*/ 87312 h 3102054"/>
              <a:gd name="connsiteX177" fmla="*/ 9372600 w 12192000"/>
              <a:gd name="connsiteY177" fmla="*/ 106362 h 3102054"/>
              <a:gd name="connsiteX178" fmla="*/ 9409114 w 12192000"/>
              <a:gd name="connsiteY178" fmla="*/ 125412 h 3102054"/>
              <a:gd name="connsiteX179" fmla="*/ 9450388 w 12192000"/>
              <a:gd name="connsiteY179" fmla="*/ 141287 h 3102054"/>
              <a:gd name="connsiteX180" fmla="*/ 9496426 w 12192000"/>
              <a:gd name="connsiteY180" fmla="*/ 155575 h 3102054"/>
              <a:gd name="connsiteX181" fmla="*/ 9548814 w 12192000"/>
              <a:gd name="connsiteY181" fmla="*/ 166687 h 3102054"/>
              <a:gd name="connsiteX182" fmla="*/ 9609138 w 12192000"/>
              <a:gd name="connsiteY182" fmla="*/ 174625 h 3102054"/>
              <a:gd name="connsiteX183" fmla="*/ 9677400 w 12192000"/>
              <a:gd name="connsiteY183" fmla="*/ 176212 h 3102054"/>
              <a:gd name="connsiteX184" fmla="*/ 9745664 w 12192000"/>
              <a:gd name="connsiteY184" fmla="*/ 174625 h 3102054"/>
              <a:gd name="connsiteX185" fmla="*/ 9805988 w 12192000"/>
              <a:gd name="connsiteY185" fmla="*/ 166687 h 3102054"/>
              <a:gd name="connsiteX186" fmla="*/ 9858376 w 12192000"/>
              <a:gd name="connsiteY186" fmla="*/ 155575 h 3102054"/>
              <a:gd name="connsiteX187" fmla="*/ 9904414 w 12192000"/>
              <a:gd name="connsiteY187" fmla="*/ 141287 h 3102054"/>
              <a:gd name="connsiteX188" fmla="*/ 9945688 w 12192000"/>
              <a:gd name="connsiteY188" fmla="*/ 125412 h 3102054"/>
              <a:gd name="connsiteX189" fmla="*/ 9982200 w 12192000"/>
              <a:gd name="connsiteY189" fmla="*/ 106362 h 3102054"/>
              <a:gd name="connsiteX190" fmla="*/ 10058400 w 12192000"/>
              <a:gd name="connsiteY190" fmla="*/ 68262 h 3102054"/>
              <a:gd name="connsiteX191" fmla="*/ 10094914 w 12192000"/>
              <a:gd name="connsiteY191" fmla="*/ 52387 h 3102054"/>
              <a:gd name="connsiteX192" fmla="*/ 10136188 w 12192000"/>
              <a:gd name="connsiteY192" fmla="*/ 36512 h 3102054"/>
              <a:gd name="connsiteX193" fmla="*/ 10182226 w 12192000"/>
              <a:gd name="connsiteY193" fmla="*/ 20637 h 3102054"/>
              <a:gd name="connsiteX194" fmla="*/ 10234614 w 12192000"/>
              <a:gd name="connsiteY194" fmla="*/ 9525 h 3102054"/>
              <a:gd name="connsiteX195" fmla="*/ 10294938 w 12192000"/>
              <a:gd name="connsiteY195" fmla="*/ 3175 h 3102054"/>
              <a:gd name="connsiteX196" fmla="*/ 10363200 w 12192000"/>
              <a:gd name="connsiteY196" fmla="*/ 0 h 3102054"/>
              <a:gd name="connsiteX197" fmla="*/ 10431464 w 12192000"/>
              <a:gd name="connsiteY197" fmla="*/ 3175 h 3102054"/>
              <a:gd name="connsiteX198" fmla="*/ 10491788 w 12192000"/>
              <a:gd name="connsiteY198" fmla="*/ 9525 h 3102054"/>
              <a:gd name="connsiteX199" fmla="*/ 10544176 w 12192000"/>
              <a:gd name="connsiteY199" fmla="*/ 20637 h 3102054"/>
              <a:gd name="connsiteX200" fmla="*/ 10590214 w 12192000"/>
              <a:gd name="connsiteY200" fmla="*/ 36512 h 3102054"/>
              <a:gd name="connsiteX201" fmla="*/ 10631488 w 12192000"/>
              <a:gd name="connsiteY201" fmla="*/ 52387 h 3102054"/>
              <a:gd name="connsiteX202" fmla="*/ 10668000 w 12192000"/>
              <a:gd name="connsiteY202" fmla="*/ 68262 h 3102054"/>
              <a:gd name="connsiteX203" fmla="*/ 10706100 w 12192000"/>
              <a:gd name="connsiteY203" fmla="*/ 87312 h 3102054"/>
              <a:gd name="connsiteX204" fmla="*/ 10744200 w 12192000"/>
              <a:gd name="connsiteY204" fmla="*/ 106362 h 3102054"/>
              <a:gd name="connsiteX205" fmla="*/ 10780714 w 12192000"/>
              <a:gd name="connsiteY205" fmla="*/ 125412 h 3102054"/>
              <a:gd name="connsiteX206" fmla="*/ 10821988 w 12192000"/>
              <a:gd name="connsiteY206" fmla="*/ 141287 h 3102054"/>
              <a:gd name="connsiteX207" fmla="*/ 10868026 w 12192000"/>
              <a:gd name="connsiteY207" fmla="*/ 155575 h 3102054"/>
              <a:gd name="connsiteX208" fmla="*/ 10920414 w 12192000"/>
              <a:gd name="connsiteY208" fmla="*/ 166687 h 3102054"/>
              <a:gd name="connsiteX209" fmla="*/ 10980738 w 12192000"/>
              <a:gd name="connsiteY209" fmla="*/ 174625 h 3102054"/>
              <a:gd name="connsiteX210" fmla="*/ 11049000 w 12192000"/>
              <a:gd name="connsiteY210" fmla="*/ 176212 h 3102054"/>
              <a:gd name="connsiteX211" fmla="*/ 11117264 w 12192000"/>
              <a:gd name="connsiteY211" fmla="*/ 174625 h 3102054"/>
              <a:gd name="connsiteX212" fmla="*/ 11177588 w 12192000"/>
              <a:gd name="connsiteY212" fmla="*/ 166687 h 3102054"/>
              <a:gd name="connsiteX213" fmla="*/ 11229976 w 12192000"/>
              <a:gd name="connsiteY213" fmla="*/ 155575 h 3102054"/>
              <a:gd name="connsiteX214" fmla="*/ 11276014 w 12192000"/>
              <a:gd name="connsiteY214" fmla="*/ 141287 h 3102054"/>
              <a:gd name="connsiteX215" fmla="*/ 11317288 w 12192000"/>
              <a:gd name="connsiteY215" fmla="*/ 125412 h 3102054"/>
              <a:gd name="connsiteX216" fmla="*/ 11353800 w 12192000"/>
              <a:gd name="connsiteY216" fmla="*/ 106362 h 3102054"/>
              <a:gd name="connsiteX217" fmla="*/ 11391900 w 12192000"/>
              <a:gd name="connsiteY217" fmla="*/ 87312 h 3102054"/>
              <a:gd name="connsiteX218" fmla="*/ 11430000 w 12192000"/>
              <a:gd name="connsiteY218" fmla="*/ 68263 h 3102054"/>
              <a:gd name="connsiteX219" fmla="*/ 11466514 w 12192000"/>
              <a:gd name="connsiteY219" fmla="*/ 52388 h 3102054"/>
              <a:gd name="connsiteX220" fmla="*/ 11507788 w 12192000"/>
              <a:gd name="connsiteY220" fmla="*/ 36513 h 3102054"/>
              <a:gd name="connsiteX221" fmla="*/ 11553826 w 12192000"/>
              <a:gd name="connsiteY221" fmla="*/ 20638 h 3102054"/>
              <a:gd name="connsiteX222" fmla="*/ 11606214 w 12192000"/>
              <a:gd name="connsiteY222" fmla="*/ 9525 h 3102054"/>
              <a:gd name="connsiteX223" fmla="*/ 11666538 w 12192000"/>
              <a:gd name="connsiteY223" fmla="*/ 3175 h 3102054"/>
              <a:gd name="connsiteX224" fmla="*/ 11734800 w 12192000"/>
              <a:gd name="connsiteY224" fmla="*/ 0 h 3102054"/>
              <a:gd name="connsiteX225" fmla="*/ 11803064 w 12192000"/>
              <a:gd name="connsiteY225" fmla="*/ 3175 h 3102054"/>
              <a:gd name="connsiteX226" fmla="*/ 11863388 w 12192000"/>
              <a:gd name="connsiteY226" fmla="*/ 9525 h 3102054"/>
              <a:gd name="connsiteX227" fmla="*/ 11915776 w 12192000"/>
              <a:gd name="connsiteY227" fmla="*/ 20638 h 3102054"/>
              <a:gd name="connsiteX228" fmla="*/ 11961814 w 12192000"/>
              <a:gd name="connsiteY228" fmla="*/ 36513 h 3102054"/>
              <a:gd name="connsiteX229" fmla="*/ 12003088 w 12192000"/>
              <a:gd name="connsiteY229" fmla="*/ 52388 h 3102054"/>
              <a:gd name="connsiteX230" fmla="*/ 12039600 w 12192000"/>
              <a:gd name="connsiteY230" fmla="*/ 68263 h 3102054"/>
              <a:gd name="connsiteX231" fmla="*/ 12077700 w 12192000"/>
              <a:gd name="connsiteY231" fmla="*/ 87313 h 3102054"/>
              <a:gd name="connsiteX232" fmla="*/ 12115800 w 12192000"/>
              <a:gd name="connsiteY232" fmla="*/ 106363 h 3102054"/>
              <a:gd name="connsiteX233" fmla="*/ 12152314 w 12192000"/>
              <a:gd name="connsiteY233" fmla="*/ 125413 h 3102054"/>
              <a:gd name="connsiteX234" fmla="*/ 12192000 w 12192000"/>
              <a:gd name="connsiteY234" fmla="*/ 140677 h 3102054"/>
              <a:gd name="connsiteX235" fmla="*/ 12192000 w 12192000"/>
              <a:gd name="connsiteY235" fmla="*/ 885826 h 3102054"/>
              <a:gd name="connsiteX236" fmla="*/ 12191999 w 12192000"/>
              <a:gd name="connsiteY236" fmla="*/ 885826 h 3102054"/>
              <a:gd name="connsiteX237" fmla="*/ 12191999 w 12192000"/>
              <a:gd name="connsiteY237" fmla="*/ 3102054 h 3102054"/>
              <a:gd name="connsiteX238" fmla="*/ 0 w 12192000"/>
              <a:gd name="connsiteY238" fmla="*/ 3102054 h 3102054"/>
              <a:gd name="connsiteX239" fmla="*/ 0 w 12192000"/>
              <a:gd name="connsiteY239" fmla="*/ 638254 h 3102054"/>
              <a:gd name="connsiteX240" fmla="*/ 1 w 12192000"/>
              <a:gd name="connsiteY240" fmla="*/ 638254 h 3102054"/>
              <a:gd name="connsiteX241" fmla="*/ 1 w 12192000"/>
              <a:gd name="connsiteY241" fmla="*/ 176212 h 3102054"/>
              <a:gd name="connsiteX242" fmla="*/ 68264 w 12192000"/>
              <a:gd name="connsiteY242" fmla="*/ 174625 h 3102054"/>
              <a:gd name="connsiteX243" fmla="*/ 128589 w 12192000"/>
              <a:gd name="connsiteY243" fmla="*/ 166687 h 3102054"/>
              <a:gd name="connsiteX244" fmla="*/ 180976 w 12192000"/>
              <a:gd name="connsiteY244" fmla="*/ 155575 h 3102054"/>
              <a:gd name="connsiteX245" fmla="*/ 227014 w 12192000"/>
              <a:gd name="connsiteY245" fmla="*/ 141287 h 3102054"/>
              <a:gd name="connsiteX246" fmla="*/ 268289 w 12192000"/>
              <a:gd name="connsiteY246" fmla="*/ 125412 h 3102054"/>
              <a:gd name="connsiteX247" fmla="*/ 304801 w 12192000"/>
              <a:gd name="connsiteY247" fmla="*/ 106362 h 3102054"/>
              <a:gd name="connsiteX248" fmla="*/ 342901 w 12192000"/>
              <a:gd name="connsiteY248" fmla="*/ 87312 h 3102054"/>
              <a:gd name="connsiteX249" fmla="*/ 381001 w 12192000"/>
              <a:gd name="connsiteY249" fmla="*/ 68262 h 3102054"/>
              <a:gd name="connsiteX250" fmla="*/ 417514 w 12192000"/>
              <a:gd name="connsiteY250" fmla="*/ 52387 h 3102054"/>
              <a:gd name="connsiteX251" fmla="*/ 458789 w 12192000"/>
              <a:gd name="connsiteY251" fmla="*/ 36512 h 3102054"/>
              <a:gd name="connsiteX252" fmla="*/ 504826 w 12192000"/>
              <a:gd name="connsiteY252" fmla="*/ 20637 h 3102054"/>
              <a:gd name="connsiteX253" fmla="*/ 557214 w 12192000"/>
              <a:gd name="connsiteY253" fmla="*/ 9525 h 3102054"/>
              <a:gd name="connsiteX254" fmla="*/ 617539 w 12192000"/>
              <a:gd name="connsiteY254" fmla="*/ 3175 h 3102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</a:cxnLst>
            <a:rect l="l" t="t" r="r" b="b"/>
            <a:pathLst>
              <a:path w="12192000" h="3102054">
                <a:moveTo>
                  <a:pt x="685801" y="0"/>
                </a:moveTo>
                <a:lnTo>
                  <a:pt x="754064" y="3175"/>
                </a:lnTo>
                <a:lnTo>
                  <a:pt x="814389" y="9525"/>
                </a:lnTo>
                <a:lnTo>
                  <a:pt x="866776" y="20637"/>
                </a:lnTo>
                <a:lnTo>
                  <a:pt x="912814" y="36512"/>
                </a:lnTo>
                <a:lnTo>
                  <a:pt x="954089" y="52387"/>
                </a:lnTo>
                <a:lnTo>
                  <a:pt x="990601" y="68262"/>
                </a:lnTo>
                <a:lnTo>
                  <a:pt x="1028701" y="87312"/>
                </a:lnTo>
                <a:lnTo>
                  <a:pt x="1066801" y="106362"/>
                </a:lnTo>
                <a:lnTo>
                  <a:pt x="1103314" y="125412"/>
                </a:lnTo>
                <a:lnTo>
                  <a:pt x="1144589" y="141287"/>
                </a:lnTo>
                <a:lnTo>
                  <a:pt x="1190626" y="155575"/>
                </a:lnTo>
                <a:lnTo>
                  <a:pt x="1243014" y="166687"/>
                </a:lnTo>
                <a:lnTo>
                  <a:pt x="1303339" y="174625"/>
                </a:lnTo>
                <a:lnTo>
                  <a:pt x="1371601" y="176212"/>
                </a:lnTo>
                <a:lnTo>
                  <a:pt x="1439864" y="174625"/>
                </a:lnTo>
                <a:lnTo>
                  <a:pt x="1500189" y="166687"/>
                </a:lnTo>
                <a:lnTo>
                  <a:pt x="1552576" y="155575"/>
                </a:lnTo>
                <a:lnTo>
                  <a:pt x="1598614" y="141287"/>
                </a:lnTo>
                <a:lnTo>
                  <a:pt x="1639889" y="125412"/>
                </a:lnTo>
                <a:lnTo>
                  <a:pt x="1676401" y="106362"/>
                </a:lnTo>
                <a:lnTo>
                  <a:pt x="1714501" y="87312"/>
                </a:lnTo>
                <a:lnTo>
                  <a:pt x="1752601" y="68262"/>
                </a:lnTo>
                <a:lnTo>
                  <a:pt x="1789114" y="52387"/>
                </a:lnTo>
                <a:lnTo>
                  <a:pt x="1830389" y="36512"/>
                </a:lnTo>
                <a:lnTo>
                  <a:pt x="1876426" y="20637"/>
                </a:lnTo>
                <a:lnTo>
                  <a:pt x="1928814" y="9525"/>
                </a:lnTo>
                <a:lnTo>
                  <a:pt x="1989139" y="3175"/>
                </a:lnTo>
                <a:lnTo>
                  <a:pt x="2057401" y="0"/>
                </a:lnTo>
                <a:lnTo>
                  <a:pt x="2125664" y="3175"/>
                </a:lnTo>
                <a:lnTo>
                  <a:pt x="2185989" y="9525"/>
                </a:lnTo>
                <a:lnTo>
                  <a:pt x="2238376" y="20637"/>
                </a:lnTo>
                <a:lnTo>
                  <a:pt x="2284414" y="36512"/>
                </a:lnTo>
                <a:lnTo>
                  <a:pt x="2325688" y="52387"/>
                </a:lnTo>
                <a:lnTo>
                  <a:pt x="2362201" y="68262"/>
                </a:lnTo>
                <a:lnTo>
                  <a:pt x="2400301" y="87312"/>
                </a:lnTo>
                <a:lnTo>
                  <a:pt x="2438401" y="106362"/>
                </a:lnTo>
                <a:lnTo>
                  <a:pt x="2474913" y="125412"/>
                </a:lnTo>
                <a:lnTo>
                  <a:pt x="2516188" y="141287"/>
                </a:lnTo>
                <a:lnTo>
                  <a:pt x="2562226" y="155575"/>
                </a:lnTo>
                <a:lnTo>
                  <a:pt x="2614614" y="166687"/>
                </a:lnTo>
                <a:lnTo>
                  <a:pt x="2674938" y="174625"/>
                </a:lnTo>
                <a:lnTo>
                  <a:pt x="2743201" y="176212"/>
                </a:lnTo>
                <a:lnTo>
                  <a:pt x="2811464" y="174625"/>
                </a:lnTo>
                <a:lnTo>
                  <a:pt x="2871789" y="166687"/>
                </a:lnTo>
                <a:lnTo>
                  <a:pt x="2924176" y="155575"/>
                </a:lnTo>
                <a:lnTo>
                  <a:pt x="2970214" y="141287"/>
                </a:lnTo>
                <a:lnTo>
                  <a:pt x="3011489" y="125412"/>
                </a:lnTo>
                <a:lnTo>
                  <a:pt x="3048001" y="106362"/>
                </a:lnTo>
                <a:lnTo>
                  <a:pt x="3086101" y="87312"/>
                </a:lnTo>
                <a:lnTo>
                  <a:pt x="3124201" y="68262"/>
                </a:lnTo>
                <a:lnTo>
                  <a:pt x="3160714" y="52387"/>
                </a:lnTo>
                <a:lnTo>
                  <a:pt x="3201989" y="36512"/>
                </a:lnTo>
                <a:lnTo>
                  <a:pt x="3248026" y="20637"/>
                </a:lnTo>
                <a:lnTo>
                  <a:pt x="3300414" y="9525"/>
                </a:lnTo>
                <a:lnTo>
                  <a:pt x="3360739" y="3175"/>
                </a:lnTo>
                <a:lnTo>
                  <a:pt x="3427414" y="0"/>
                </a:lnTo>
                <a:lnTo>
                  <a:pt x="3497264" y="3175"/>
                </a:lnTo>
                <a:lnTo>
                  <a:pt x="3557589" y="9525"/>
                </a:lnTo>
                <a:lnTo>
                  <a:pt x="3609976" y="20637"/>
                </a:lnTo>
                <a:lnTo>
                  <a:pt x="3656014" y="36512"/>
                </a:lnTo>
                <a:lnTo>
                  <a:pt x="3697288" y="52387"/>
                </a:lnTo>
                <a:lnTo>
                  <a:pt x="3733801" y="68262"/>
                </a:lnTo>
                <a:lnTo>
                  <a:pt x="3771901" y="87312"/>
                </a:lnTo>
                <a:lnTo>
                  <a:pt x="3810001" y="106362"/>
                </a:lnTo>
                <a:lnTo>
                  <a:pt x="3846514" y="125412"/>
                </a:lnTo>
                <a:lnTo>
                  <a:pt x="3887789" y="141287"/>
                </a:lnTo>
                <a:lnTo>
                  <a:pt x="3933826" y="155575"/>
                </a:lnTo>
                <a:lnTo>
                  <a:pt x="3986214" y="166687"/>
                </a:lnTo>
                <a:lnTo>
                  <a:pt x="4046539" y="174625"/>
                </a:lnTo>
                <a:lnTo>
                  <a:pt x="4114801" y="176212"/>
                </a:lnTo>
                <a:lnTo>
                  <a:pt x="4183064" y="174625"/>
                </a:lnTo>
                <a:lnTo>
                  <a:pt x="4243388" y="166687"/>
                </a:lnTo>
                <a:lnTo>
                  <a:pt x="4295776" y="155575"/>
                </a:lnTo>
                <a:lnTo>
                  <a:pt x="4341813" y="141287"/>
                </a:lnTo>
                <a:lnTo>
                  <a:pt x="4383088" y="125412"/>
                </a:lnTo>
                <a:lnTo>
                  <a:pt x="4419601" y="106362"/>
                </a:lnTo>
                <a:lnTo>
                  <a:pt x="4495801" y="68262"/>
                </a:lnTo>
                <a:lnTo>
                  <a:pt x="4532314" y="52387"/>
                </a:lnTo>
                <a:lnTo>
                  <a:pt x="4573588" y="36512"/>
                </a:lnTo>
                <a:lnTo>
                  <a:pt x="4619626" y="20637"/>
                </a:lnTo>
                <a:lnTo>
                  <a:pt x="4672013" y="9525"/>
                </a:lnTo>
                <a:lnTo>
                  <a:pt x="4732338" y="3175"/>
                </a:lnTo>
                <a:lnTo>
                  <a:pt x="4800601" y="0"/>
                </a:lnTo>
                <a:lnTo>
                  <a:pt x="4868864" y="3175"/>
                </a:lnTo>
                <a:lnTo>
                  <a:pt x="4929188" y="9525"/>
                </a:lnTo>
                <a:lnTo>
                  <a:pt x="4981576" y="20637"/>
                </a:lnTo>
                <a:lnTo>
                  <a:pt x="5027614" y="36512"/>
                </a:lnTo>
                <a:lnTo>
                  <a:pt x="5068889" y="52387"/>
                </a:lnTo>
                <a:lnTo>
                  <a:pt x="5105402" y="68262"/>
                </a:lnTo>
                <a:lnTo>
                  <a:pt x="5143502" y="87312"/>
                </a:lnTo>
                <a:lnTo>
                  <a:pt x="5181601" y="106362"/>
                </a:lnTo>
                <a:lnTo>
                  <a:pt x="5218115" y="125412"/>
                </a:lnTo>
                <a:lnTo>
                  <a:pt x="5259388" y="141287"/>
                </a:lnTo>
                <a:lnTo>
                  <a:pt x="5305426" y="155575"/>
                </a:lnTo>
                <a:lnTo>
                  <a:pt x="5357813" y="166687"/>
                </a:lnTo>
                <a:lnTo>
                  <a:pt x="5418139" y="174625"/>
                </a:lnTo>
                <a:lnTo>
                  <a:pt x="5486401" y="176212"/>
                </a:lnTo>
                <a:lnTo>
                  <a:pt x="5554663" y="174625"/>
                </a:lnTo>
                <a:lnTo>
                  <a:pt x="5614989" y="166687"/>
                </a:lnTo>
                <a:lnTo>
                  <a:pt x="5667376" y="155575"/>
                </a:lnTo>
                <a:lnTo>
                  <a:pt x="5713414" y="141287"/>
                </a:lnTo>
                <a:lnTo>
                  <a:pt x="5754689" y="125412"/>
                </a:lnTo>
                <a:lnTo>
                  <a:pt x="5791202" y="106362"/>
                </a:lnTo>
                <a:lnTo>
                  <a:pt x="5829302" y="87312"/>
                </a:lnTo>
                <a:lnTo>
                  <a:pt x="5867402" y="68262"/>
                </a:lnTo>
                <a:lnTo>
                  <a:pt x="5903915" y="52387"/>
                </a:lnTo>
                <a:lnTo>
                  <a:pt x="5945189" y="36512"/>
                </a:lnTo>
                <a:lnTo>
                  <a:pt x="5991226" y="20637"/>
                </a:lnTo>
                <a:lnTo>
                  <a:pt x="6043614" y="9525"/>
                </a:lnTo>
                <a:lnTo>
                  <a:pt x="6103939" y="3175"/>
                </a:lnTo>
                <a:lnTo>
                  <a:pt x="6172201" y="0"/>
                </a:lnTo>
                <a:lnTo>
                  <a:pt x="6210301" y="1772"/>
                </a:lnTo>
                <a:lnTo>
                  <a:pt x="6248401" y="0"/>
                </a:lnTo>
                <a:lnTo>
                  <a:pt x="6316664" y="3175"/>
                </a:lnTo>
                <a:lnTo>
                  <a:pt x="6376989" y="9525"/>
                </a:lnTo>
                <a:lnTo>
                  <a:pt x="6429376" y="20637"/>
                </a:lnTo>
                <a:lnTo>
                  <a:pt x="6475414" y="36512"/>
                </a:lnTo>
                <a:lnTo>
                  <a:pt x="6516689" y="52387"/>
                </a:lnTo>
                <a:lnTo>
                  <a:pt x="6553202" y="68262"/>
                </a:lnTo>
                <a:lnTo>
                  <a:pt x="6591302" y="87312"/>
                </a:lnTo>
                <a:lnTo>
                  <a:pt x="6629401" y="106362"/>
                </a:lnTo>
                <a:lnTo>
                  <a:pt x="6665915" y="125412"/>
                </a:lnTo>
                <a:lnTo>
                  <a:pt x="6707189" y="141287"/>
                </a:lnTo>
                <a:lnTo>
                  <a:pt x="6753226" y="155575"/>
                </a:lnTo>
                <a:lnTo>
                  <a:pt x="6805614" y="166687"/>
                </a:lnTo>
                <a:lnTo>
                  <a:pt x="6865939" y="174625"/>
                </a:lnTo>
                <a:lnTo>
                  <a:pt x="6934201" y="176212"/>
                </a:lnTo>
                <a:lnTo>
                  <a:pt x="7002464" y="174625"/>
                </a:lnTo>
                <a:lnTo>
                  <a:pt x="7062789" y="166687"/>
                </a:lnTo>
                <a:lnTo>
                  <a:pt x="7115176" y="155575"/>
                </a:lnTo>
                <a:lnTo>
                  <a:pt x="7161214" y="141287"/>
                </a:lnTo>
                <a:lnTo>
                  <a:pt x="7202489" y="125412"/>
                </a:lnTo>
                <a:lnTo>
                  <a:pt x="7239001" y="106362"/>
                </a:lnTo>
                <a:lnTo>
                  <a:pt x="7277101" y="87312"/>
                </a:lnTo>
                <a:lnTo>
                  <a:pt x="7315201" y="68262"/>
                </a:lnTo>
                <a:lnTo>
                  <a:pt x="7351714" y="52387"/>
                </a:lnTo>
                <a:lnTo>
                  <a:pt x="7392989" y="36512"/>
                </a:lnTo>
                <a:lnTo>
                  <a:pt x="7439026" y="20637"/>
                </a:lnTo>
                <a:lnTo>
                  <a:pt x="7491414" y="9525"/>
                </a:lnTo>
                <a:lnTo>
                  <a:pt x="7551739" y="3175"/>
                </a:lnTo>
                <a:lnTo>
                  <a:pt x="7620001" y="0"/>
                </a:lnTo>
                <a:lnTo>
                  <a:pt x="7688264" y="3175"/>
                </a:lnTo>
                <a:lnTo>
                  <a:pt x="7748589" y="9525"/>
                </a:lnTo>
                <a:lnTo>
                  <a:pt x="7800976" y="20637"/>
                </a:lnTo>
                <a:lnTo>
                  <a:pt x="7847014" y="36512"/>
                </a:lnTo>
                <a:lnTo>
                  <a:pt x="7888289" y="52387"/>
                </a:lnTo>
                <a:lnTo>
                  <a:pt x="7924801" y="68262"/>
                </a:lnTo>
                <a:lnTo>
                  <a:pt x="7962901" y="87312"/>
                </a:lnTo>
                <a:lnTo>
                  <a:pt x="8001001" y="106362"/>
                </a:lnTo>
                <a:lnTo>
                  <a:pt x="8037514" y="125412"/>
                </a:lnTo>
                <a:lnTo>
                  <a:pt x="8078789" y="141287"/>
                </a:lnTo>
                <a:lnTo>
                  <a:pt x="8124826" y="155575"/>
                </a:lnTo>
                <a:lnTo>
                  <a:pt x="8177214" y="166687"/>
                </a:lnTo>
                <a:lnTo>
                  <a:pt x="8237539" y="174625"/>
                </a:lnTo>
                <a:lnTo>
                  <a:pt x="8305801" y="176212"/>
                </a:lnTo>
                <a:lnTo>
                  <a:pt x="8374064" y="174625"/>
                </a:lnTo>
                <a:lnTo>
                  <a:pt x="8434388" y="166687"/>
                </a:lnTo>
                <a:lnTo>
                  <a:pt x="8486776" y="155575"/>
                </a:lnTo>
                <a:lnTo>
                  <a:pt x="8532814" y="141287"/>
                </a:lnTo>
                <a:lnTo>
                  <a:pt x="8574088" y="125412"/>
                </a:lnTo>
                <a:lnTo>
                  <a:pt x="8610600" y="106362"/>
                </a:lnTo>
                <a:lnTo>
                  <a:pt x="8648700" y="87312"/>
                </a:lnTo>
                <a:lnTo>
                  <a:pt x="8686800" y="68262"/>
                </a:lnTo>
                <a:lnTo>
                  <a:pt x="8723314" y="52387"/>
                </a:lnTo>
                <a:lnTo>
                  <a:pt x="8764588" y="36512"/>
                </a:lnTo>
                <a:lnTo>
                  <a:pt x="8810626" y="20637"/>
                </a:lnTo>
                <a:lnTo>
                  <a:pt x="8863014" y="9525"/>
                </a:lnTo>
                <a:lnTo>
                  <a:pt x="8923338" y="3175"/>
                </a:lnTo>
                <a:lnTo>
                  <a:pt x="8990014" y="0"/>
                </a:lnTo>
                <a:lnTo>
                  <a:pt x="9059864" y="3175"/>
                </a:lnTo>
                <a:lnTo>
                  <a:pt x="9120188" y="9525"/>
                </a:lnTo>
                <a:lnTo>
                  <a:pt x="9172576" y="20637"/>
                </a:lnTo>
                <a:lnTo>
                  <a:pt x="9218614" y="36512"/>
                </a:lnTo>
                <a:lnTo>
                  <a:pt x="9259888" y="52387"/>
                </a:lnTo>
                <a:lnTo>
                  <a:pt x="9296400" y="68262"/>
                </a:lnTo>
                <a:lnTo>
                  <a:pt x="9334500" y="87312"/>
                </a:lnTo>
                <a:lnTo>
                  <a:pt x="9372600" y="106362"/>
                </a:lnTo>
                <a:lnTo>
                  <a:pt x="9409114" y="125412"/>
                </a:lnTo>
                <a:lnTo>
                  <a:pt x="9450388" y="141287"/>
                </a:lnTo>
                <a:lnTo>
                  <a:pt x="9496426" y="155575"/>
                </a:lnTo>
                <a:lnTo>
                  <a:pt x="9548814" y="166687"/>
                </a:lnTo>
                <a:lnTo>
                  <a:pt x="9609138" y="174625"/>
                </a:lnTo>
                <a:lnTo>
                  <a:pt x="9677400" y="176212"/>
                </a:lnTo>
                <a:lnTo>
                  <a:pt x="9745664" y="174625"/>
                </a:lnTo>
                <a:lnTo>
                  <a:pt x="9805988" y="166687"/>
                </a:lnTo>
                <a:lnTo>
                  <a:pt x="9858376" y="155575"/>
                </a:lnTo>
                <a:lnTo>
                  <a:pt x="9904414" y="141287"/>
                </a:lnTo>
                <a:lnTo>
                  <a:pt x="9945688" y="125412"/>
                </a:lnTo>
                <a:lnTo>
                  <a:pt x="9982200" y="106362"/>
                </a:lnTo>
                <a:lnTo>
                  <a:pt x="10058400" y="68262"/>
                </a:lnTo>
                <a:lnTo>
                  <a:pt x="10094914" y="52387"/>
                </a:lnTo>
                <a:lnTo>
                  <a:pt x="10136188" y="36512"/>
                </a:lnTo>
                <a:lnTo>
                  <a:pt x="10182226" y="20637"/>
                </a:lnTo>
                <a:lnTo>
                  <a:pt x="10234614" y="9525"/>
                </a:lnTo>
                <a:lnTo>
                  <a:pt x="10294938" y="3175"/>
                </a:lnTo>
                <a:lnTo>
                  <a:pt x="10363200" y="0"/>
                </a:lnTo>
                <a:lnTo>
                  <a:pt x="10431464" y="3175"/>
                </a:lnTo>
                <a:lnTo>
                  <a:pt x="10491788" y="9525"/>
                </a:lnTo>
                <a:lnTo>
                  <a:pt x="10544176" y="20637"/>
                </a:lnTo>
                <a:lnTo>
                  <a:pt x="10590214" y="36512"/>
                </a:lnTo>
                <a:lnTo>
                  <a:pt x="10631488" y="52387"/>
                </a:lnTo>
                <a:lnTo>
                  <a:pt x="10668000" y="68262"/>
                </a:lnTo>
                <a:lnTo>
                  <a:pt x="10706100" y="87312"/>
                </a:lnTo>
                <a:lnTo>
                  <a:pt x="10744200" y="106362"/>
                </a:lnTo>
                <a:lnTo>
                  <a:pt x="10780714" y="125412"/>
                </a:lnTo>
                <a:lnTo>
                  <a:pt x="10821988" y="141287"/>
                </a:lnTo>
                <a:lnTo>
                  <a:pt x="10868026" y="155575"/>
                </a:lnTo>
                <a:lnTo>
                  <a:pt x="10920414" y="166687"/>
                </a:lnTo>
                <a:lnTo>
                  <a:pt x="10980738" y="174625"/>
                </a:lnTo>
                <a:lnTo>
                  <a:pt x="11049000" y="176212"/>
                </a:lnTo>
                <a:lnTo>
                  <a:pt x="11117264" y="174625"/>
                </a:lnTo>
                <a:lnTo>
                  <a:pt x="11177588" y="166687"/>
                </a:lnTo>
                <a:lnTo>
                  <a:pt x="11229976" y="155575"/>
                </a:lnTo>
                <a:lnTo>
                  <a:pt x="11276014" y="141287"/>
                </a:lnTo>
                <a:lnTo>
                  <a:pt x="11317288" y="125412"/>
                </a:lnTo>
                <a:lnTo>
                  <a:pt x="11353800" y="106362"/>
                </a:lnTo>
                <a:lnTo>
                  <a:pt x="11391900" y="87312"/>
                </a:lnTo>
                <a:lnTo>
                  <a:pt x="11430000" y="68263"/>
                </a:lnTo>
                <a:lnTo>
                  <a:pt x="11466514" y="52388"/>
                </a:lnTo>
                <a:lnTo>
                  <a:pt x="11507788" y="36513"/>
                </a:lnTo>
                <a:lnTo>
                  <a:pt x="11553826" y="20638"/>
                </a:lnTo>
                <a:lnTo>
                  <a:pt x="11606214" y="9525"/>
                </a:lnTo>
                <a:lnTo>
                  <a:pt x="11666538" y="3175"/>
                </a:lnTo>
                <a:lnTo>
                  <a:pt x="11734800" y="0"/>
                </a:lnTo>
                <a:lnTo>
                  <a:pt x="11803064" y="3175"/>
                </a:lnTo>
                <a:lnTo>
                  <a:pt x="11863388" y="9525"/>
                </a:lnTo>
                <a:lnTo>
                  <a:pt x="11915776" y="20638"/>
                </a:lnTo>
                <a:lnTo>
                  <a:pt x="11961814" y="36513"/>
                </a:lnTo>
                <a:lnTo>
                  <a:pt x="12003088" y="52388"/>
                </a:lnTo>
                <a:lnTo>
                  <a:pt x="12039600" y="68263"/>
                </a:lnTo>
                <a:lnTo>
                  <a:pt x="12077700" y="87313"/>
                </a:lnTo>
                <a:lnTo>
                  <a:pt x="12115800" y="106363"/>
                </a:lnTo>
                <a:lnTo>
                  <a:pt x="12152314" y="125413"/>
                </a:lnTo>
                <a:lnTo>
                  <a:pt x="12192000" y="140677"/>
                </a:lnTo>
                <a:lnTo>
                  <a:pt x="12192000" y="885826"/>
                </a:lnTo>
                <a:lnTo>
                  <a:pt x="12191999" y="885826"/>
                </a:lnTo>
                <a:lnTo>
                  <a:pt x="12191999" y="3102054"/>
                </a:lnTo>
                <a:lnTo>
                  <a:pt x="0" y="3102054"/>
                </a:lnTo>
                <a:lnTo>
                  <a:pt x="0" y="638254"/>
                </a:lnTo>
                <a:lnTo>
                  <a:pt x="1" y="638254"/>
                </a:lnTo>
                <a:lnTo>
                  <a:pt x="1" y="176212"/>
                </a:lnTo>
                <a:lnTo>
                  <a:pt x="68264" y="174625"/>
                </a:lnTo>
                <a:lnTo>
                  <a:pt x="128589" y="166687"/>
                </a:lnTo>
                <a:lnTo>
                  <a:pt x="180976" y="155575"/>
                </a:lnTo>
                <a:lnTo>
                  <a:pt x="227014" y="141287"/>
                </a:lnTo>
                <a:lnTo>
                  <a:pt x="268289" y="125412"/>
                </a:lnTo>
                <a:lnTo>
                  <a:pt x="304801" y="106362"/>
                </a:lnTo>
                <a:lnTo>
                  <a:pt x="342901" y="87312"/>
                </a:lnTo>
                <a:lnTo>
                  <a:pt x="381001" y="68262"/>
                </a:lnTo>
                <a:lnTo>
                  <a:pt x="417514" y="52387"/>
                </a:lnTo>
                <a:lnTo>
                  <a:pt x="458789" y="36512"/>
                </a:lnTo>
                <a:lnTo>
                  <a:pt x="504826" y="20637"/>
                </a:lnTo>
                <a:lnTo>
                  <a:pt x="557214" y="9525"/>
                </a:lnTo>
                <a:lnTo>
                  <a:pt x="617539" y="3175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A42B348-547A-DF16-02DD-BC0C05F36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168" y="4292599"/>
            <a:ext cx="10681664" cy="14657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600" spc="800"/>
              <a:t>Brojlerový králík (hyla)</a:t>
            </a:r>
          </a:p>
        </p:txBody>
      </p:sp>
    </p:spTree>
    <p:extLst>
      <p:ext uri="{BB962C8B-B14F-4D97-AF65-F5344CB8AC3E}">
        <p14:creationId xmlns:p14="http://schemas.microsoft.com/office/powerpoint/2010/main" val="250810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C78B544-AAE8-17EE-1B29-3DD2C1A00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 anchor="ctr">
            <a:normAutofit/>
          </a:bodyPr>
          <a:lstStyle/>
          <a:p>
            <a:r>
              <a:rPr lang="cs-CZ" dirty="0"/>
              <a:t>Plemena králíků</a:t>
            </a:r>
          </a:p>
        </p:txBody>
      </p:sp>
      <p:graphicFrame>
        <p:nvGraphicFramePr>
          <p:cNvPr id="7" name="Zástupný obsah 2">
            <a:extLst>
              <a:ext uri="{FF2B5EF4-FFF2-40B4-BE49-F238E27FC236}">
                <a16:creationId xmlns:a16="http://schemas.microsoft.com/office/drawing/2014/main" id="{67362434-B789-6686-0B1D-36A2B575D2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5205310"/>
              </p:ext>
            </p:extLst>
          </p:nvPr>
        </p:nvGraphicFramePr>
        <p:xfrm>
          <a:off x="1250950" y="2286000"/>
          <a:ext cx="10179050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51329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35519A-3640-F30B-E0FF-128738198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645105"/>
            <a:ext cx="4758705" cy="1320855"/>
          </a:xfrm>
        </p:spPr>
        <p:txBody>
          <a:bodyPr>
            <a:normAutofit/>
          </a:bodyPr>
          <a:lstStyle/>
          <a:p>
            <a:r>
              <a:rPr lang="cs-CZ" sz="3200" dirty="0"/>
              <a:t>Velká plemena králíků</a:t>
            </a:r>
            <a:br>
              <a:rPr lang="cs-CZ" sz="2800" dirty="0"/>
            </a:br>
            <a:r>
              <a:rPr lang="cs-CZ" sz="2800" dirty="0"/>
              <a:t>Belgický obr (BO)</a:t>
            </a:r>
          </a:p>
        </p:txBody>
      </p:sp>
      <p:sp>
        <p:nvSpPr>
          <p:cNvPr id="2054" name="Content Placeholder 2053">
            <a:extLst>
              <a:ext uri="{FF2B5EF4-FFF2-40B4-BE49-F238E27FC236}">
                <a16:creationId xmlns:a16="http://schemas.microsoft.com/office/drawing/2014/main" id="{CC8341DD-24FF-1121-9865-22802736C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4363595" cy="3593591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rgbClr val="000000"/>
                </a:solidFill>
              </a:rPr>
              <a:t>Mohutnost všech tělesných partií</a:t>
            </a:r>
          </a:p>
          <a:p>
            <a:r>
              <a:rPr lang="cs-CZ" dirty="0">
                <a:solidFill>
                  <a:srgbClr val="000000"/>
                </a:solidFill>
              </a:rPr>
              <a:t>Hmotnost 7-11 kg</a:t>
            </a:r>
          </a:p>
          <a:p>
            <a:r>
              <a:rPr lang="cs-CZ" dirty="0">
                <a:solidFill>
                  <a:srgbClr val="000000"/>
                </a:solidFill>
              </a:rPr>
              <a:t>Převážně divoké zbarvení</a:t>
            </a:r>
          </a:p>
          <a:p>
            <a:r>
              <a:rPr lang="cs-CZ" dirty="0">
                <a:solidFill>
                  <a:srgbClr val="000000"/>
                </a:solidFill>
              </a:rPr>
              <a:t>Obrovské vzpřímené uši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050" name="Picture 2" descr="Belgický obr divoce zbarvený, z CVMK Nasobůrky, 2014">
            <a:extLst>
              <a:ext uri="{FF2B5EF4-FFF2-40B4-BE49-F238E27FC236}">
                <a16:creationId xmlns:a16="http://schemas.microsoft.com/office/drawing/2014/main" id="{9430B5E2-8750-6E61-C5AF-EC894F9098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2" r="14757" b="1"/>
          <a:stretch/>
        </p:blipFill>
        <p:spPr bwMode="auto">
          <a:xfrm>
            <a:off x="6098193" y="1027057"/>
            <a:ext cx="5176744" cy="4830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4402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 descr="Vulgarita potom vylézt belgický králík Inhibovat Rarita Dekorativní">
            <a:extLst>
              <a:ext uri="{FF2B5EF4-FFF2-40B4-BE49-F238E27FC236}">
                <a16:creationId xmlns:a16="http://schemas.microsoft.com/office/drawing/2014/main" id="{D756B8A9-2A8E-73F3-D3C3-BCB7664F3C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5379" y="1335579"/>
            <a:ext cx="3167366" cy="4754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Zástupný obsah 4" descr="Belgický obr: jak je náročné ho chovat? – ZOO Magazín">
            <a:extLst>
              <a:ext uri="{FF2B5EF4-FFF2-40B4-BE49-F238E27FC236}">
                <a16:creationId xmlns:a16="http://schemas.microsoft.com/office/drawing/2014/main" id="{AA01DF67-4D05-D44F-1E64-3CFE1A1A8B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7856" y="2080516"/>
            <a:ext cx="5382027" cy="3594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5770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35519A-3640-F30B-E0FF-128738198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9" y="645107"/>
            <a:ext cx="4647255" cy="1142596"/>
          </a:xfrm>
        </p:spPr>
        <p:txBody>
          <a:bodyPr anchor="t">
            <a:normAutofit/>
          </a:bodyPr>
          <a:lstStyle/>
          <a:p>
            <a:r>
              <a:rPr lang="cs-CZ" sz="3200" dirty="0"/>
              <a:t>Velká plemena králíků</a:t>
            </a:r>
            <a:br>
              <a:rPr lang="cs-CZ" sz="2800" dirty="0"/>
            </a:br>
            <a:r>
              <a:rPr lang="cs-CZ" sz="2800" dirty="0"/>
              <a:t>Moravský modrý (Mm)</a:t>
            </a:r>
          </a:p>
        </p:txBody>
      </p:sp>
      <p:sp>
        <p:nvSpPr>
          <p:cNvPr id="2054" name="Content Placeholder 2053">
            <a:extLst>
              <a:ext uri="{FF2B5EF4-FFF2-40B4-BE49-F238E27FC236}">
                <a16:creationId xmlns:a16="http://schemas.microsoft.com/office/drawing/2014/main" id="{CC8341DD-24FF-1121-9865-22802736C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9" y="2286001"/>
            <a:ext cx="4049786" cy="3940844"/>
          </a:xfrm>
        </p:spPr>
        <p:txBody>
          <a:bodyPr>
            <a:normAutofit/>
          </a:bodyPr>
          <a:lstStyle/>
          <a:p>
            <a:r>
              <a:rPr lang="cs-CZ" dirty="0"/>
              <a:t>Národní plemeno</a:t>
            </a:r>
          </a:p>
          <a:p>
            <a:r>
              <a:rPr lang="cs-CZ" u="sng" dirty="0"/>
              <a:t>Genetický zdroj ČR</a:t>
            </a:r>
          </a:p>
          <a:p>
            <a:r>
              <a:rPr lang="cs-CZ" dirty="0"/>
              <a:t>Mohutnost všech tělesných partií</a:t>
            </a:r>
          </a:p>
          <a:p>
            <a:r>
              <a:rPr lang="cs-CZ" dirty="0"/>
              <a:t>Hmotnost 5,5 - 8 kg</a:t>
            </a:r>
          </a:p>
          <a:p>
            <a:r>
              <a:rPr lang="cs-CZ" dirty="0"/>
              <a:t>Typická světle modrá barva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Obrázek 2" descr="4a - Moravský modrý - chovatel Jaroslav Drejček">
            <a:extLst>
              <a:ext uri="{FF2B5EF4-FFF2-40B4-BE49-F238E27FC236}">
                <a16:creationId xmlns:a16="http://schemas.microsoft.com/office/drawing/2014/main" id="{68CD4A2C-DC52-89C9-7E97-831A654B3C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93068" y="1414222"/>
            <a:ext cx="5084612" cy="40295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28662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35519A-3640-F30B-E0FF-128738198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9" y="645107"/>
            <a:ext cx="4647255" cy="1142596"/>
          </a:xfrm>
        </p:spPr>
        <p:txBody>
          <a:bodyPr anchor="t">
            <a:normAutofit fontScale="90000"/>
          </a:bodyPr>
          <a:lstStyle/>
          <a:p>
            <a:r>
              <a:rPr lang="cs-CZ" sz="3200" dirty="0"/>
              <a:t>střední plemena králíků</a:t>
            </a:r>
            <a:br>
              <a:rPr lang="cs-CZ" sz="2800" dirty="0"/>
            </a:br>
            <a:r>
              <a:rPr lang="cs-CZ" sz="2800" dirty="0"/>
              <a:t>kalifornský králík (kal)</a:t>
            </a:r>
          </a:p>
        </p:txBody>
      </p:sp>
      <p:sp>
        <p:nvSpPr>
          <p:cNvPr id="2054" name="Content Placeholder 2053">
            <a:extLst>
              <a:ext uri="{FF2B5EF4-FFF2-40B4-BE49-F238E27FC236}">
                <a16:creationId xmlns:a16="http://schemas.microsoft.com/office/drawing/2014/main" id="{CC8341DD-24FF-1121-9865-22802736C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9" y="2286001"/>
            <a:ext cx="4049786" cy="3940844"/>
          </a:xfrm>
        </p:spPr>
        <p:txBody>
          <a:bodyPr>
            <a:normAutofit/>
          </a:bodyPr>
          <a:lstStyle/>
          <a:p>
            <a:r>
              <a:rPr lang="cs-CZ" dirty="0"/>
              <a:t>Původ v USA</a:t>
            </a:r>
          </a:p>
          <a:p>
            <a:r>
              <a:rPr lang="cs-CZ" dirty="0"/>
              <a:t>Oblíbené, univerzální plemeno</a:t>
            </a:r>
          </a:p>
          <a:p>
            <a:r>
              <a:rPr lang="cs-CZ" dirty="0"/>
              <a:t>Tvoří základ pro šlechtěné brojlerové linie králíků</a:t>
            </a:r>
          </a:p>
          <a:p>
            <a:r>
              <a:rPr lang="cs-CZ" dirty="0"/>
              <a:t>Hmotnost 4 - 5 kg</a:t>
            </a:r>
          </a:p>
          <a:p>
            <a:r>
              <a:rPr lang="cs-CZ" dirty="0"/>
              <a:t>Barva není jednolitá – tmavé ohraničení</a:t>
            </a:r>
          </a:p>
          <a:p>
            <a:r>
              <a:rPr lang="cs-CZ" dirty="0"/>
              <a:t>Červené oči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Obrázek 3" descr="Kalifornský černý, výstava Náš chovatel 2012">
            <a:extLst>
              <a:ext uri="{FF2B5EF4-FFF2-40B4-BE49-F238E27FC236}">
                <a16:creationId xmlns:a16="http://schemas.microsoft.com/office/drawing/2014/main" id="{C74EB1C3-F7BA-1184-179D-14E7FA5E07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3068" y="1787703"/>
            <a:ext cx="5252170" cy="3940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7071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35519A-3640-F30B-E0FF-128738198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9" y="645107"/>
            <a:ext cx="4647255" cy="1142596"/>
          </a:xfrm>
        </p:spPr>
        <p:txBody>
          <a:bodyPr anchor="t">
            <a:normAutofit fontScale="90000"/>
          </a:bodyPr>
          <a:lstStyle/>
          <a:p>
            <a:r>
              <a:rPr lang="cs-CZ" sz="3200" dirty="0"/>
              <a:t>střední plemena králíků</a:t>
            </a:r>
            <a:br>
              <a:rPr lang="cs-CZ" sz="2800" dirty="0"/>
            </a:br>
            <a:r>
              <a:rPr lang="cs-CZ" sz="2800" dirty="0"/>
              <a:t>český </a:t>
            </a:r>
            <a:r>
              <a:rPr lang="cs-CZ" sz="2800" dirty="0" err="1"/>
              <a:t>strakáč</a:t>
            </a:r>
            <a:r>
              <a:rPr lang="cs-CZ" sz="2800" dirty="0"/>
              <a:t> (</a:t>
            </a:r>
            <a:r>
              <a:rPr lang="cs-CZ" sz="2800" dirty="0" err="1"/>
              <a:t>čs</a:t>
            </a:r>
            <a:r>
              <a:rPr lang="cs-CZ" sz="2800" dirty="0"/>
              <a:t>)</a:t>
            </a:r>
          </a:p>
        </p:txBody>
      </p:sp>
      <p:sp>
        <p:nvSpPr>
          <p:cNvPr id="2054" name="Content Placeholder 2053">
            <a:extLst>
              <a:ext uri="{FF2B5EF4-FFF2-40B4-BE49-F238E27FC236}">
                <a16:creationId xmlns:a16="http://schemas.microsoft.com/office/drawing/2014/main" id="{CC8341DD-24FF-1121-9865-22802736C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9" y="2286001"/>
            <a:ext cx="4049786" cy="3940844"/>
          </a:xfrm>
        </p:spPr>
        <p:txBody>
          <a:bodyPr>
            <a:normAutofit/>
          </a:bodyPr>
          <a:lstStyle/>
          <a:p>
            <a:r>
              <a:rPr lang="cs-CZ" dirty="0"/>
              <a:t>Původní české plemeno – původ ve stájových králících</a:t>
            </a:r>
          </a:p>
          <a:p>
            <a:r>
              <a:rPr lang="cs-CZ" u="sng" dirty="0"/>
              <a:t>Genetický zdroj ČR</a:t>
            </a:r>
            <a:endParaRPr lang="cs-CZ" dirty="0"/>
          </a:p>
          <a:p>
            <a:r>
              <a:rPr lang="cs-CZ" dirty="0"/>
              <a:t>Hmotnost 3,4 - 4 kg</a:t>
            </a:r>
          </a:p>
          <a:p>
            <a:r>
              <a:rPr lang="cs-CZ" dirty="0"/>
              <a:t>Pravidelná strakatost na hlavě a těle</a:t>
            </a:r>
          </a:p>
          <a:p>
            <a:r>
              <a:rPr lang="cs-CZ" dirty="0"/>
              <a:t>Podkladová barva je vždy bílá</a:t>
            </a:r>
          </a:p>
          <a:p>
            <a:r>
              <a:rPr lang="cs-CZ" dirty="0"/>
              <a:t>Kroužky kolem očí, oči tmavé</a:t>
            </a:r>
          </a:p>
          <a:p>
            <a:r>
              <a:rPr lang="cs-CZ" dirty="0"/>
              <a:t>Nepřerušený hřbetní pruh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Obrázek 2" descr="Český strakáč černý 97,0 b. z chovu Jana Maliny">
            <a:extLst>
              <a:ext uri="{FF2B5EF4-FFF2-40B4-BE49-F238E27FC236}">
                <a16:creationId xmlns:a16="http://schemas.microsoft.com/office/drawing/2014/main" id="{35A163A5-442B-5ACF-418E-2649254D9B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1869" y="2131458"/>
            <a:ext cx="4876278" cy="36601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4269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Český strakáč divoce zbarvený 1,0 94,5 b. z výstavy Moravia Brno 2017, chovatel Jiří Vacek">
            <a:extLst>
              <a:ext uri="{FF2B5EF4-FFF2-40B4-BE49-F238E27FC236}">
                <a16:creationId xmlns:a16="http://schemas.microsoft.com/office/drawing/2014/main" id="{E0881CB0-5CF2-12D4-6F9E-E68BE5A9A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853" y="1780720"/>
            <a:ext cx="4885148" cy="3663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Český strakáč žlutý 1,0 94,0 b. ze speciální výstavy, Moravia Brno 2018, chovatelka Alice Vokolková">
            <a:extLst>
              <a:ext uri="{FF2B5EF4-FFF2-40B4-BE49-F238E27FC236}">
                <a16:creationId xmlns:a16="http://schemas.microsoft.com/office/drawing/2014/main" id="{70E9321A-14FB-FB5C-0E1A-7016008B0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7456" y="1780720"/>
            <a:ext cx="4885148" cy="3663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22081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35519A-3640-F30B-E0FF-128738198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9" y="645107"/>
            <a:ext cx="4647255" cy="1142596"/>
          </a:xfrm>
        </p:spPr>
        <p:txBody>
          <a:bodyPr anchor="t">
            <a:normAutofit fontScale="90000"/>
          </a:bodyPr>
          <a:lstStyle/>
          <a:p>
            <a:r>
              <a:rPr lang="cs-CZ" sz="3200" dirty="0"/>
              <a:t>střední plemena králíků</a:t>
            </a:r>
            <a:br>
              <a:rPr lang="cs-CZ" sz="2800" dirty="0"/>
            </a:br>
            <a:r>
              <a:rPr lang="cs-CZ" sz="2800" dirty="0"/>
              <a:t>český luštič (</a:t>
            </a:r>
            <a:r>
              <a:rPr lang="cs-CZ" sz="2800" dirty="0" err="1"/>
              <a:t>čL</a:t>
            </a:r>
            <a:r>
              <a:rPr lang="cs-CZ" sz="2800" dirty="0"/>
              <a:t>)</a:t>
            </a:r>
          </a:p>
        </p:txBody>
      </p:sp>
      <p:sp>
        <p:nvSpPr>
          <p:cNvPr id="2054" name="Content Placeholder 2053">
            <a:extLst>
              <a:ext uri="{FF2B5EF4-FFF2-40B4-BE49-F238E27FC236}">
                <a16:creationId xmlns:a16="http://schemas.microsoft.com/office/drawing/2014/main" id="{CC8341DD-24FF-1121-9865-22802736C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9" y="2286001"/>
            <a:ext cx="4049786" cy="3940844"/>
          </a:xfrm>
        </p:spPr>
        <p:txBody>
          <a:bodyPr>
            <a:normAutofit/>
          </a:bodyPr>
          <a:lstStyle/>
          <a:p>
            <a:r>
              <a:rPr lang="cs-CZ" dirty="0"/>
              <a:t>České plemeno – uznáno roku 1959</a:t>
            </a:r>
          </a:p>
          <a:p>
            <a:r>
              <a:rPr lang="cs-CZ" u="sng" dirty="0"/>
              <a:t>Genetický zdroj ČR</a:t>
            </a:r>
            <a:endParaRPr lang="cs-CZ" dirty="0"/>
          </a:p>
          <a:p>
            <a:r>
              <a:rPr lang="cs-CZ" dirty="0"/>
              <a:t>Hmotnost 3,5 – 4,25 kg</a:t>
            </a:r>
          </a:p>
          <a:p>
            <a:r>
              <a:rPr lang="cs-CZ" dirty="0"/>
              <a:t>Typická žlutavá barva doplněná pastelově modrým nádechem</a:t>
            </a:r>
          </a:p>
          <a:p>
            <a:r>
              <a:rPr lang="cs-CZ" dirty="0"/>
              <a:t>Plemeno záměrně vyšlechtěno – zbarvení je ve všech případech hybridizace recesivní – kontrola čistokrevnosti jiných plemen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Obrázek 3" descr="Český luštič z chovu Stanislava Reka">
            <a:extLst>
              <a:ext uri="{FF2B5EF4-FFF2-40B4-BE49-F238E27FC236}">
                <a16:creationId xmlns:a16="http://schemas.microsoft.com/office/drawing/2014/main" id="{E68DF2B4-C8CD-D22E-C86C-05E759D153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3068" y="1787703"/>
            <a:ext cx="5125237" cy="38459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63024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35519A-3640-F30B-E0FF-128738198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9" y="645107"/>
            <a:ext cx="4647255" cy="1142596"/>
          </a:xfrm>
        </p:spPr>
        <p:txBody>
          <a:bodyPr anchor="t">
            <a:normAutofit fontScale="90000"/>
          </a:bodyPr>
          <a:lstStyle/>
          <a:p>
            <a:r>
              <a:rPr lang="cs-CZ" sz="3200" dirty="0"/>
              <a:t>střední plemena králíků</a:t>
            </a:r>
            <a:br>
              <a:rPr lang="cs-CZ" sz="2800" dirty="0"/>
            </a:br>
            <a:r>
              <a:rPr lang="cs-CZ" sz="2800" dirty="0"/>
              <a:t>angora (a)</a:t>
            </a:r>
          </a:p>
        </p:txBody>
      </p:sp>
      <p:sp>
        <p:nvSpPr>
          <p:cNvPr id="2054" name="Content Placeholder 2053">
            <a:extLst>
              <a:ext uri="{FF2B5EF4-FFF2-40B4-BE49-F238E27FC236}">
                <a16:creationId xmlns:a16="http://schemas.microsoft.com/office/drawing/2014/main" id="{CC8341DD-24FF-1121-9865-22802736C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9" y="2286001"/>
            <a:ext cx="4049786" cy="3940844"/>
          </a:xfrm>
        </p:spPr>
        <p:txBody>
          <a:bodyPr>
            <a:normAutofit/>
          </a:bodyPr>
          <a:lstStyle/>
          <a:p>
            <a:r>
              <a:rPr lang="cs-CZ" dirty="0"/>
              <a:t>V ČR jen ojediněle</a:t>
            </a:r>
          </a:p>
          <a:p>
            <a:r>
              <a:rPr lang="cs-CZ" dirty="0"/>
              <a:t>Nejstarší plemeno, náročné na chovatelské podmínky</a:t>
            </a:r>
          </a:p>
          <a:p>
            <a:r>
              <a:rPr lang="cs-CZ" dirty="0"/>
              <a:t>Hmotnost 3,5 – 5 kg</a:t>
            </a:r>
          </a:p>
          <a:p>
            <a:r>
              <a:rPr lang="cs-CZ" dirty="0"/>
              <a:t>Zvláštní typ srsti – zisk vlny</a:t>
            </a:r>
          </a:p>
          <a:p>
            <a:r>
              <a:rPr lang="cs-CZ" dirty="0"/>
              <a:t>Hustá dlouhá srst s vysokým podílem </a:t>
            </a:r>
            <a:r>
              <a:rPr lang="cs-CZ" dirty="0" err="1"/>
              <a:t>podsadových</a:t>
            </a:r>
            <a:r>
              <a:rPr lang="cs-CZ" dirty="0"/>
              <a:t> </a:t>
            </a:r>
            <a:r>
              <a:rPr lang="cs-CZ" dirty="0" err="1"/>
              <a:t>vlníků</a:t>
            </a:r>
            <a:r>
              <a:rPr lang="cs-CZ" dirty="0"/>
              <a:t> – cca 6 cm</a:t>
            </a:r>
          </a:p>
          <a:p>
            <a:r>
              <a:rPr lang="cs-CZ" dirty="0"/>
              <a:t>Různé barevné rázy, převažuje bílé zbarvení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098" name="Picture 2" descr="Angora bílá červenooká 0,1 95,5 b., pohár, CV Lysá n. L. 2013, chovatel Jaroslav Šťastný">
            <a:extLst>
              <a:ext uri="{FF2B5EF4-FFF2-40B4-BE49-F238E27FC236}">
                <a16:creationId xmlns:a16="http://schemas.microsoft.com/office/drawing/2014/main" id="{642FDACD-1B6F-CC61-A17A-3B992A72D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8934" y="1787703"/>
            <a:ext cx="5652284" cy="423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1509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35519A-3640-F30B-E0FF-128738198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9" y="645107"/>
            <a:ext cx="4647255" cy="1142596"/>
          </a:xfrm>
        </p:spPr>
        <p:txBody>
          <a:bodyPr anchor="t">
            <a:normAutofit/>
          </a:bodyPr>
          <a:lstStyle/>
          <a:p>
            <a:r>
              <a:rPr lang="cs-CZ" sz="3200" dirty="0"/>
              <a:t>malá plemena králíků</a:t>
            </a:r>
            <a:br>
              <a:rPr lang="cs-CZ" sz="2800" dirty="0"/>
            </a:br>
            <a:r>
              <a:rPr lang="cs-CZ" sz="2800" dirty="0"/>
              <a:t>holandský králík (ho)</a:t>
            </a:r>
          </a:p>
        </p:txBody>
      </p:sp>
      <p:sp>
        <p:nvSpPr>
          <p:cNvPr id="2054" name="Content Placeholder 2053">
            <a:extLst>
              <a:ext uri="{FF2B5EF4-FFF2-40B4-BE49-F238E27FC236}">
                <a16:creationId xmlns:a16="http://schemas.microsoft.com/office/drawing/2014/main" id="{CC8341DD-24FF-1121-9865-22802736C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9" y="2286001"/>
            <a:ext cx="4049786" cy="3940844"/>
          </a:xfrm>
        </p:spPr>
        <p:txBody>
          <a:bodyPr>
            <a:normAutofit/>
          </a:bodyPr>
          <a:lstStyle/>
          <a:p>
            <a:r>
              <a:rPr lang="cs-CZ" dirty="0"/>
              <a:t>Společně s Angorou se řadí k nejstarším plemenům </a:t>
            </a:r>
          </a:p>
          <a:p>
            <a:r>
              <a:rPr lang="cs-CZ" dirty="0"/>
              <a:t>Hmotnost 2,5 – 3 kg</a:t>
            </a:r>
          </a:p>
          <a:p>
            <a:r>
              <a:rPr lang="cs-CZ" dirty="0"/>
              <a:t>Typickým znakem je kresba na hlavě, trupu a zadních končetinách</a:t>
            </a:r>
          </a:p>
          <a:p>
            <a:r>
              <a:rPr lang="cs-CZ" dirty="0"/>
              <a:t>Jedno z nejvíce prošlechtěných plemen králíků</a:t>
            </a:r>
          </a:p>
          <a:p>
            <a:r>
              <a:rPr lang="cs-CZ" dirty="0"/>
              <a:t>Různé barevné rázy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122" name="Picture 2" descr="Holandský divoce zbarvený 96,0 b. z chovu Pavla Trešla">
            <a:extLst>
              <a:ext uri="{FF2B5EF4-FFF2-40B4-BE49-F238E27FC236}">
                <a16:creationId xmlns:a16="http://schemas.microsoft.com/office/drawing/2014/main" id="{F77E76E5-F574-F304-6488-57FFD0E9D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2416" y="275237"/>
            <a:ext cx="4234451" cy="3181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olandský žlutý 96,0 b. Šampion ČR 2016 z chovu Josefa Pecky">
            <a:extLst>
              <a:ext uri="{FF2B5EF4-FFF2-40B4-BE49-F238E27FC236}">
                <a16:creationId xmlns:a16="http://schemas.microsoft.com/office/drawing/2014/main" id="{61D66FB7-D087-CC53-4005-EB6712DC7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2416" y="3551953"/>
            <a:ext cx="4242516" cy="3181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80621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35519A-3640-F30B-E0FF-128738198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9" y="645107"/>
            <a:ext cx="4647255" cy="1142596"/>
          </a:xfrm>
        </p:spPr>
        <p:txBody>
          <a:bodyPr anchor="t">
            <a:normAutofit/>
          </a:bodyPr>
          <a:lstStyle/>
          <a:p>
            <a:r>
              <a:rPr lang="cs-CZ" sz="3200" dirty="0"/>
              <a:t>Malá plemena králíků</a:t>
            </a:r>
            <a:br>
              <a:rPr lang="cs-CZ" sz="2800" dirty="0"/>
            </a:br>
            <a:r>
              <a:rPr lang="cs-CZ" sz="2800" dirty="0"/>
              <a:t>činčila malá (</a:t>
            </a:r>
            <a:r>
              <a:rPr lang="cs-CZ" sz="2800" dirty="0" err="1"/>
              <a:t>čM</a:t>
            </a:r>
            <a:r>
              <a:rPr lang="cs-CZ" sz="2800" dirty="0"/>
              <a:t>)</a:t>
            </a:r>
          </a:p>
        </p:txBody>
      </p:sp>
      <p:sp>
        <p:nvSpPr>
          <p:cNvPr id="2054" name="Content Placeholder 2053">
            <a:extLst>
              <a:ext uri="{FF2B5EF4-FFF2-40B4-BE49-F238E27FC236}">
                <a16:creationId xmlns:a16="http://schemas.microsoft.com/office/drawing/2014/main" id="{CC8341DD-24FF-1121-9865-22802736C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9" y="2286001"/>
            <a:ext cx="4049786" cy="3940844"/>
          </a:xfrm>
        </p:spPr>
        <p:txBody>
          <a:bodyPr>
            <a:normAutofit/>
          </a:bodyPr>
          <a:lstStyle/>
          <a:p>
            <a:r>
              <a:rPr lang="cs-CZ" dirty="0"/>
              <a:t>V ČR velmi oblíbené plemeno</a:t>
            </a:r>
          </a:p>
          <a:p>
            <a:r>
              <a:rPr lang="cs-CZ" dirty="0"/>
              <a:t>Vyšlechtěno ve Francii</a:t>
            </a:r>
          </a:p>
          <a:p>
            <a:r>
              <a:rPr lang="cs-CZ" dirty="0"/>
              <a:t>Hmotnost 2,5 - 3 kg</a:t>
            </a:r>
          </a:p>
          <a:p>
            <a:r>
              <a:rPr lang="cs-CZ" dirty="0"/>
              <a:t>Typický znak je činčilová barva (šedomodrá)</a:t>
            </a:r>
          </a:p>
          <a:p>
            <a:r>
              <a:rPr lang="cs-CZ" dirty="0"/>
              <a:t>Hnědé oči</a:t>
            </a:r>
          </a:p>
          <a:p>
            <a:endParaRPr lang="cs-CZ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146" name="Picture 2" descr="Činčila malá 0,1 šampionka speciální výstavy 95,5 b., V. Pavlovice 2013, chovatel Karel Straňák">
            <a:extLst>
              <a:ext uri="{FF2B5EF4-FFF2-40B4-BE49-F238E27FC236}">
                <a16:creationId xmlns:a16="http://schemas.microsoft.com/office/drawing/2014/main" id="{DA327D5B-85C9-E56E-3EA8-683818473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8335" y="1787703"/>
            <a:ext cx="5528995" cy="4146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8208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35519A-3640-F30B-E0FF-128738198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9" y="645107"/>
            <a:ext cx="4844321" cy="1142596"/>
          </a:xfrm>
        </p:spPr>
        <p:txBody>
          <a:bodyPr anchor="t">
            <a:normAutofit fontScale="90000"/>
          </a:bodyPr>
          <a:lstStyle/>
          <a:p>
            <a:r>
              <a:rPr lang="cs-CZ" sz="3200" dirty="0"/>
              <a:t>zakrslá plemena králíků</a:t>
            </a:r>
            <a:br>
              <a:rPr lang="cs-CZ" sz="2800" dirty="0"/>
            </a:br>
            <a:r>
              <a:rPr lang="cs-CZ" sz="2800" dirty="0"/>
              <a:t>zakrslý beran (</a:t>
            </a:r>
            <a:r>
              <a:rPr lang="cs-CZ" sz="2800" dirty="0" err="1"/>
              <a:t>zb</a:t>
            </a:r>
            <a:r>
              <a:rPr lang="cs-CZ" sz="2800" dirty="0"/>
              <a:t>)</a:t>
            </a:r>
          </a:p>
        </p:txBody>
      </p:sp>
      <p:sp>
        <p:nvSpPr>
          <p:cNvPr id="2054" name="Content Placeholder 2053">
            <a:extLst>
              <a:ext uri="{FF2B5EF4-FFF2-40B4-BE49-F238E27FC236}">
                <a16:creationId xmlns:a16="http://schemas.microsoft.com/office/drawing/2014/main" id="{CC8341DD-24FF-1121-9865-22802736C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9" y="2286001"/>
            <a:ext cx="4049786" cy="3940844"/>
          </a:xfrm>
        </p:spPr>
        <p:txBody>
          <a:bodyPr>
            <a:normAutofit/>
          </a:bodyPr>
          <a:lstStyle/>
          <a:p>
            <a:r>
              <a:rPr lang="cs-CZ" dirty="0"/>
              <a:t>Jedno z nejpopulárnějších zakrslých plemen</a:t>
            </a:r>
          </a:p>
          <a:p>
            <a:r>
              <a:rPr lang="cs-CZ" dirty="0"/>
              <a:t>Vyšlechtěno v Holandsku</a:t>
            </a:r>
          </a:p>
          <a:p>
            <a:r>
              <a:rPr lang="cs-CZ" dirty="0"/>
              <a:t>Hmotnost 1,5 – 1,9 kg</a:t>
            </a:r>
          </a:p>
          <a:p>
            <a:r>
              <a:rPr lang="cs-CZ" dirty="0"/>
              <a:t>Typickým znakem jsou svěšené uši</a:t>
            </a:r>
          </a:p>
          <a:p>
            <a:r>
              <a:rPr lang="cs-CZ" dirty="0"/>
              <a:t>Různé barevné rázy, včetně </a:t>
            </a:r>
            <a:r>
              <a:rPr lang="cs-CZ" dirty="0" err="1"/>
              <a:t>strakáčů</a:t>
            </a:r>
            <a:endParaRPr lang="cs-CZ" dirty="0"/>
          </a:p>
          <a:p>
            <a:r>
              <a:rPr lang="cs-CZ" dirty="0"/>
              <a:t>Hnědé oči</a:t>
            </a:r>
          </a:p>
          <a:p>
            <a:endParaRPr lang="cs-CZ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170" name="Picture 2" descr="Zakrslý beran divoce modrý z chovu Ing. Pavla Kopečného, oc. 96,0 b.">
            <a:extLst>
              <a:ext uri="{FF2B5EF4-FFF2-40B4-BE49-F238E27FC236}">
                <a16:creationId xmlns:a16="http://schemas.microsoft.com/office/drawing/2014/main" id="{8839D85A-92D9-0233-5E60-65E24360E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8335" y="1787703"/>
            <a:ext cx="5611189" cy="420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07288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35519A-3640-F30B-E0FF-128738198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9" y="645107"/>
            <a:ext cx="4844321" cy="1142596"/>
          </a:xfrm>
        </p:spPr>
        <p:txBody>
          <a:bodyPr anchor="t">
            <a:normAutofit fontScale="90000"/>
          </a:bodyPr>
          <a:lstStyle/>
          <a:p>
            <a:r>
              <a:rPr lang="cs-CZ" sz="3200" dirty="0"/>
              <a:t>zakrslá plemena králíků</a:t>
            </a:r>
            <a:br>
              <a:rPr lang="cs-CZ" sz="2800" dirty="0"/>
            </a:br>
            <a:r>
              <a:rPr lang="cs-CZ" sz="2800" dirty="0"/>
              <a:t>zakrslý </a:t>
            </a:r>
            <a:r>
              <a:rPr lang="cs-CZ" sz="2800" dirty="0" err="1"/>
              <a:t>teddy</a:t>
            </a:r>
            <a:r>
              <a:rPr lang="cs-CZ" sz="2800" dirty="0"/>
              <a:t> (</a:t>
            </a:r>
            <a:r>
              <a:rPr lang="cs-CZ" sz="2800" dirty="0" err="1"/>
              <a:t>ztd</a:t>
            </a:r>
            <a:r>
              <a:rPr lang="cs-CZ" sz="2800" dirty="0"/>
              <a:t>)</a:t>
            </a:r>
          </a:p>
        </p:txBody>
      </p:sp>
      <p:sp>
        <p:nvSpPr>
          <p:cNvPr id="2054" name="Content Placeholder 2053">
            <a:extLst>
              <a:ext uri="{FF2B5EF4-FFF2-40B4-BE49-F238E27FC236}">
                <a16:creationId xmlns:a16="http://schemas.microsoft.com/office/drawing/2014/main" id="{CC8341DD-24FF-1121-9865-22802736C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9" y="2286001"/>
            <a:ext cx="4049786" cy="3940844"/>
          </a:xfrm>
        </p:spPr>
        <p:txBody>
          <a:bodyPr>
            <a:normAutofit/>
          </a:bodyPr>
          <a:lstStyle/>
          <a:p>
            <a:r>
              <a:rPr lang="cs-CZ" dirty="0"/>
              <a:t>Nové, populární plemeno, v ČR oficiálně uznáno v roce 2019</a:t>
            </a:r>
          </a:p>
          <a:p>
            <a:r>
              <a:rPr lang="cs-CZ" dirty="0"/>
              <a:t>Hmotnost 1 – 1,35 kg</a:t>
            </a:r>
          </a:p>
          <a:p>
            <a:r>
              <a:rPr lang="cs-CZ" dirty="0"/>
              <a:t>Kombinace zakrslého tělesného rámce a dlouhé srsti</a:t>
            </a:r>
          </a:p>
          <a:p>
            <a:r>
              <a:rPr lang="cs-CZ" dirty="0"/>
              <a:t>Srst je charakteristikou plemene – 5-8 cm, čelenka delší, jinak je srst kompaktně dlouhá</a:t>
            </a:r>
          </a:p>
          <a:p>
            <a:r>
              <a:rPr lang="cs-CZ" dirty="0"/>
              <a:t>Různé barevné rázy</a:t>
            </a:r>
          </a:p>
          <a:p>
            <a:r>
              <a:rPr lang="cs-CZ" dirty="0"/>
              <a:t>Hnědé oči</a:t>
            </a:r>
          </a:p>
          <a:p>
            <a:endParaRPr lang="cs-CZ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194" name="Picture 2" descr="Zakrslý teddy siamský, 2021, chov a foto Kamila Štenclová">
            <a:extLst>
              <a:ext uri="{FF2B5EF4-FFF2-40B4-BE49-F238E27FC236}">
                <a16:creationId xmlns:a16="http://schemas.microsoft.com/office/drawing/2014/main" id="{23395604-3F01-0F9A-9859-00931D1437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286001"/>
            <a:ext cx="5435299" cy="3470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82984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7C1B91-9144-7FAD-483A-5465A2B4A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Zakrslý lvíček</a:t>
            </a:r>
            <a:br>
              <a:rPr lang="cs-CZ" dirty="0"/>
            </a:br>
            <a:r>
              <a:rPr lang="cs-CZ" sz="3300" dirty="0"/>
              <a:t>(a nejvíc nevděčné zvíře na světě:)</a:t>
            </a:r>
          </a:p>
        </p:txBody>
      </p:sp>
      <p:pic>
        <p:nvPicPr>
          <p:cNvPr id="5" name="Zástupný obsah 4" descr="Obsah obrázku kočka, sedící, zeď, černá&#10;&#10;Popis byl vytvořen automaticky">
            <a:extLst>
              <a:ext uri="{FF2B5EF4-FFF2-40B4-BE49-F238E27FC236}">
                <a16:creationId xmlns:a16="http://schemas.microsoft.com/office/drawing/2014/main" id="{004313AC-7127-02BC-23ED-3E2E271D59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0008" y="2286000"/>
            <a:ext cx="5400934" cy="3594100"/>
          </a:xfrm>
        </p:spPr>
      </p:pic>
    </p:spTree>
    <p:extLst>
      <p:ext uri="{BB962C8B-B14F-4D97-AF65-F5344CB8AC3E}">
        <p14:creationId xmlns:p14="http://schemas.microsoft.com/office/powerpoint/2010/main" val="32006405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126ADEF2-2BA7-419F-A580-9C6541A73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146248-6675-4D3A-B34A-7363E28C9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E52EA45-4231-40F0-A5F9-509764441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Freeform 22">
            <a:extLst>
              <a:ext uri="{FF2B5EF4-FFF2-40B4-BE49-F238E27FC236}">
                <a16:creationId xmlns:a16="http://schemas.microsoft.com/office/drawing/2014/main" id="{E26580E3-C3E7-4C81-9BC7-D725DBB74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0"/>
            <a:ext cx="4695443" cy="6858000"/>
          </a:xfrm>
          <a:custGeom>
            <a:avLst/>
            <a:gdLst>
              <a:gd name="connsiteX0" fmla="*/ 0 w 4992864"/>
              <a:gd name="connsiteY0" fmla="*/ 0 h 6858000"/>
              <a:gd name="connsiteX1" fmla="*/ 4813476 w 4992864"/>
              <a:gd name="connsiteY1" fmla="*/ 0 h 6858000"/>
              <a:gd name="connsiteX2" fmla="*/ 4818239 w 4992864"/>
              <a:gd name="connsiteY2" fmla="*/ 66675 h 6858000"/>
              <a:gd name="connsiteX3" fmla="*/ 4826176 w 4992864"/>
              <a:gd name="connsiteY3" fmla="*/ 122237 h 6858000"/>
              <a:gd name="connsiteX4" fmla="*/ 4835701 w 4992864"/>
              <a:gd name="connsiteY4" fmla="*/ 174625 h 6858000"/>
              <a:gd name="connsiteX5" fmla="*/ 4851576 w 4992864"/>
              <a:gd name="connsiteY5" fmla="*/ 217487 h 6858000"/>
              <a:gd name="connsiteX6" fmla="*/ 4867451 w 4992864"/>
              <a:gd name="connsiteY6" fmla="*/ 260350 h 6858000"/>
              <a:gd name="connsiteX7" fmla="*/ 4886501 w 4992864"/>
              <a:gd name="connsiteY7" fmla="*/ 296862 h 6858000"/>
              <a:gd name="connsiteX8" fmla="*/ 4905551 w 4992864"/>
              <a:gd name="connsiteY8" fmla="*/ 334962 h 6858000"/>
              <a:gd name="connsiteX9" fmla="*/ 4923014 w 4992864"/>
              <a:gd name="connsiteY9" fmla="*/ 369887 h 6858000"/>
              <a:gd name="connsiteX10" fmla="*/ 4940476 w 4992864"/>
              <a:gd name="connsiteY10" fmla="*/ 409575 h 6858000"/>
              <a:gd name="connsiteX11" fmla="*/ 4956351 w 4992864"/>
              <a:gd name="connsiteY11" fmla="*/ 450850 h 6858000"/>
              <a:gd name="connsiteX12" fmla="*/ 4970639 w 4992864"/>
              <a:gd name="connsiteY12" fmla="*/ 496887 h 6858000"/>
              <a:gd name="connsiteX13" fmla="*/ 4981751 w 4992864"/>
              <a:gd name="connsiteY13" fmla="*/ 546100 h 6858000"/>
              <a:gd name="connsiteX14" fmla="*/ 4989689 w 4992864"/>
              <a:gd name="connsiteY14" fmla="*/ 606425 h 6858000"/>
              <a:gd name="connsiteX15" fmla="*/ 4992864 w 4992864"/>
              <a:gd name="connsiteY15" fmla="*/ 673100 h 6858000"/>
              <a:gd name="connsiteX16" fmla="*/ 4989689 w 4992864"/>
              <a:gd name="connsiteY16" fmla="*/ 744537 h 6858000"/>
              <a:gd name="connsiteX17" fmla="*/ 4981751 w 4992864"/>
              <a:gd name="connsiteY17" fmla="*/ 801687 h 6858000"/>
              <a:gd name="connsiteX18" fmla="*/ 4970639 w 4992864"/>
              <a:gd name="connsiteY18" fmla="*/ 854075 h 6858000"/>
              <a:gd name="connsiteX19" fmla="*/ 4956351 w 4992864"/>
              <a:gd name="connsiteY19" fmla="*/ 901700 h 6858000"/>
              <a:gd name="connsiteX20" fmla="*/ 4940476 w 4992864"/>
              <a:gd name="connsiteY20" fmla="*/ 942975 h 6858000"/>
              <a:gd name="connsiteX21" fmla="*/ 4921426 w 4992864"/>
              <a:gd name="connsiteY21" fmla="*/ 981075 h 6858000"/>
              <a:gd name="connsiteX22" fmla="*/ 4902376 w 4992864"/>
              <a:gd name="connsiteY22" fmla="*/ 1017587 h 6858000"/>
              <a:gd name="connsiteX23" fmla="*/ 4883326 w 4992864"/>
              <a:gd name="connsiteY23" fmla="*/ 1055687 h 6858000"/>
              <a:gd name="connsiteX24" fmla="*/ 4865864 w 4992864"/>
              <a:gd name="connsiteY24" fmla="*/ 1095375 h 6858000"/>
              <a:gd name="connsiteX25" fmla="*/ 4848401 w 4992864"/>
              <a:gd name="connsiteY25" fmla="*/ 1136650 h 6858000"/>
              <a:gd name="connsiteX26" fmla="*/ 4834114 w 4992864"/>
              <a:gd name="connsiteY26" fmla="*/ 1182687 h 6858000"/>
              <a:gd name="connsiteX27" fmla="*/ 4824589 w 4992864"/>
              <a:gd name="connsiteY27" fmla="*/ 1235075 h 6858000"/>
              <a:gd name="connsiteX28" fmla="*/ 4815064 w 4992864"/>
              <a:gd name="connsiteY28" fmla="*/ 1295400 h 6858000"/>
              <a:gd name="connsiteX29" fmla="*/ 4813476 w 4992864"/>
              <a:gd name="connsiteY29" fmla="*/ 1363662 h 6858000"/>
              <a:gd name="connsiteX30" fmla="*/ 4815064 w 4992864"/>
              <a:gd name="connsiteY30" fmla="*/ 1431925 h 6858000"/>
              <a:gd name="connsiteX31" fmla="*/ 4824589 w 4992864"/>
              <a:gd name="connsiteY31" fmla="*/ 1492250 h 6858000"/>
              <a:gd name="connsiteX32" fmla="*/ 4834114 w 4992864"/>
              <a:gd name="connsiteY32" fmla="*/ 1544637 h 6858000"/>
              <a:gd name="connsiteX33" fmla="*/ 4848401 w 4992864"/>
              <a:gd name="connsiteY33" fmla="*/ 1589087 h 6858000"/>
              <a:gd name="connsiteX34" fmla="*/ 4865864 w 4992864"/>
              <a:gd name="connsiteY34" fmla="*/ 1631950 h 6858000"/>
              <a:gd name="connsiteX35" fmla="*/ 4883326 w 4992864"/>
              <a:gd name="connsiteY35" fmla="*/ 1671637 h 6858000"/>
              <a:gd name="connsiteX36" fmla="*/ 4902376 w 4992864"/>
              <a:gd name="connsiteY36" fmla="*/ 1708150 h 6858000"/>
              <a:gd name="connsiteX37" fmla="*/ 4921426 w 4992864"/>
              <a:gd name="connsiteY37" fmla="*/ 1743075 h 6858000"/>
              <a:gd name="connsiteX38" fmla="*/ 4940476 w 4992864"/>
              <a:gd name="connsiteY38" fmla="*/ 1782762 h 6858000"/>
              <a:gd name="connsiteX39" fmla="*/ 4956351 w 4992864"/>
              <a:gd name="connsiteY39" fmla="*/ 1824037 h 6858000"/>
              <a:gd name="connsiteX40" fmla="*/ 4970639 w 4992864"/>
              <a:gd name="connsiteY40" fmla="*/ 1870075 h 6858000"/>
              <a:gd name="connsiteX41" fmla="*/ 4981751 w 4992864"/>
              <a:gd name="connsiteY41" fmla="*/ 1922462 h 6858000"/>
              <a:gd name="connsiteX42" fmla="*/ 4989689 w 4992864"/>
              <a:gd name="connsiteY42" fmla="*/ 1982787 h 6858000"/>
              <a:gd name="connsiteX43" fmla="*/ 4992864 w 4992864"/>
              <a:gd name="connsiteY43" fmla="*/ 2051050 h 6858000"/>
              <a:gd name="connsiteX44" fmla="*/ 4989689 w 4992864"/>
              <a:gd name="connsiteY44" fmla="*/ 2119312 h 6858000"/>
              <a:gd name="connsiteX45" fmla="*/ 4981751 w 4992864"/>
              <a:gd name="connsiteY45" fmla="*/ 2179637 h 6858000"/>
              <a:gd name="connsiteX46" fmla="*/ 4970639 w 4992864"/>
              <a:gd name="connsiteY46" fmla="*/ 2232025 h 6858000"/>
              <a:gd name="connsiteX47" fmla="*/ 4956351 w 4992864"/>
              <a:gd name="connsiteY47" fmla="*/ 2278062 h 6858000"/>
              <a:gd name="connsiteX48" fmla="*/ 4940476 w 4992864"/>
              <a:gd name="connsiteY48" fmla="*/ 2319337 h 6858000"/>
              <a:gd name="connsiteX49" fmla="*/ 4921426 w 4992864"/>
              <a:gd name="connsiteY49" fmla="*/ 2359025 h 6858000"/>
              <a:gd name="connsiteX50" fmla="*/ 4902376 w 4992864"/>
              <a:gd name="connsiteY50" fmla="*/ 2395537 h 6858000"/>
              <a:gd name="connsiteX51" fmla="*/ 4883326 w 4992864"/>
              <a:gd name="connsiteY51" fmla="*/ 2433637 h 6858000"/>
              <a:gd name="connsiteX52" fmla="*/ 4865864 w 4992864"/>
              <a:gd name="connsiteY52" fmla="*/ 2471737 h 6858000"/>
              <a:gd name="connsiteX53" fmla="*/ 4848401 w 4992864"/>
              <a:gd name="connsiteY53" fmla="*/ 2513012 h 6858000"/>
              <a:gd name="connsiteX54" fmla="*/ 4834114 w 4992864"/>
              <a:gd name="connsiteY54" fmla="*/ 2560637 h 6858000"/>
              <a:gd name="connsiteX55" fmla="*/ 4824589 w 4992864"/>
              <a:gd name="connsiteY55" fmla="*/ 2613025 h 6858000"/>
              <a:gd name="connsiteX56" fmla="*/ 4815064 w 4992864"/>
              <a:gd name="connsiteY56" fmla="*/ 2671762 h 6858000"/>
              <a:gd name="connsiteX57" fmla="*/ 4813476 w 4992864"/>
              <a:gd name="connsiteY57" fmla="*/ 2741612 h 6858000"/>
              <a:gd name="connsiteX58" fmla="*/ 4815064 w 4992864"/>
              <a:gd name="connsiteY58" fmla="*/ 2809875 h 6858000"/>
              <a:gd name="connsiteX59" fmla="*/ 4824589 w 4992864"/>
              <a:gd name="connsiteY59" fmla="*/ 2868612 h 6858000"/>
              <a:gd name="connsiteX60" fmla="*/ 4834114 w 4992864"/>
              <a:gd name="connsiteY60" fmla="*/ 2922587 h 6858000"/>
              <a:gd name="connsiteX61" fmla="*/ 4848401 w 4992864"/>
              <a:gd name="connsiteY61" fmla="*/ 2967037 h 6858000"/>
              <a:gd name="connsiteX62" fmla="*/ 4865864 w 4992864"/>
              <a:gd name="connsiteY62" fmla="*/ 3009900 h 6858000"/>
              <a:gd name="connsiteX63" fmla="*/ 4883326 w 4992864"/>
              <a:gd name="connsiteY63" fmla="*/ 3046412 h 6858000"/>
              <a:gd name="connsiteX64" fmla="*/ 4902376 w 4992864"/>
              <a:gd name="connsiteY64" fmla="*/ 3084512 h 6858000"/>
              <a:gd name="connsiteX65" fmla="*/ 4921426 w 4992864"/>
              <a:gd name="connsiteY65" fmla="*/ 3121025 h 6858000"/>
              <a:gd name="connsiteX66" fmla="*/ 4940476 w 4992864"/>
              <a:gd name="connsiteY66" fmla="*/ 3160712 h 6858000"/>
              <a:gd name="connsiteX67" fmla="*/ 4956351 w 4992864"/>
              <a:gd name="connsiteY67" fmla="*/ 3201987 h 6858000"/>
              <a:gd name="connsiteX68" fmla="*/ 4970639 w 4992864"/>
              <a:gd name="connsiteY68" fmla="*/ 3248025 h 6858000"/>
              <a:gd name="connsiteX69" fmla="*/ 4981751 w 4992864"/>
              <a:gd name="connsiteY69" fmla="*/ 3300412 h 6858000"/>
              <a:gd name="connsiteX70" fmla="*/ 4989689 w 4992864"/>
              <a:gd name="connsiteY70" fmla="*/ 3360737 h 6858000"/>
              <a:gd name="connsiteX71" fmla="*/ 4992864 w 4992864"/>
              <a:gd name="connsiteY71" fmla="*/ 3427412 h 6858000"/>
              <a:gd name="connsiteX72" fmla="*/ 4989689 w 4992864"/>
              <a:gd name="connsiteY72" fmla="*/ 3497262 h 6858000"/>
              <a:gd name="connsiteX73" fmla="*/ 4981751 w 4992864"/>
              <a:gd name="connsiteY73" fmla="*/ 3557587 h 6858000"/>
              <a:gd name="connsiteX74" fmla="*/ 4970639 w 4992864"/>
              <a:gd name="connsiteY74" fmla="*/ 3609975 h 6858000"/>
              <a:gd name="connsiteX75" fmla="*/ 4956351 w 4992864"/>
              <a:gd name="connsiteY75" fmla="*/ 3656012 h 6858000"/>
              <a:gd name="connsiteX76" fmla="*/ 4940476 w 4992864"/>
              <a:gd name="connsiteY76" fmla="*/ 3697287 h 6858000"/>
              <a:gd name="connsiteX77" fmla="*/ 4921426 w 4992864"/>
              <a:gd name="connsiteY77" fmla="*/ 3736975 h 6858000"/>
              <a:gd name="connsiteX78" fmla="*/ 4883326 w 4992864"/>
              <a:gd name="connsiteY78" fmla="*/ 3811587 h 6858000"/>
              <a:gd name="connsiteX79" fmla="*/ 4865864 w 4992864"/>
              <a:gd name="connsiteY79" fmla="*/ 3848100 h 6858000"/>
              <a:gd name="connsiteX80" fmla="*/ 4848401 w 4992864"/>
              <a:gd name="connsiteY80" fmla="*/ 3890962 h 6858000"/>
              <a:gd name="connsiteX81" fmla="*/ 4834114 w 4992864"/>
              <a:gd name="connsiteY81" fmla="*/ 3935412 h 6858000"/>
              <a:gd name="connsiteX82" fmla="*/ 4824589 w 4992864"/>
              <a:gd name="connsiteY82" fmla="*/ 3987800 h 6858000"/>
              <a:gd name="connsiteX83" fmla="*/ 4815064 w 4992864"/>
              <a:gd name="connsiteY83" fmla="*/ 4048125 h 6858000"/>
              <a:gd name="connsiteX84" fmla="*/ 4813476 w 4992864"/>
              <a:gd name="connsiteY84" fmla="*/ 4116387 h 6858000"/>
              <a:gd name="connsiteX85" fmla="*/ 4815064 w 4992864"/>
              <a:gd name="connsiteY85" fmla="*/ 4186237 h 6858000"/>
              <a:gd name="connsiteX86" fmla="*/ 4824589 w 4992864"/>
              <a:gd name="connsiteY86" fmla="*/ 4244975 h 6858000"/>
              <a:gd name="connsiteX87" fmla="*/ 4834114 w 4992864"/>
              <a:gd name="connsiteY87" fmla="*/ 4297362 h 6858000"/>
              <a:gd name="connsiteX88" fmla="*/ 4848401 w 4992864"/>
              <a:gd name="connsiteY88" fmla="*/ 4343400 h 6858000"/>
              <a:gd name="connsiteX89" fmla="*/ 4865864 w 4992864"/>
              <a:gd name="connsiteY89" fmla="*/ 4386262 h 6858000"/>
              <a:gd name="connsiteX90" fmla="*/ 4883326 w 4992864"/>
              <a:gd name="connsiteY90" fmla="*/ 4424362 h 6858000"/>
              <a:gd name="connsiteX91" fmla="*/ 4921426 w 4992864"/>
              <a:gd name="connsiteY91" fmla="*/ 4498975 h 6858000"/>
              <a:gd name="connsiteX92" fmla="*/ 4940476 w 4992864"/>
              <a:gd name="connsiteY92" fmla="*/ 4537075 h 6858000"/>
              <a:gd name="connsiteX93" fmla="*/ 4956351 w 4992864"/>
              <a:gd name="connsiteY93" fmla="*/ 4579937 h 6858000"/>
              <a:gd name="connsiteX94" fmla="*/ 4970639 w 4992864"/>
              <a:gd name="connsiteY94" fmla="*/ 4625975 h 6858000"/>
              <a:gd name="connsiteX95" fmla="*/ 4981751 w 4992864"/>
              <a:gd name="connsiteY95" fmla="*/ 4678362 h 6858000"/>
              <a:gd name="connsiteX96" fmla="*/ 4989689 w 4992864"/>
              <a:gd name="connsiteY96" fmla="*/ 4738687 h 6858000"/>
              <a:gd name="connsiteX97" fmla="*/ 4992864 w 4992864"/>
              <a:gd name="connsiteY97" fmla="*/ 4806950 h 6858000"/>
              <a:gd name="connsiteX98" fmla="*/ 4989689 w 4992864"/>
              <a:gd name="connsiteY98" fmla="*/ 4875212 h 6858000"/>
              <a:gd name="connsiteX99" fmla="*/ 4981751 w 4992864"/>
              <a:gd name="connsiteY99" fmla="*/ 4935537 h 6858000"/>
              <a:gd name="connsiteX100" fmla="*/ 4970639 w 4992864"/>
              <a:gd name="connsiteY100" fmla="*/ 4987925 h 6858000"/>
              <a:gd name="connsiteX101" fmla="*/ 4956351 w 4992864"/>
              <a:gd name="connsiteY101" fmla="*/ 5033962 h 6858000"/>
              <a:gd name="connsiteX102" fmla="*/ 4940476 w 4992864"/>
              <a:gd name="connsiteY102" fmla="*/ 5075237 h 6858000"/>
              <a:gd name="connsiteX103" fmla="*/ 4921426 w 4992864"/>
              <a:gd name="connsiteY103" fmla="*/ 5114925 h 6858000"/>
              <a:gd name="connsiteX104" fmla="*/ 4902376 w 4992864"/>
              <a:gd name="connsiteY104" fmla="*/ 5149850 h 6858000"/>
              <a:gd name="connsiteX105" fmla="*/ 4883326 w 4992864"/>
              <a:gd name="connsiteY105" fmla="*/ 5186362 h 6858000"/>
              <a:gd name="connsiteX106" fmla="*/ 4865864 w 4992864"/>
              <a:gd name="connsiteY106" fmla="*/ 5226050 h 6858000"/>
              <a:gd name="connsiteX107" fmla="*/ 4848401 w 4992864"/>
              <a:gd name="connsiteY107" fmla="*/ 5268912 h 6858000"/>
              <a:gd name="connsiteX108" fmla="*/ 4834114 w 4992864"/>
              <a:gd name="connsiteY108" fmla="*/ 5313362 h 6858000"/>
              <a:gd name="connsiteX109" fmla="*/ 4824589 w 4992864"/>
              <a:gd name="connsiteY109" fmla="*/ 5365750 h 6858000"/>
              <a:gd name="connsiteX110" fmla="*/ 4815064 w 4992864"/>
              <a:gd name="connsiteY110" fmla="*/ 5426075 h 6858000"/>
              <a:gd name="connsiteX111" fmla="*/ 4813476 w 4992864"/>
              <a:gd name="connsiteY111" fmla="*/ 5494337 h 6858000"/>
              <a:gd name="connsiteX112" fmla="*/ 4815064 w 4992864"/>
              <a:gd name="connsiteY112" fmla="*/ 5562600 h 6858000"/>
              <a:gd name="connsiteX113" fmla="*/ 4824589 w 4992864"/>
              <a:gd name="connsiteY113" fmla="*/ 5622925 h 6858000"/>
              <a:gd name="connsiteX114" fmla="*/ 4834114 w 4992864"/>
              <a:gd name="connsiteY114" fmla="*/ 5675312 h 6858000"/>
              <a:gd name="connsiteX115" fmla="*/ 4848401 w 4992864"/>
              <a:gd name="connsiteY115" fmla="*/ 5721350 h 6858000"/>
              <a:gd name="connsiteX116" fmla="*/ 4865864 w 4992864"/>
              <a:gd name="connsiteY116" fmla="*/ 5762625 h 6858000"/>
              <a:gd name="connsiteX117" fmla="*/ 4883326 w 4992864"/>
              <a:gd name="connsiteY117" fmla="*/ 5802312 h 6858000"/>
              <a:gd name="connsiteX118" fmla="*/ 4902376 w 4992864"/>
              <a:gd name="connsiteY118" fmla="*/ 5840412 h 6858000"/>
              <a:gd name="connsiteX119" fmla="*/ 4921426 w 4992864"/>
              <a:gd name="connsiteY119" fmla="*/ 5876925 h 6858000"/>
              <a:gd name="connsiteX120" fmla="*/ 4940476 w 4992864"/>
              <a:gd name="connsiteY120" fmla="*/ 5915025 h 6858000"/>
              <a:gd name="connsiteX121" fmla="*/ 4956351 w 4992864"/>
              <a:gd name="connsiteY121" fmla="*/ 5956300 h 6858000"/>
              <a:gd name="connsiteX122" fmla="*/ 4970639 w 4992864"/>
              <a:gd name="connsiteY122" fmla="*/ 6003925 h 6858000"/>
              <a:gd name="connsiteX123" fmla="*/ 4981751 w 4992864"/>
              <a:gd name="connsiteY123" fmla="*/ 6056312 h 6858000"/>
              <a:gd name="connsiteX124" fmla="*/ 4989689 w 4992864"/>
              <a:gd name="connsiteY124" fmla="*/ 6113462 h 6858000"/>
              <a:gd name="connsiteX125" fmla="*/ 4992864 w 4992864"/>
              <a:gd name="connsiteY125" fmla="*/ 6183312 h 6858000"/>
              <a:gd name="connsiteX126" fmla="*/ 4989689 w 4992864"/>
              <a:gd name="connsiteY126" fmla="*/ 6251575 h 6858000"/>
              <a:gd name="connsiteX127" fmla="*/ 4981751 w 4992864"/>
              <a:gd name="connsiteY127" fmla="*/ 6311900 h 6858000"/>
              <a:gd name="connsiteX128" fmla="*/ 4970639 w 4992864"/>
              <a:gd name="connsiteY128" fmla="*/ 6361112 h 6858000"/>
              <a:gd name="connsiteX129" fmla="*/ 4956351 w 4992864"/>
              <a:gd name="connsiteY129" fmla="*/ 6407150 h 6858000"/>
              <a:gd name="connsiteX130" fmla="*/ 4940476 w 4992864"/>
              <a:gd name="connsiteY130" fmla="*/ 6448425 h 6858000"/>
              <a:gd name="connsiteX131" fmla="*/ 4923014 w 4992864"/>
              <a:gd name="connsiteY131" fmla="*/ 6488112 h 6858000"/>
              <a:gd name="connsiteX132" fmla="*/ 4905551 w 4992864"/>
              <a:gd name="connsiteY132" fmla="*/ 6523037 h 6858000"/>
              <a:gd name="connsiteX133" fmla="*/ 4886501 w 4992864"/>
              <a:gd name="connsiteY133" fmla="*/ 6561137 h 6858000"/>
              <a:gd name="connsiteX134" fmla="*/ 4867451 w 4992864"/>
              <a:gd name="connsiteY134" fmla="*/ 6597650 h 6858000"/>
              <a:gd name="connsiteX135" fmla="*/ 4851576 w 4992864"/>
              <a:gd name="connsiteY135" fmla="*/ 6640512 h 6858000"/>
              <a:gd name="connsiteX136" fmla="*/ 4835701 w 4992864"/>
              <a:gd name="connsiteY136" fmla="*/ 6683375 h 6858000"/>
              <a:gd name="connsiteX137" fmla="*/ 4826176 w 4992864"/>
              <a:gd name="connsiteY137" fmla="*/ 6735762 h 6858000"/>
              <a:gd name="connsiteX138" fmla="*/ 4818239 w 4992864"/>
              <a:gd name="connsiteY138" fmla="*/ 6791325 h 6858000"/>
              <a:gd name="connsiteX139" fmla="*/ 4813476 w 4992864"/>
              <a:gd name="connsiteY139" fmla="*/ 6858000 h 6858000"/>
              <a:gd name="connsiteX140" fmla="*/ 0 w 4992864"/>
              <a:gd name="connsiteY14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4992864" h="6858000">
                <a:moveTo>
                  <a:pt x="0" y="0"/>
                </a:moveTo>
                <a:lnTo>
                  <a:pt x="4813476" y="0"/>
                </a:lnTo>
                <a:lnTo>
                  <a:pt x="4818239" y="66675"/>
                </a:lnTo>
                <a:lnTo>
                  <a:pt x="4826176" y="122237"/>
                </a:lnTo>
                <a:lnTo>
                  <a:pt x="4835701" y="174625"/>
                </a:lnTo>
                <a:lnTo>
                  <a:pt x="4851576" y="217487"/>
                </a:lnTo>
                <a:lnTo>
                  <a:pt x="4867451" y="260350"/>
                </a:lnTo>
                <a:lnTo>
                  <a:pt x="4886501" y="296862"/>
                </a:lnTo>
                <a:lnTo>
                  <a:pt x="4905551" y="334962"/>
                </a:lnTo>
                <a:lnTo>
                  <a:pt x="4923014" y="369887"/>
                </a:lnTo>
                <a:lnTo>
                  <a:pt x="4940476" y="409575"/>
                </a:lnTo>
                <a:lnTo>
                  <a:pt x="4956351" y="450850"/>
                </a:lnTo>
                <a:lnTo>
                  <a:pt x="4970639" y="496887"/>
                </a:lnTo>
                <a:lnTo>
                  <a:pt x="4981751" y="546100"/>
                </a:lnTo>
                <a:lnTo>
                  <a:pt x="4989689" y="606425"/>
                </a:lnTo>
                <a:lnTo>
                  <a:pt x="4992864" y="673100"/>
                </a:lnTo>
                <a:lnTo>
                  <a:pt x="4989689" y="744537"/>
                </a:lnTo>
                <a:lnTo>
                  <a:pt x="4981751" y="801687"/>
                </a:lnTo>
                <a:lnTo>
                  <a:pt x="4970639" y="854075"/>
                </a:lnTo>
                <a:lnTo>
                  <a:pt x="4956351" y="901700"/>
                </a:lnTo>
                <a:lnTo>
                  <a:pt x="4940476" y="942975"/>
                </a:lnTo>
                <a:lnTo>
                  <a:pt x="4921426" y="981075"/>
                </a:lnTo>
                <a:lnTo>
                  <a:pt x="4902376" y="1017587"/>
                </a:lnTo>
                <a:lnTo>
                  <a:pt x="4883326" y="1055687"/>
                </a:lnTo>
                <a:lnTo>
                  <a:pt x="4865864" y="1095375"/>
                </a:lnTo>
                <a:lnTo>
                  <a:pt x="4848401" y="1136650"/>
                </a:lnTo>
                <a:lnTo>
                  <a:pt x="4834114" y="1182687"/>
                </a:lnTo>
                <a:lnTo>
                  <a:pt x="4824589" y="1235075"/>
                </a:lnTo>
                <a:lnTo>
                  <a:pt x="4815064" y="1295400"/>
                </a:lnTo>
                <a:lnTo>
                  <a:pt x="4813476" y="1363662"/>
                </a:lnTo>
                <a:lnTo>
                  <a:pt x="4815064" y="1431925"/>
                </a:lnTo>
                <a:lnTo>
                  <a:pt x="4824589" y="1492250"/>
                </a:lnTo>
                <a:lnTo>
                  <a:pt x="4834114" y="1544637"/>
                </a:lnTo>
                <a:lnTo>
                  <a:pt x="4848401" y="1589087"/>
                </a:lnTo>
                <a:lnTo>
                  <a:pt x="4865864" y="1631950"/>
                </a:lnTo>
                <a:lnTo>
                  <a:pt x="4883326" y="1671637"/>
                </a:lnTo>
                <a:lnTo>
                  <a:pt x="4902376" y="1708150"/>
                </a:lnTo>
                <a:lnTo>
                  <a:pt x="4921426" y="1743075"/>
                </a:lnTo>
                <a:lnTo>
                  <a:pt x="4940476" y="1782762"/>
                </a:lnTo>
                <a:lnTo>
                  <a:pt x="4956351" y="1824037"/>
                </a:lnTo>
                <a:lnTo>
                  <a:pt x="4970639" y="1870075"/>
                </a:lnTo>
                <a:lnTo>
                  <a:pt x="4981751" y="1922462"/>
                </a:lnTo>
                <a:lnTo>
                  <a:pt x="4989689" y="1982787"/>
                </a:lnTo>
                <a:lnTo>
                  <a:pt x="4992864" y="2051050"/>
                </a:lnTo>
                <a:lnTo>
                  <a:pt x="4989689" y="2119312"/>
                </a:lnTo>
                <a:lnTo>
                  <a:pt x="4981751" y="2179637"/>
                </a:lnTo>
                <a:lnTo>
                  <a:pt x="4970639" y="2232025"/>
                </a:lnTo>
                <a:lnTo>
                  <a:pt x="4956351" y="2278062"/>
                </a:lnTo>
                <a:lnTo>
                  <a:pt x="4940476" y="2319337"/>
                </a:lnTo>
                <a:lnTo>
                  <a:pt x="4921426" y="2359025"/>
                </a:lnTo>
                <a:lnTo>
                  <a:pt x="4902376" y="2395537"/>
                </a:lnTo>
                <a:lnTo>
                  <a:pt x="4883326" y="2433637"/>
                </a:lnTo>
                <a:lnTo>
                  <a:pt x="4865864" y="2471737"/>
                </a:lnTo>
                <a:lnTo>
                  <a:pt x="4848401" y="2513012"/>
                </a:lnTo>
                <a:lnTo>
                  <a:pt x="4834114" y="2560637"/>
                </a:lnTo>
                <a:lnTo>
                  <a:pt x="4824589" y="2613025"/>
                </a:lnTo>
                <a:lnTo>
                  <a:pt x="4815064" y="2671762"/>
                </a:lnTo>
                <a:lnTo>
                  <a:pt x="4813476" y="2741612"/>
                </a:lnTo>
                <a:lnTo>
                  <a:pt x="4815064" y="2809875"/>
                </a:lnTo>
                <a:lnTo>
                  <a:pt x="4824589" y="2868612"/>
                </a:lnTo>
                <a:lnTo>
                  <a:pt x="4834114" y="2922587"/>
                </a:lnTo>
                <a:lnTo>
                  <a:pt x="4848401" y="2967037"/>
                </a:lnTo>
                <a:lnTo>
                  <a:pt x="4865864" y="3009900"/>
                </a:lnTo>
                <a:lnTo>
                  <a:pt x="4883326" y="3046412"/>
                </a:lnTo>
                <a:lnTo>
                  <a:pt x="4902376" y="3084512"/>
                </a:lnTo>
                <a:lnTo>
                  <a:pt x="4921426" y="3121025"/>
                </a:lnTo>
                <a:lnTo>
                  <a:pt x="4940476" y="3160712"/>
                </a:lnTo>
                <a:lnTo>
                  <a:pt x="4956351" y="3201987"/>
                </a:lnTo>
                <a:lnTo>
                  <a:pt x="4970639" y="3248025"/>
                </a:lnTo>
                <a:lnTo>
                  <a:pt x="4981751" y="3300412"/>
                </a:lnTo>
                <a:lnTo>
                  <a:pt x="4989689" y="3360737"/>
                </a:lnTo>
                <a:lnTo>
                  <a:pt x="4992864" y="3427412"/>
                </a:lnTo>
                <a:lnTo>
                  <a:pt x="4989689" y="3497262"/>
                </a:lnTo>
                <a:lnTo>
                  <a:pt x="4981751" y="3557587"/>
                </a:lnTo>
                <a:lnTo>
                  <a:pt x="4970639" y="3609975"/>
                </a:lnTo>
                <a:lnTo>
                  <a:pt x="4956351" y="3656012"/>
                </a:lnTo>
                <a:lnTo>
                  <a:pt x="4940476" y="3697287"/>
                </a:lnTo>
                <a:lnTo>
                  <a:pt x="4921426" y="3736975"/>
                </a:lnTo>
                <a:lnTo>
                  <a:pt x="4883326" y="3811587"/>
                </a:lnTo>
                <a:lnTo>
                  <a:pt x="4865864" y="3848100"/>
                </a:lnTo>
                <a:lnTo>
                  <a:pt x="4848401" y="3890962"/>
                </a:lnTo>
                <a:lnTo>
                  <a:pt x="4834114" y="3935412"/>
                </a:lnTo>
                <a:lnTo>
                  <a:pt x="4824589" y="3987800"/>
                </a:lnTo>
                <a:lnTo>
                  <a:pt x="4815064" y="4048125"/>
                </a:lnTo>
                <a:lnTo>
                  <a:pt x="4813476" y="4116387"/>
                </a:lnTo>
                <a:lnTo>
                  <a:pt x="4815064" y="4186237"/>
                </a:lnTo>
                <a:lnTo>
                  <a:pt x="4824589" y="4244975"/>
                </a:lnTo>
                <a:lnTo>
                  <a:pt x="4834114" y="4297362"/>
                </a:lnTo>
                <a:lnTo>
                  <a:pt x="4848401" y="4343400"/>
                </a:lnTo>
                <a:lnTo>
                  <a:pt x="4865864" y="4386262"/>
                </a:lnTo>
                <a:lnTo>
                  <a:pt x="4883326" y="4424362"/>
                </a:lnTo>
                <a:lnTo>
                  <a:pt x="4921426" y="4498975"/>
                </a:lnTo>
                <a:lnTo>
                  <a:pt x="4940476" y="4537075"/>
                </a:lnTo>
                <a:lnTo>
                  <a:pt x="4956351" y="4579937"/>
                </a:lnTo>
                <a:lnTo>
                  <a:pt x="4970639" y="4625975"/>
                </a:lnTo>
                <a:lnTo>
                  <a:pt x="4981751" y="4678362"/>
                </a:lnTo>
                <a:lnTo>
                  <a:pt x="4989689" y="4738687"/>
                </a:lnTo>
                <a:lnTo>
                  <a:pt x="4992864" y="4806950"/>
                </a:lnTo>
                <a:lnTo>
                  <a:pt x="4989689" y="4875212"/>
                </a:lnTo>
                <a:lnTo>
                  <a:pt x="4981751" y="4935537"/>
                </a:lnTo>
                <a:lnTo>
                  <a:pt x="4970639" y="4987925"/>
                </a:lnTo>
                <a:lnTo>
                  <a:pt x="4956351" y="5033962"/>
                </a:lnTo>
                <a:lnTo>
                  <a:pt x="4940476" y="5075237"/>
                </a:lnTo>
                <a:lnTo>
                  <a:pt x="4921426" y="5114925"/>
                </a:lnTo>
                <a:lnTo>
                  <a:pt x="4902376" y="5149850"/>
                </a:lnTo>
                <a:lnTo>
                  <a:pt x="4883326" y="5186362"/>
                </a:lnTo>
                <a:lnTo>
                  <a:pt x="4865864" y="5226050"/>
                </a:lnTo>
                <a:lnTo>
                  <a:pt x="4848401" y="5268912"/>
                </a:lnTo>
                <a:lnTo>
                  <a:pt x="4834114" y="5313362"/>
                </a:lnTo>
                <a:lnTo>
                  <a:pt x="4824589" y="5365750"/>
                </a:lnTo>
                <a:lnTo>
                  <a:pt x="4815064" y="5426075"/>
                </a:lnTo>
                <a:lnTo>
                  <a:pt x="4813476" y="5494337"/>
                </a:lnTo>
                <a:lnTo>
                  <a:pt x="4815064" y="5562600"/>
                </a:lnTo>
                <a:lnTo>
                  <a:pt x="4824589" y="5622925"/>
                </a:lnTo>
                <a:lnTo>
                  <a:pt x="4834114" y="5675312"/>
                </a:lnTo>
                <a:lnTo>
                  <a:pt x="4848401" y="5721350"/>
                </a:lnTo>
                <a:lnTo>
                  <a:pt x="4865864" y="5762625"/>
                </a:lnTo>
                <a:lnTo>
                  <a:pt x="4883326" y="5802312"/>
                </a:lnTo>
                <a:lnTo>
                  <a:pt x="4902376" y="5840412"/>
                </a:lnTo>
                <a:lnTo>
                  <a:pt x="4921426" y="5876925"/>
                </a:lnTo>
                <a:lnTo>
                  <a:pt x="4940476" y="5915025"/>
                </a:lnTo>
                <a:lnTo>
                  <a:pt x="4956351" y="5956300"/>
                </a:lnTo>
                <a:lnTo>
                  <a:pt x="4970639" y="6003925"/>
                </a:lnTo>
                <a:lnTo>
                  <a:pt x="4981751" y="6056312"/>
                </a:lnTo>
                <a:lnTo>
                  <a:pt x="4989689" y="6113462"/>
                </a:lnTo>
                <a:lnTo>
                  <a:pt x="4992864" y="6183312"/>
                </a:lnTo>
                <a:lnTo>
                  <a:pt x="4989689" y="6251575"/>
                </a:lnTo>
                <a:lnTo>
                  <a:pt x="4981751" y="6311900"/>
                </a:lnTo>
                <a:lnTo>
                  <a:pt x="4970639" y="6361112"/>
                </a:lnTo>
                <a:lnTo>
                  <a:pt x="4956351" y="6407150"/>
                </a:lnTo>
                <a:lnTo>
                  <a:pt x="4940476" y="6448425"/>
                </a:lnTo>
                <a:lnTo>
                  <a:pt x="4923014" y="6488112"/>
                </a:lnTo>
                <a:lnTo>
                  <a:pt x="4905551" y="6523037"/>
                </a:lnTo>
                <a:lnTo>
                  <a:pt x="4886501" y="6561137"/>
                </a:lnTo>
                <a:lnTo>
                  <a:pt x="4867451" y="6597650"/>
                </a:lnTo>
                <a:lnTo>
                  <a:pt x="4851576" y="6640512"/>
                </a:lnTo>
                <a:lnTo>
                  <a:pt x="4835701" y="6683375"/>
                </a:lnTo>
                <a:lnTo>
                  <a:pt x="4826176" y="6735762"/>
                </a:lnTo>
                <a:lnTo>
                  <a:pt x="4818239" y="6791325"/>
                </a:lnTo>
                <a:lnTo>
                  <a:pt x="48134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3A8B184-901D-83B5-4DA2-9223DB586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854" y="643464"/>
            <a:ext cx="3437290" cy="43748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600" spc="800"/>
              <a:t>Online atlas plemen králíků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5C2B08F-CFEB-A24C-855D-5893D525D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630" y="5781886"/>
            <a:ext cx="5473664" cy="10761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cap="all" spc="400" dirty="0">
                <a:solidFill>
                  <a:schemeClr val="bg2"/>
                </a:solidFill>
                <a:hlinkClick r:id="rId2"/>
              </a:rPr>
              <a:t>https://www.ifauna.cz/kralici/atlas</a:t>
            </a:r>
            <a:r>
              <a:rPr lang="en-US" sz="1600" b="1" cap="all" spc="400" dirty="0">
                <a:solidFill>
                  <a:schemeClr val="bg2"/>
                </a:solidFill>
              </a:rPr>
              <a:t> </a:t>
            </a:r>
          </a:p>
        </p:txBody>
      </p:sp>
      <p:pic>
        <p:nvPicPr>
          <p:cNvPr id="7" name="Graphic 6" descr="Značka">
            <a:extLst>
              <a:ext uri="{FF2B5EF4-FFF2-40B4-BE49-F238E27FC236}">
                <a16:creationId xmlns:a16="http://schemas.microsoft.com/office/drawing/2014/main" id="{039F638A-BD3A-0C2B-06F6-26E21767B7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2968" y="612641"/>
            <a:ext cx="5574989" cy="5574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7319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7520F84D-966A-41CD-B818-16BF32EF1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510D23-E323-4577-A8EA-12C6C6019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4FFECA-0832-4FE3-B587-054A0F2D80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CD5CB11-99B2-9AD5-753E-ABBD4DAA8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257" y="864911"/>
            <a:ext cx="9031484" cy="346728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000" spc="800" dirty="0" err="1"/>
              <a:t>Opakov</a:t>
            </a:r>
            <a:r>
              <a:rPr lang="cs-CZ" sz="8000" spc="800" dirty="0" err="1"/>
              <a:t>ání</a:t>
            </a:r>
            <a:endParaRPr lang="en-US" sz="8000" spc="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65858E6-5C0F-4AAE-A1AC-29BA07FFE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070707"/>
            <a:ext cx="12192000" cy="1787292"/>
          </a:xfrm>
          <a:custGeom>
            <a:avLst/>
            <a:gdLst>
              <a:gd name="connsiteX0" fmla="*/ 619389 w 12192000"/>
              <a:gd name="connsiteY0" fmla="*/ 0 h 1787292"/>
              <a:gd name="connsiteX1" fmla="*/ 687652 w 12192000"/>
              <a:gd name="connsiteY1" fmla="*/ 3175 h 1787292"/>
              <a:gd name="connsiteX2" fmla="*/ 747977 w 12192000"/>
              <a:gd name="connsiteY2" fmla="*/ 9525 h 1787292"/>
              <a:gd name="connsiteX3" fmla="*/ 800364 w 12192000"/>
              <a:gd name="connsiteY3" fmla="*/ 20637 h 1787292"/>
              <a:gd name="connsiteX4" fmla="*/ 846402 w 12192000"/>
              <a:gd name="connsiteY4" fmla="*/ 36512 h 1787292"/>
              <a:gd name="connsiteX5" fmla="*/ 887677 w 12192000"/>
              <a:gd name="connsiteY5" fmla="*/ 52387 h 1787292"/>
              <a:gd name="connsiteX6" fmla="*/ 924189 w 12192000"/>
              <a:gd name="connsiteY6" fmla="*/ 68262 h 1787292"/>
              <a:gd name="connsiteX7" fmla="*/ 962289 w 12192000"/>
              <a:gd name="connsiteY7" fmla="*/ 87312 h 1787292"/>
              <a:gd name="connsiteX8" fmla="*/ 1000389 w 12192000"/>
              <a:gd name="connsiteY8" fmla="*/ 106362 h 1787292"/>
              <a:gd name="connsiteX9" fmla="*/ 1036902 w 12192000"/>
              <a:gd name="connsiteY9" fmla="*/ 125412 h 1787292"/>
              <a:gd name="connsiteX10" fmla="*/ 1078177 w 12192000"/>
              <a:gd name="connsiteY10" fmla="*/ 141287 h 1787292"/>
              <a:gd name="connsiteX11" fmla="*/ 1124214 w 12192000"/>
              <a:gd name="connsiteY11" fmla="*/ 155575 h 1787292"/>
              <a:gd name="connsiteX12" fmla="*/ 1176602 w 12192000"/>
              <a:gd name="connsiteY12" fmla="*/ 166687 h 1787292"/>
              <a:gd name="connsiteX13" fmla="*/ 1236927 w 12192000"/>
              <a:gd name="connsiteY13" fmla="*/ 174625 h 1787292"/>
              <a:gd name="connsiteX14" fmla="*/ 1305189 w 12192000"/>
              <a:gd name="connsiteY14" fmla="*/ 176212 h 1787292"/>
              <a:gd name="connsiteX15" fmla="*/ 1373452 w 12192000"/>
              <a:gd name="connsiteY15" fmla="*/ 174625 h 1787292"/>
              <a:gd name="connsiteX16" fmla="*/ 1433777 w 12192000"/>
              <a:gd name="connsiteY16" fmla="*/ 166687 h 1787292"/>
              <a:gd name="connsiteX17" fmla="*/ 1486164 w 12192000"/>
              <a:gd name="connsiteY17" fmla="*/ 155575 h 1787292"/>
              <a:gd name="connsiteX18" fmla="*/ 1532202 w 12192000"/>
              <a:gd name="connsiteY18" fmla="*/ 141287 h 1787292"/>
              <a:gd name="connsiteX19" fmla="*/ 1573477 w 12192000"/>
              <a:gd name="connsiteY19" fmla="*/ 125412 h 1787292"/>
              <a:gd name="connsiteX20" fmla="*/ 1609989 w 12192000"/>
              <a:gd name="connsiteY20" fmla="*/ 106362 h 1787292"/>
              <a:gd name="connsiteX21" fmla="*/ 1648089 w 12192000"/>
              <a:gd name="connsiteY21" fmla="*/ 87312 h 1787292"/>
              <a:gd name="connsiteX22" fmla="*/ 1686189 w 12192000"/>
              <a:gd name="connsiteY22" fmla="*/ 68262 h 1787292"/>
              <a:gd name="connsiteX23" fmla="*/ 1722702 w 12192000"/>
              <a:gd name="connsiteY23" fmla="*/ 52387 h 1787292"/>
              <a:gd name="connsiteX24" fmla="*/ 1763977 w 12192000"/>
              <a:gd name="connsiteY24" fmla="*/ 36512 h 1787292"/>
              <a:gd name="connsiteX25" fmla="*/ 1810014 w 12192000"/>
              <a:gd name="connsiteY25" fmla="*/ 20637 h 1787292"/>
              <a:gd name="connsiteX26" fmla="*/ 1862402 w 12192000"/>
              <a:gd name="connsiteY26" fmla="*/ 9525 h 1787292"/>
              <a:gd name="connsiteX27" fmla="*/ 1922727 w 12192000"/>
              <a:gd name="connsiteY27" fmla="*/ 3175 h 1787292"/>
              <a:gd name="connsiteX28" fmla="*/ 1990989 w 12192000"/>
              <a:gd name="connsiteY28" fmla="*/ 0 h 1787292"/>
              <a:gd name="connsiteX29" fmla="*/ 2059252 w 12192000"/>
              <a:gd name="connsiteY29" fmla="*/ 3175 h 1787292"/>
              <a:gd name="connsiteX30" fmla="*/ 2119577 w 12192000"/>
              <a:gd name="connsiteY30" fmla="*/ 9525 h 1787292"/>
              <a:gd name="connsiteX31" fmla="*/ 2171964 w 12192000"/>
              <a:gd name="connsiteY31" fmla="*/ 20637 h 1787292"/>
              <a:gd name="connsiteX32" fmla="*/ 2218002 w 12192000"/>
              <a:gd name="connsiteY32" fmla="*/ 36512 h 1787292"/>
              <a:gd name="connsiteX33" fmla="*/ 2259277 w 12192000"/>
              <a:gd name="connsiteY33" fmla="*/ 52387 h 1787292"/>
              <a:gd name="connsiteX34" fmla="*/ 2295789 w 12192000"/>
              <a:gd name="connsiteY34" fmla="*/ 68262 h 1787292"/>
              <a:gd name="connsiteX35" fmla="*/ 2333889 w 12192000"/>
              <a:gd name="connsiteY35" fmla="*/ 87312 h 1787292"/>
              <a:gd name="connsiteX36" fmla="*/ 2371989 w 12192000"/>
              <a:gd name="connsiteY36" fmla="*/ 106362 h 1787292"/>
              <a:gd name="connsiteX37" fmla="*/ 2408502 w 12192000"/>
              <a:gd name="connsiteY37" fmla="*/ 125412 h 1787292"/>
              <a:gd name="connsiteX38" fmla="*/ 2449777 w 12192000"/>
              <a:gd name="connsiteY38" fmla="*/ 141287 h 1787292"/>
              <a:gd name="connsiteX39" fmla="*/ 2495814 w 12192000"/>
              <a:gd name="connsiteY39" fmla="*/ 155575 h 1787292"/>
              <a:gd name="connsiteX40" fmla="*/ 2548202 w 12192000"/>
              <a:gd name="connsiteY40" fmla="*/ 166687 h 1787292"/>
              <a:gd name="connsiteX41" fmla="*/ 2608527 w 12192000"/>
              <a:gd name="connsiteY41" fmla="*/ 174625 h 1787292"/>
              <a:gd name="connsiteX42" fmla="*/ 2676789 w 12192000"/>
              <a:gd name="connsiteY42" fmla="*/ 176212 h 1787292"/>
              <a:gd name="connsiteX43" fmla="*/ 2745052 w 12192000"/>
              <a:gd name="connsiteY43" fmla="*/ 174625 h 1787292"/>
              <a:gd name="connsiteX44" fmla="*/ 2805377 w 12192000"/>
              <a:gd name="connsiteY44" fmla="*/ 166687 h 1787292"/>
              <a:gd name="connsiteX45" fmla="*/ 2857764 w 12192000"/>
              <a:gd name="connsiteY45" fmla="*/ 155575 h 1787292"/>
              <a:gd name="connsiteX46" fmla="*/ 2903802 w 12192000"/>
              <a:gd name="connsiteY46" fmla="*/ 141287 h 1787292"/>
              <a:gd name="connsiteX47" fmla="*/ 2945077 w 12192000"/>
              <a:gd name="connsiteY47" fmla="*/ 125412 h 1787292"/>
              <a:gd name="connsiteX48" fmla="*/ 2981589 w 12192000"/>
              <a:gd name="connsiteY48" fmla="*/ 106362 h 1787292"/>
              <a:gd name="connsiteX49" fmla="*/ 3019689 w 12192000"/>
              <a:gd name="connsiteY49" fmla="*/ 87312 h 1787292"/>
              <a:gd name="connsiteX50" fmla="*/ 3057789 w 12192000"/>
              <a:gd name="connsiteY50" fmla="*/ 68262 h 1787292"/>
              <a:gd name="connsiteX51" fmla="*/ 3094302 w 12192000"/>
              <a:gd name="connsiteY51" fmla="*/ 52387 h 1787292"/>
              <a:gd name="connsiteX52" fmla="*/ 3135577 w 12192000"/>
              <a:gd name="connsiteY52" fmla="*/ 36512 h 1787292"/>
              <a:gd name="connsiteX53" fmla="*/ 3181614 w 12192000"/>
              <a:gd name="connsiteY53" fmla="*/ 20637 h 1787292"/>
              <a:gd name="connsiteX54" fmla="*/ 3234002 w 12192000"/>
              <a:gd name="connsiteY54" fmla="*/ 9525 h 1787292"/>
              <a:gd name="connsiteX55" fmla="*/ 3294327 w 12192000"/>
              <a:gd name="connsiteY55" fmla="*/ 3175 h 1787292"/>
              <a:gd name="connsiteX56" fmla="*/ 3361002 w 12192000"/>
              <a:gd name="connsiteY56" fmla="*/ 0 h 1787292"/>
              <a:gd name="connsiteX57" fmla="*/ 3430852 w 12192000"/>
              <a:gd name="connsiteY57" fmla="*/ 3175 h 1787292"/>
              <a:gd name="connsiteX58" fmla="*/ 3491177 w 12192000"/>
              <a:gd name="connsiteY58" fmla="*/ 9525 h 1787292"/>
              <a:gd name="connsiteX59" fmla="*/ 3543564 w 12192000"/>
              <a:gd name="connsiteY59" fmla="*/ 20637 h 1787292"/>
              <a:gd name="connsiteX60" fmla="*/ 3589602 w 12192000"/>
              <a:gd name="connsiteY60" fmla="*/ 36512 h 1787292"/>
              <a:gd name="connsiteX61" fmla="*/ 3630877 w 12192000"/>
              <a:gd name="connsiteY61" fmla="*/ 52387 h 1787292"/>
              <a:gd name="connsiteX62" fmla="*/ 3667389 w 12192000"/>
              <a:gd name="connsiteY62" fmla="*/ 68262 h 1787292"/>
              <a:gd name="connsiteX63" fmla="*/ 3705489 w 12192000"/>
              <a:gd name="connsiteY63" fmla="*/ 87312 h 1787292"/>
              <a:gd name="connsiteX64" fmla="*/ 3743589 w 12192000"/>
              <a:gd name="connsiteY64" fmla="*/ 106362 h 1787292"/>
              <a:gd name="connsiteX65" fmla="*/ 3780102 w 12192000"/>
              <a:gd name="connsiteY65" fmla="*/ 125412 h 1787292"/>
              <a:gd name="connsiteX66" fmla="*/ 3821377 w 12192000"/>
              <a:gd name="connsiteY66" fmla="*/ 141287 h 1787292"/>
              <a:gd name="connsiteX67" fmla="*/ 3867414 w 12192000"/>
              <a:gd name="connsiteY67" fmla="*/ 155575 h 1787292"/>
              <a:gd name="connsiteX68" fmla="*/ 3919802 w 12192000"/>
              <a:gd name="connsiteY68" fmla="*/ 166687 h 1787292"/>
              <a:gd name="connsiteX69" fmla="*/ 3980127 w 12192000"/>
              <a:gd name="connsiteY69" fmla="*/ 174625 h 1787292"/>
              <a:gd name="connsiteX70" fmla="*/ 4048389 w 12192000"/>
              <a:gd name="connsiteY70" fmla="*/ 176212 h 1787292"/>
              <a:gd name="connsiteX71" fmla="*/ 4116652 w 12192000"/>
              <a:gd name="connsiteY71" fmla="*/ 174625 h 1787292"/>
              <a:gd name="connsiteX72" fmla="*/ 4176977 w 12192000"/>
              <a:gd name="connsiteY72" fmla="*/ 166687 h 1787292"/>
              <a:gd name="connsiteX73" fmla="*/ 4229364 w 12192000"/>
              <a:gd name="connsiteY73" fmla="*/ 155575 h 1787292"/>
              <a:gd name="connsiteX74" fmla="*/ 4275402 w 12192000"/>
              <a:gd name="connsiteY74" fmla="*/ 141287 h 1787292"/>
              <a:gd name="connsiteX75" fmla="*/ 4316677 w 12192000"/>
              <a:gd name="connsiteY75" fmla="*/ 125412 h 1787292"/>
              <a:gd name="connsiteX76" fmla="*/ 4353189 w 12192000"/>
              <a:gd name="connsiteY76" fmla="*/ 106362 h 1787292"/>
              <a:gd name="connsiteX77" fmla="*/ 4429389 w 12192000"/>
              <a:gd name="connsiteY77" fmla="*/ 68262 h 1787292"/>
              <a:gd name="connsiteX78" fmla="*/ 4465902 w 12192000"/>
              <a:gd name="connsiteY78" fmla="*/ 52387 h 1787292"/>
              <a:gd name="connsiteX79" fmla="*/ 4507177 w 12192000"/>
              <a:gd name="connsiteY79" fmla="*/ 36512 h 1787292"/>
              <a:gd name="connsiteX80" fmla="*/ 4553214 w 12192000"/>
              <a:gd name="connsiteY80" fmla="*/ 20637 h 1787292"/>
              <a:gd name="connsiteX81" fmla="*/ 4605602 w 12192000"/>
              <a:gd name="connsiteY81" fmla="*/ 9525 h 1787292"/>
              <a:gd name="connsiteX82" fmla="*/ 4665928 w 12192000"/>
              <a:gd name="connsiteY82" fmla="*/ 3175 h 1787292"/>
              <a:gd name="connsiteX83" fmla="*/ 4734189 w 12192000"/>
              <a:gd name="connsiteY83" fmla="*/ 0 h 1787292"/>
              <a:gd name="connsiteX84" fmla="*/ 4802453 w 12192000"/>
              <a:gd name="connsiteY84" fmla="*/ 3175 h 1787292"/>
              <a:gd name="connsiteX85" fmla="*/ 4862777 w 12192000"/>
              <a:gd name="connsiteY85" fmla="*/ 9525 h 1787292"/>
              <a:gd name="connsiteX86" fmla="*/ 4915165 w 12192000"/>
              <a:gd name="connsiteY86" fmla="*/ 20637 h 1787292"/>
              <a:gd name="connsiteX87" fmla="*/ 4961201 w 12192000"/>
              <a:gd name="connsiteY87" fmla="*/ 36512 h 1787292"/>
              <a:gd name="connsiteX88" fmla="*/ 5002476 w 12192000"/>
              <a:gd name="connsiteY88" fmla="*/ 52387 h 1787292"/>
              <a:gd name="connsiteX89" fmla="*/ 5038989 w 12192000"/>
              <a:gd name="connsiteY89" fmla="*/ 68262 h 1787292"/>
              <a:gd name="connsiteX90" fmla="*/ 5077089 w 12192000"/>
              <a:gd name="connsiteY90" fmla="*/ 87312 h 1787292"/>
              <a:gd name="connsiteX91" fmla="*/ 5115189 w 12192000"/>
              <a:gd name="connsiteY91" fmla="*/ 106362 h 1787292"/>
              <a:gd name="connsiteX92" fmla="*/ 5151701 w 12192000"/>
              <a:gd name="connsiteY92" fmla="*/ 125412 h 1787292"/>
              <a:gd name="connsiteX93" fmla="*/ 5192976 w 12192000"/>
              <a:gd name="connsiteY93" fmla="*/ 141287 h 1787292"/>
              <a:gd name="connsiteX94" fmla="*/ 5239014 w 12192000"/>
              <a:gd name="connsiteY94" fmla="*/ 155575 h 1787292"/>
              <a:gd name="connsiteX95" fmla="*/ 5291401 w 12192000"/>
              <a:gd name="connsiteY95" fmla="*/ 166687 h 1787292"/>
              <a:gd name="connsiteX96" fmla="*/ 5351727 w 12192000"/>
              <a:gd name="connsiteY96" fmla="*/ 174625 h 1787292"/>
              <a:gd name="connsiteX97" fmla="*/ 5410199 w 12192000"/>
              <a:gd name="connsiteY97" fmla="*/ 175985 h 1787292"/>
              <a:gd name="connsiteX98" fmla="*/ 5468671 w 12192000"/>
              <a:gd name="connsiteY98" fmla="*/ 174625 h 1787292"/>
              <a:gd name="connsiteX99" fmla="*/ 5528996 w 12192000"/>
              <a:gd name="connsiteY99" fmla="*/ 166687 h 1787292"/>
              <a:gd name="connsiteX100" fmla="*/ 5581383 w 12192000"/>
              <a:gd name="connsiteY100" fmla="*/ 155575 h 1787292"/>
              <a:gd name="connsiteX101" fmla="*/ 5627421 w 12192000"/>
              <a:gd name="connsiteY101" fmla="*/ 141287 h 1787292"/>
              <a:gd name="connsiteX102" fmla="*/ 5668696 w 12192000"/>
              <a:gd name="connsiteY102" fmla="*/ 125412 h 1787292"/>
              <a:gd name="connsiteX103" fmla="*/ 5705209 w 12192000"/>
              <a:gd name="connsiteY103" fmla="*/ 106362 h 1787292"/>
              <a:gd name="connsiteX104" fmla="*/ 5743308 w 12192000"/>
              <a:gd name="connsiteY104" fmla="*/ 87312 h 1787292"/>
              <a:gd name="connsiteX105" fmla="*/ 5781408 w 12192000"/>
              <a:gd name="connsiteY105" fmla="*/ 68262 h 1787292"/>
              <a:gd name="connsiteX106" fmla="*/ 5817921 w 12192000"/>
              <a:gd name="connsiteY106" fmla="*/ 52387 h 1787292"/>
              <a:gd name="connsiteX107" fmla="*/ 5859196 w 12192000"/>
              <a:gd name="connsiteY107" fmla="*/ 36512 h 1787292"/>
              <a:gd name="connsiteX108" fmla="*/ 5905234 w 12192000"/>
              <a:gd name="connsiteY108" fmla="*/ 20637 h 1787292"/>
              <a:gd name="connsiteX109" fmla="*/ 5957621 w 12192000"/>
              <a:gd name="connsiteY109" fmla="*/ 9525 h 1787292"/>
              <a:gd name="connsiteX110" fmla="*/ 6017947 w 12192000"/>
              <a:gd name="connsiteY110" fmla="*/ 3175 h 1787292"/>
              <a:gd name="connsiteX111" fmla="*/ 6086208 w 12192000"/>
              <a:gd name="connsiteY111" fmla="*/ 0 h 1787292"/>
              <a:gd name="connsiteX112" fmla="*/ 6095999 w 12192000"/>
              <a:gd name="connsiteY112" fmla="*/ 455 h 1787292"/>
              <a:gd name="connsiteX113" fmla="*/ 6105789 w 12192000"/>
              <a:gd name="connsiteY113" fmla="*/ 0 h 1787292"/>
              <a:gd name="connsiteX114" fmla="*/ 6174052 w 12192000"/>
              <a:gd name="connsiteY114" fmla="*/ 3175 h 1787292"/>
              <a:gd name="connsiteX115" fmla="*/ 6234377 w 12192000"/>
              <a:gd name="connsiteY115" fmla="*/ 9525 h 1787292"/>
              <a:gd name="connsiteX116" fmla="*/ 6286764 w 12192000"/>
              <a:gd name="connsiteY116" fmla="*/ 20637 h 1787292"/>
              <a:gd name="connsiteX117" fmla="*/ 6332802 w 12192000"/>
              <a:gd name="connsiteY117" fmla="*/ 36512 h 1787292"/>
              <a:gd name="connsiteX118" fmla="*/ 6374077 w 12192000"/>
              <a:gd name="connsiteY118" fmla="*/ 52387 h 1787292"/>
              <a:gd name="connsiteX119" fmla="*/ 6410589 w 12192000"/>
              <a:gd name="connsiteY119" fmla="*/ 68262 h 1787292"/>
              <a:gd name="connsiteX120" fmla="*/ 6448689 w 12192000"/>
              <a:gd name="connsiteY120" fmla="*/ 87312 h 1787292"/>
              <a:gd name="connsiteX121" fmla="*/ 6486789 w 12192000"/>
              <a:gd name="connsiteY121" fmla="*/ 106362 h 1787292"/>
              <a:gd name="connsiteX122" fmla="*/ 6523302 w 12192000"/>
              <a:gd name="connsiteY122" fmla="*/ 125412 h 1787292"/>
              <a:gd name="connsiteX123" fmla="*/ 6564577 w 12192000"/>
              <a:gd name="connsiteY123" fmla="*/ 141287 h 1787292"/>
              <a:gd name="connsiteX124" fmla="*/ 6610614 w 12192000"/>
              <a:gd name="connsiteY124" fmla="*/ 155575 h 1787292"/>
              <a:gd name="connsiteX125" fmla="*/ 6663002 w 12192000"/>
              <a:gd name="connsiteY125" fmla="*/ 166687 h 1787292"/>
              <a:gd name="connsiteX126" fmla="*/ 6723327 w 12192000"/>
              <a:gd name="connsiteY126" fmla="*/ 174625 h 1787292"/>
              <a:gd name="connsiteX127" fmla="*/ 6781799 w 12192000"/>
              <a:gd name="connsiteY127" fmla="*/ 175985 h 1787292"/>
              <a:gd name="connsiteX128" fmla="*/ 6840271 w 12192000"/>
              <a:gd name="connsiteY128" fmla="*/ 174625 h 1787292"/>
              <a:gd name="connsiteX129" fmla="*/ 6900596 w 12192000"/>
              <a:gd name="connsiteY129" fmla="*/ 166687 h 1787292"/>
              <a:gd name="connsiteX130" fmla="*/ 6952983 w 12192000"/>
              <a:gd name="connsiteY130" fmla="*/ 155575 h 1787292"/>
              <a:gd name="connsiteX131" fmla="*/ 6999021 w 12192000"/>
              <a:gd name="connsiteY131" fmla="*/ 141287 h 1787292"/>
              <a:gd name="connsiteX132" fmla="*/ 7040296 w 12192000"/>
              <a:gd name="connsiteY132" fmla="*/ 125412 h 1787292"/>
              <a:gd name="connsiteX133" fmla="*/ 7076808 w 12192000"/>
              <a:gd name="connsiteY133" fmla="*/ 106362 h 1787292"/>
              <a:gd name="connsiteX134" fmla="*/ 7114908 w 12192000"/>
              <a:gd name="connsiteY134" fmla="*/ 87312 h 1787292"/>
              <a:gd name="connsiteX135" fmla="*/ 7153008 w 12192000"/>
              <a:gd name="connsiteY135" fmla="*/ 68262 h 1787292"/>
              <a:gd name="connsiteX136" fmla="*/ 7189521 w 12192000"/>
              <a:gd name="connsiteY136" fmla="*/ 52387 h 1787292"/>
              <a:gd name="connsiteX137" fmla="*/ 7230796 w 12192000"/>
              <a:gd name="connsiteY137" fmla="*/ 36512 h 1787292"/>
              <a:gd name="connsiteX138" fmla="*/ 7276833 w 12192000"/>
              <a:gd name="connsiteY138" fmla="*/ 20637 h 1787292"/>
              <a:gd name="connsiteX139" fmla="*/ 7329221 w 12192000"/>
              <a:gd name="connsiteY139" fmla="*/ 9525 h 1787292"/>
              <a:gd name="connsiteX140" fmla="*/ 7389546 w 12192000"/>
              <a:gd name="connsiteY140" fmla="*/ 3175 h 1787292"/>
              <a:gd name="connsiteX141" fmla="*/ 7457808 w 12192000"/>
              <a:gd name="connsiteY141" fmla="*/ 0 h 1787292"/>
              <a:gd name="connsiteX142" fmla="*/ 7526071 w 12192000"/>
              <a:gd name="connsiteY142" fmla="*/ 3175 h 1787292"/>
              <a:gd name="connsiteX143" fmla="*/ 7586396 w 12192000"/>
              <a:gd name="connsiteY143" fmla="*/ 9525 h 1787292"/>
              <a:gd name="connsiteX144" fmla="*/ 7638783 w 12192000"/>
              <a:gd name="connsiteY144" fmla="*/ 20637 h 1787292"/>
              <a:gd name="connsiteX145" fmla="*/ 7684821 w 12192000"/>
              <a:gd name="connsiteY145" fmla="*/ 36512 h 1787292"/>
              <a:gd name="connsiteX146" fmla="*/ 7726096 w 12192000"/>
              <a:gd name="connsiteY146" fmla="*/ 52387 h 1787292"/>
              <a:gd name="connsiteX147" fmla="*/ 7762608 w 12192000"/>
              <a:gd name="connsiteY147" fmla="*/ 68262 h 1787292"/>
              <a:gd name="connsiteX148" fmla="*/ 7800708 w 12192000"/>
              <a:gd name="connsiteY148" fmla="*/ 87312 h 1787292"/>
              <a:gd name="connsiteX149" fmla="*/ 7838808 w 12192000"/>
              <a:gd name="connsiteY149" fmla="*/ 106362 h 1787292"/>
              <a:gd name="connsiteX150" fmla="*/ 7875321 w 12192000"/>
              <a:gd name="connsiteY150" fmla="*/ 125412 h 1787292"/>
              <a:gd name="connsiteX151" fmla="*/ 7916596 w 12192000"/>
              <a:gd name="connsiteY151" fmla="*/ 141287 h 1787292"/>
              <a:gd name="connsiteX152" fmla="*/ 7962633 w 12192000"/>
              <a:gd name="connsiteY152" fmla="*/ 155575 h 1787292"/>
              <a:gd name="connsiteX153" fmla="*/ 8015021 w 12192000"/>
              <a:gd name="connsiteY153" fmla="*/ 166687 h 1787292"/>
              <a:gd name="connsiteX154" fmla="*/ 8075346 w 12192000"/>
              <a:gd name="connsiteY154" fmla="*/ 174625 h 1787292"/>
              <a:gd name="connsiteX155" fmla="*/ 8143608 w 12192000"/>
              <a:gd name="connsiteY155" fmla="*/ 176212 h 1787292"/>
              <a:gd name="connsiteX156" fmla="*/ 8211871 w 12192000"/>
              <a:gd name="connsiteY156" fmla="*/ 174625 h 1787292"/>
              <a:gd name="connsiteX157" fmla="*/ 8272196 w 12192000"/>
              <a:gd name="connsiteY157" fmla="*/ 166687 h 1787292"/>
              <a:gd name="connsiteX158" fmla="*/ 8324583 w 12192000"/>
              <a:gd name="connsiteY158" fmla="*/ 155575 h 1787292"/>
              <a:gd name="connsiteX159" fmla="*/ 8370621 w 12192000"/>
              <a:gd name="connsiteY159" fmla="*/ 141287 h 1787292"/>
              <a:gd name="connsiteX160" fmla="*/ 8411896 w 12192000"/>
              <a:gd name="connsiteY160" fmla="*/ 125412 h 1787292"/>
              <a:gd name="connsiteX161" fmla="*/ 8448408 w 12192000"/>
              <a:gd name="connsiteY161" fmla="*/ 106362 h 1787292"/>
              <a:gd name="connsiteX162" fmla="*/ 8486508 w 12192000"/>
              <a:gd name="connsiteY162" fmla="*/ 87312 h 1787292"/>
              <a:gd name="connsiteX163" fmla="*/ 8524608 w 12192000"/>
              <a:gd name="connsiteY163" fmla="*/ 68262 h 1787292"/>
              <a:gd name="connsiteX164" fmla="*/ 8561120 w 12192000"/>
              <a:gd name="connsiteY164" fmla="*/ 52387 h 1787292"/>
              <a:gd name="connsiteX165" fmla="*/ 8602396 w 12192000"/>
              <a:gd name="connsiteY165" fmla="*/ 36512 h 1787292"/>
              <a:gd name="connsiteX166" fmla="*/ 8648432 w 12192000"/>
              <a:gd name="connsiteY166" fmla="*/ 20637 h 1787292"/>
              <a:gd name="connsiteX167" fmla="*/ 8700820 w 12192000"/>
              <a:gd name="connsiteY167" fmla="*/ 9525 h 1787292"/>
              <a:gd name="connsiteX168" fmla="*/ 8761146 w 12192000"/>
              <a:gd name="connsiteY168" fmla="*/ 3175 h 1787292"/>
              <a:gd name="connsiteX169" fmla="*/ 8827820 w 12192000"/>
              <a:gd name="connsiteY169" fmla="*/ 0 h 1787292"/>
              <a:gd name="connsiteX170" fmla="*/ 8897670 w 12192000"/>
              <a:gd name="connsiteY170" fmla="*/ 3175 h 1787292"/>
              <a:gd name="connsiteX171" fmla="*/ 8957996 w 12192000"/>
              <a:gd name="connsiteY171" fmla="*/ 9525 h 1787292"/>
              <a:gd name="connsiteX172" fmla="*/ 9010382 w 12192000"/>
              <a:gd name="connsiteY172" fmla="*/ 20637 h 1787292"/>
              <a:gd name="connsiteX173" fmla="*/ 9056420 w 12192000"/>
              <a:gd name="connsiteY173" fmla="*/ 36512 h 1787292"/>
              <a:gd name="connsiteX174" fmla="*/ 9097696 w 12192000"/>
              <a:gd name="connsiteY174" fmla="*/ 52387 h 1787292"/>
              <a:gd name="connsiteX175" fmla="*/ 9134208 w 12192000"/>
              <a:gd name="connsiteY175" fmla="*/ 68262 h 1787292"/>
              <a:gd name="connsiteX176" fmla="*/ 9172308 w 12192000"/>
              <a:gd name="connsiteY176" fmla="*/ 87312 h 1787292"/>
              <a:gd name="connsiteX177" fmla="*/ 9210408 w 12192000"/>
              <a:gd name="connsiteY177" fmla="*/ 106362 h 1787292"/>
              <a:gd name="connsiteX178" fmla="*/ 9246920 w 12192000"/>
              <a:gd name="connsiteY178" fmla="*/ 125412 h 1787292"/>
              <a:gd name="connsiteX179" fmla="*/ 9288196 w 12192000"/>
              <a:gd name="connsiteY179" fmla="*/ 141287 h 1787292"/>
              <a:gd name="connsiteX180" fmla="*/ 9334232 w 12192000"/>
              <a:gd name="connsiteY180" fmla="*/ 155575 h 1787292"/>
              <a:gd name="connsiteX181" fmla="*/ 9386620 w 12192000"/>
              <a:gd name="connsiteY181" fmla="*/ 166687 h 1787292"/>
              <a:gd name="connsiteX182" fmla="*/ 9446946 w 12192000"/>
              <a:gd name="connsiteY182" fmla="*/ 174625 h 1787292"/>
              <a:gd name="connsiteX183" fmla="*/ 9515208 w 12192000"/>
              <a:gd name="connsiteY183" fmla="*/ 176212 h 1787292"/>
              <a:gd name="connsiteX184" fmla="*/ 9583470 w 12192000"/>
              <a:gd name="connsiteY184" fmla="*/ 174625 h 1787292"/>
              <a:gd name="connsiteX185" fmla="*/ 9643796 w 12192000"/>
              <a:gd name="connsiteY185" fmla="*/ 166687 h 1787292"/>
              <a:gd name="connsiteX186" fmla="*/ 9696182 w 12192000"/>
              <a:gd name="connsiteY186" fmla="*/ 155575 h 1787292"/>
              <a:gd name="connsiteX187" fmla="*/ 9742220 w 12192000"/>
              <a:gd name="connsiteY187" fmla="*/ 141287 h 1787292"/>
              <a:gd name="connsiteX188" fmla="*/ 9783496 w 12192000"/>
              <a:gd name="connsiteY188" fmla="*/ 125412 h 1787292"/>
              <a:gd name="connsiteX189" fmla="*/ 9820008 w 12192000"/>
              <a:gd name="connsiteY189" fmla="*/ 106362 h 1787292"/>
              <a:gd name="connsiteX190" fmla="*/ 9896208 w 12192000"/>
              <a:gd name="connsiteY190" fmla="*/ 68262 h 1787292"/>
              <a:gd name="connsiteX191" fmla="*/ 9932720 w 12192000"/>
              <a:gd name="connsiteY191" fmla="*/ 52387 h 1787292"/>
              <a:gd name="connsiteX192" fmla="*/ 9973996 w 12192000"/>
              <a:gd name="connsiteY192" fmla="*/ 36512 h 1787292"/>
              <a:gd name="connsiteX193" fmla="*/ 10020032 w 12192000"/>
              <a:gd name="connsiteY193" fmla="*/ 20637 h 1787292"/>
              <a:gd name="connsiteX194" fmla="*/ 10072420 w 12192000"/>
              <a:gd name="connsiteY194" fmla="*/ 9525 h 1787292"/>
              <a:gd name="connsiteX195" fmla="*/ 10132746 w 12192000"/>
              <a:gd name="connsiteY195" fmla="*/ 3175 h 1787292"/>
              <a:gd name="connsiteX196" fmla="*/ 10201008 w 12192000"/>
              <a:gd name="connsiteY196" fmla="*/ 0 h 1787292"/>
              <a:gd name="connsiteX197" fmla="*/ 10269270 w 12192000"/>
              <a:gd name="connsiteY197" fmla="*/ 3175 h 1787292"/>
              <a:gd name="connsiteX198" fmla="*/ 10329596 w 12192000"/>
              <a:gd name="connsiteY198" fmla="*/ 9525 h 1787292"/>
              <a:gd name="connsiteX199" fmla="*/ 10381982 w 12192000"/>
              <a:gd name="connsiteY199" fmla="*/ 20637 h 1787292"/>
              <a:gd name="connsiteX200" fmla="*/ 10428020 w 12192000"/>
              <a:gd name="connsiteY200" fmla="*/ 36512 h 1787292"/>
              <a:gd name="connsiteX201" fmla="*/ 10469296 w 12192000"/>
              <a:gd name="connsiteY201" fmla="*/ 52387 h 1787292"/>
              <a:gd name="connsiteX202" fmla="*/ 10505808 w 12192000"/>
              <a:gd name="connsiteY202" fmla="*/ 68262 h 1787292"/>
              <a:gd name="connsiteX203" fmla="*/ 10543908 w 12192000"/>
              <a:gd name="connsiteY203" fmla="*/ 87312 h 1787292"/>
              <a:gd name="connsiteX204" fmla="*/ 10582008 w 12192000"/>
              <a:gd name="connsiteY204" fmla="*/ 106362 h 1787292"/>
              <a:gd name="connsiteX205" fmla="*/ 10618520 w 12192000"/>
              <a:gd name="connsiteY205" fmla="*/ 125412 h 1787292"/>
              <a:gd name="connsiteX206" fmla="*/ 10659796 w 12192000"/>
              <a:gd name="connsiteY206" fmla="*/ 141287 h 1787292"/>
              <a:gd name="connsiteX207" fmla="*/ 10705832 w 12192000"/>
              <a:gd name="connsiteY207" fmla="*/ 155575 h 1787292"/>
              <a:gd name="connsiteX208" fmla="*/ 10758220 w 12192000"/>
              <a:gd name="connsiteY208" fmla="*/ 166687 h 1787292"/>
              <a:gd name="connsiteX209" fmla="*/ 10818546 w 12192000"/>
              <a:gd name="connsiteY209" fmla="*/ 174625 h 1787292"/>
              <a:gd name="connsiteX210" fmla="*/ 10886808 w 12192000"/>
              <a:gd name="connsiteY210" fmla="*/ 176212 h 1787292"/>
              <a:gd name="connsiteX211" fmla="*/ 10955070 w 12192000"/>
              <a:gd name="connsiteY211" fmla="*/ 174625 h 1787292"/>
              <a:gd name="connsiteX212" fmla="*/ 11015396 w 12192000"/>
              <a:gd name="connsiteY212" fmla="*/ 166687 h 1787292"/>
              <a:gd name="connsiteX213" fmla="*/ 11067782 w 12192000"/>
              <a:gd name="connsiteY213" fmla="*/ 155575 h 1787292"/>
              <a:gd name="connsiteX214" fmla="*/ 11113820 w 12192000"/>
              <a:gd name="connsiteY214" fmla="*/ 141287 h 1787292"/>
              <a:gd name="connsiteX215" fmla="*/ 11155096 w 12192000"/>
              <a:gd name="connsiteY215" fmla="*/ 125412 h 1787292"/>
              <a:gd name="connsiteX216" fmla="*/ 11191608 w 12192000"/>
              <a:gd name="connsiteY216" fmla="*/ 106362 h 1787292"/>
              <a:gd name="connsiteX217" fmla="*/ 11229708 w 12192000"/>
              <a:gd name="connsiteY217" fmla="*/ 87312 h 1787292"/>
              <a:gd name="connsiteX218" fmla="*/ 11267808 w 12192000"/>
              <a:gd name="connsiteY218" fmla="*/ 68262 h 1787292"/>
              <a:gd name="connsiteX219" fmla="*/ 11304320 w 12192000"/>
              <a:gd name="connsiteY219" fmla="*/ 52387 h 1787292"/>
              <a:gd name="connsiteX220" fmla="*/ 11345596 w 12192000"/>
              <a:gd name="connsiteY220" fmla="*/ 36512 h 1787292"/>
              <a:gd name="connsiteX221" fmla="*/ 11391632 w 12192000"/>
              <a:gd name="connsiteY221" fmla="*/ 20637 h 1787292"/>
              <a:gd name="connsiteX222" fmla="*/ 11444020 w 12192000"/>
              <a:gd name="connsiteY222" fmla="*/ 9525 h 1787292"/>
              <a:gd name="connsiteX223" fmla="*/ 11504346 w 12192000"/>
              <a:gd name="connsiteY223" fmla="*/ 3175 h 1787292"/>
              <a:gd name="connsiteX224" fmla="*/ 11572608 w 12192000"/>
              <a:gd name="connsiteY224" fmla="*/ 0 h 1787292"/>
              <a:gd name="connsiteX225" fmla="*/ 11640870 w 12192000"/>
              <a:gd name="connsiteY225" fmla="*/ 3175 h 1787292"/>
              <a:gd name="connsiteX226" fmla="*/ 11701196 w 12192000"/>
              <a:gd name="connsiteY226" fmla="*/ 9525 h 1787292"/>
              <a:gd name="connsiteX227" fmla="*/ 11753582 w 12192000"/>
              <a:gd name="connsiteY227" fmla="*/ 20637 h 1787292"/>
              <a:gd name="connsiteX228" fmla="*/ 11799620 w 12192000"/>
              <a:gd name="connsiteY228" fmla="*/ 36512 h 1787292"/>
              <a:gd name="connsiteX229" fmla="*/ 11840896 w 12192000"/>
              <a:gd name="connsiteY229" fmla="*/ 52387 h 1787292"/>
              <a:gd name="connsiteX230" fmla="*/ 11877408 w 12192000"/>
              <a:gd name="connsiteY230" fmla="*/ 68262 h 1787292"/>
              <a:gd name="connsiteX231" fmla="*/ 11915508 w 12192000"/>
              <a:gd name="connsiteY231" fmla="*/ 87312 h 1787292"/>
              <a:gd name="connsiteX232" fmla="*/ 11953608 w 12192000"/>
              <a:gd name="connsiteY232" fmla="*/ 106362 h 1787292"/>
              <a:gd name="connsiteX233" fmla="*/ 11990120 w 12192000"/>
              <a:gd name="connsiteY233" fmla="*/ 125412 h 1787292"/>
              <a:gd name="connsiteX234" fmla="*/ 12031396 w 12192000"/>
              <a:gd name="connsiteY234" fmla="*/ 141287 h 1787292"/>
              <a:gd name="connsiteX235" fmla="*/ 12077432 w 12192000"/>
              <a:gd name="connsiteY235" fmla="*/ 155575 h 1787292"/>
              <a:gd name="connsiteX236" fmla="*/ 12129820 w 12192000"/>
              <a:gd name="connsiteY236" fmla="*/ 166688 h 1787292"/>
              <a:gd name="connsiteX237" fmla="*/ 12190146 w 12192000"/>
              <a:gd name="connsiteY237" fmla="*/ 174625 h 1787292"/>
              <a:gd name="connsiteX238" fmla="*/ 12192000 w 12192000"/>
              <a:gd name="connsiteY238" fmla="*/ 174668 h 1787292"/>
              <a:gd name="connsiteX239" fmla="*/ 12192000 w 12192000"/>
              <a:gd name="connsiteY239" fmla="*/ 885826 h 1787292"/>
              <a:gd name="connsiteX240" fmla="*/ 12192000 w 12192000"/>
              <a:gd name="connsiteY240" fmla="*/ 1787292 h 1787292"/>
              <a:gd name="connsiteX241" fmla="*/ 0 w 12192000"/>
              <a:gd name="connsiteY241" fmla="*/ 1787292 h 1787292"/>
              <a:gd name="connsiteX242" fmla="*/ 0 w 12192000"/>
              <a:gd name="connsiteY242" fmla="*/ 885826 h 1787292"/>
              <a:gd name="connsiteX243" fmla="*/ 0 w 12192000"/>
              <a:gd name="connsiteY243" fmla="*/ 174668 h 1787292"/>
              <a:gd name="connsiteX244" fmla="*/ 1852 w 12192000"/>
              <a:gd name="connsiteY244" fmla="*/ 174625 h 1787292"/>
              <a:gd name="connsiteX245" fmla="*/ 62177 w 12192000"/>
              <a:gd name="connsiteY245" fmla="*/ 166687 h 1787292"/>
              <a:gd name="connsiteX246" fmla="*/ 114564 w 12192000"/>
              <a:gd name="connsiteY246" fmla="*/ 155575 h 1787292"/>
              <a:gd name="connsiteX247" fmla="*/ 160602 w 12192000"/>
              <a:gd name="connsiteY247" fmla="*/ 141287 h 1787292"/>
              <a:gd name="connsiteX248" fmla="*/ 201877 w 12192000"/>
              <a:gd name="connsiteY248" fmla="*/ 125412 h 1787292"/>
              <a:gd name="connsiteX249" fmla="*/ 238389 w 12192000"/>
              <a:gd name="connsiteY249" fmla="*/ 106362 h 1787292"/>
              <a:gd name="connsiteX250" fmla="*/ 276489 w 12192000"/>
              <a:gd name="connsiteY250" fmla="*/ 87312 h 1787292"/>
              <a:gd name="connsiteX251" fmla="*/ 314589 w 12192000"/>
              <a:gd name="connsiteY251" fmla="*/ 68262 h 1787292"/>
              <a:gd name="connsiteX252" fmla="*/ 351102 w 12192000"/>
              <a:gd name="connsiteY252" fmla="*/ 52387 h 1787292"/>
              <a:gd name="connsiteX253" fmla="*/ 392377 w 12192000"/>
              <a:gd name="connsiteY253" fmla="*/ 36512 h 1787292"/>
              <a:gd name="connsiteX254" fmla="*/ 438414 w 12192000"/>
              <a:gd name="connsiteY254" fmla="*/ 20637 h 1787292"/>
              <a:gd name="connsiteX255" fmla="*/ 490802 w 12192000"/>
              <a:gd name="connsiteY255" fmla="*/ 9525 h 1787292"/>
              <a:gd name="connsiteX256" fmla="*/ 551127 w 12192000"/>
              <a:gd name="connsiteY256" fmla="*/ 3175 h 1787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</a:cxnLst>
            <a:rect l="l" t="t" r="r" b="b"/>
            <a:pathLst>
              <a:path w="12192000" h="1787292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4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1" y="36512"/>
                </a:lnTo>
                <a:lnTo>
                  <a:pt x="5002476" y="52387"/>
                </a:lnTo>
                <a:lnTo>
                  <a:pt x="5038989" y="68262"/>
                </a:lnTo>
                <a:lnTo>
                  <a:pt x="5077089" y="87312"/>
                </a:lnTo>
                <a:lnTo>
                  <a:pt x="5115189" y="106362"/>
                </a:lnTo>
                <a:lnTo>
                  <a:pt x="5151701" y="125412"/>
                </a:lnTo>
                <a:lnTo>
                  <a:pt x="5192976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09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7" y="3175"/>
                </a:lnTo>
                <a:lnTo>
                  <a:pt x="6086208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2000" y="174668"/>
                </a:lnTo>
                <a:lnTo>
                  <a:pt x="12192000" y="885826"/>
                </a:lnTo>
                <a:lnTo>
                  <a:pt x="12192000" y="1787292"/>
                </a:lnTo>
                <a:lnTo>
                  <a:pt x="0" y="1787292"/>
                </a:lnTo>
                <a:lnTo>
                  <a:pt x="0" y="885826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90415"/>
      </p:ext>
    </p:extLst>
  </p:cSld>
  <p:clrMapOvr>
    <a:masterClrMapping/>
  </p:clrMapOvr>
</p:sld>
</file>

<file path=ppt/theme/theme1.xml><?xml version="1.0" encoding="utf-8"?>
<a:theme xmlns:a="http://schemas.openxmlformats.org/drawingml/2006/main" name="Odznáček">
  <a:themeElements>
    <a:clrScheme name="Badge">
      <a:dk1>
        <a:sysClr val="windowText" lastClr="000000"/>
      </a:dk1>
      <a:lt1>
        <a:sysClr val="window" lastClr="FFFFFF"/>
      </a:lt1>
      <a:dk2>
        <a:srgbClr val="0B082E"/>
      </a:dk2>
      <a:lt2>
        <a:srgbClr val="F3F3F2"/>
      </a:lt2>
      <a:accent1>
        <a:srgbClr val="62B4C6"/>
      </a:accent1>
      <a:accent2>
        <a:srgbClr val="1B376E"/>
      </a:accent2>
      <a:accent3>
        <a:srgbClr val="9EBE55"/>
      </a:accent3>
      <a:accent4>
        <a:srgbClr val="C65E5E"/>
      </a:accent4>
      <a:accent5>
        <a:srgbClr val="D3BA55"/>
      </a:accent5>
      <a:accent6>
        <a:srgbClr val="96648A"/>
      </a:accent6>
      <a:hlink>
        <a:srgbClr val="62B4C6"/>
      </a:hlink>
      <a:folHlink>
        <a:srgbClr val="96648A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D71F8F05-6246-47AF-9E68-E57F6C93F792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TM10001106[[fn=Odznáček]]</Template>
  <TotalTime>295</TotalTime>
  <Words>2378</Words>
  <Application>Microsoft Office PowerPoint</Application>
  <PresentationFormat>Širokoúhlá obrazovka</PresentationFormat>
  <Paragraphs>208</Paragraphs>
  <Slides>28</Slides>
  <Notes>19</Notes>
  <HiddenSlides>0</HiddenSlides>
  <MMClips>0</MMClips>
  <ScaleCrop>false</ScaleCrop>
  <HeadingPairs>
    <vt:vector size="6" baseType="variant">
      <vt:variant>
        <vt:lpstr>Použitá písma</vt:lpstr>
      </vt:variant>
      <vt:variant>
        <vt:i4>8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28</vt:i4>
      </vt:variant>
    </vt:vector>
  </HeadingPairs>
  <TitlesOfParts>
    <vt:vector size="37" baseType="lpstr">
      <vt:lpstr>Arial</vt:lpstr>
      <vt:lpstr>Arial</vt:lpstr>
      <vt:lpstr>Calibri</vt:lpstr>
      <vt:lpstr>Gill Sans MT</vt:lpstr>
      <vt:lpstr>Google Sans</vt:lpstr>
      <vt:lpstr>Impact</vt:lpstr>
      <vt:lpstr>Symbol</vt:lpstr>
      <vt:lpstr>Times New Roman</vt:lpstr>
      <vt:lpstr>Odznáček</vt:lpstr>
      <vt:lpstr>Chov králíků II.</vt:lpstr>
      <vt:lpstr>Opakování látky z minulé hodiny</vt:lpstr>
      <vt:lpstr>Způsoby chovu králíků</vt:lpstr>
      <vt:lpstr>Velkochov králíků</vt:lpstr>
      <vt:lpstr>Velkochov králíků – klecové technologie</vt:lpstr>
      <vt:lpstr>Prezentace aplikace PowerPoint</vt:lpstr>
      <vt:lpstr>Malochov králíků</vt:lpstr>
      <vt:lpstr>Prezentace aplikace PowerPoint</vt:lpstr>
      <vt:lpstr>Chov králíků v domácnosti</vt:lpstr>
      <vt:lpstr>Významná plemena králíků</vt:lpstr>
      <vt:lpstr>Brojlerový králík </vt:lpstr>
      <vt:lpstr>Brojlerový králík (hyla)</vt:lpstr>
      <vt:lpstr>Plemena králíků</vt:lpstr>
      <vt:lpstr>Velká plemena králíků Belgický obr (BO)</vt:lpstr>
      <vt:lpstr>Prezentace aplikace PowerPoint</vt:lpstr>
      <vt:lpstr>Velká plemena králíků Moravský modrý (Mm)</vt:lpstr>
      <vt:lpstr>střední plemena králíků kalifornský králík (kal)</vt:lpstr>
      <vt:lpstr>střední plemena králíků český strakáč (čs)</vt:lpstr>
      <vt:lpstr>Prezentace aplikace PowerPoint</vt:lpstr>
      <vt:lpstr>střední plemena králíků český luštič (čL)</vt:lpstr>
      <vt:lpstr>střední plemena králíků angora (a)</vt:lpstr>
      <vt:lpstr>malá plemena králíků holandský králík (ho)</vt:lpstr>
      <vt:lpstr>Malá plemena králíků činčila malá (čM)</vt:lpstr>
      <vt:lpstr>zakrslá plemena králíků zakrslý beran (zb)</vt:lpstr>
      <vt:lpstr>zakrslá plemena králíků zakrslý teddy (ztd)</vt:lpstr>
      <vt:lpstr>Zakrslý lvíček (a nejvíc nevděčné zvíře na světě:)</vt:lpstr>
      <vt:lpstr>Online atlas plemen králíků</vt:lpstr>
      <vt:lpstr>Opakování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Chov králíků II.</dc:title>
  <dc:creator>Bulušková Kamila</dc:creator>
  <cp:lastModifiedBy>Bulušková Kamila</cp:lastModifiedBy>
  <cp:revision>1</cp:revision>
  <dcterms:created xsi:type="dcterms:W3CDTF">2023-03-16T15:17:13Z</dcterms:created>
  <dcterms:modified xsi:type="dcterms:W3CDTF">2023-03-26T14:42:42Z</dcterms:modified>
</cp:coreProperties>
</file>