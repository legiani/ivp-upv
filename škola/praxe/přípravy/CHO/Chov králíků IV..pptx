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5FBB6C-C630-43E7-8CAC-E697BABF72F3}" v="2" dt="2023-03-21T19:46:42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-200"/>
    </p:cViewPr>
  </p:notesText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405FBB6C-C630-43E7-8CAC-E697BABF72F3}"/>
    <pc:docChg chg="undo custSel addSld modSld">
      <pc:chgData name="Bulušková Kamila" userId="b14598a1-bbdf-4794-a95a-12c2c16168d9" providerId="ADAL" clId="{405FBB6C-C630-43E7-8CAC-E697BABF72F3}" dt="2023-03-22T08:54:59.257" v="1186" actId="20577"/>
      <pc:docMkLst>
        <pc:docMk/>
      </pc:docMkLst>
      <pc:sldChg chg="modNotesTx">
        <pc:chgData name="Bulušková Kamila" userId="b14598a1-bbdf-4794-a95a-12c2c16168d9" providerId="ADAL" clId="{405FBB6C-C630-43E7-8CAC-E697BABF72F3}" dt="2023-03-22T08:54:59.257" v="1186" actId="20577"/>
        <pc:sldMkLst>
          <pc:docMk/>
          <pc:sldMk cId="2211351455" sldId="259"/>
        </pc:sldMkLst>
      </pc:sldChg>
      <pc:sldChg chg="modSp mod">
        <pc:chgData name="Bulušková Kamila" userId="b14598a1-bbdf-4794-a95a-12c2c16168d9" providerId="ADAL" clId="{405FBB6C-C630-43E7-8CAC-E697BABF72F3}" dt="2023-03-21T19:44:36.665" v="454" actId="20577"/>
        <pc:sldMkLst>
          <pc:docMk/>
          <pc:sldMk cId="4036384858" sldId="261"/>
        </pc:sldMkLst>
        <pc:spChg chg="mod">
          <ac:chgData name="Bulušková Kamila" userId="b14598a1-bbdf-4794-a95a-12c2c16168d9" providerId="ADAL" clId="{405FBB6C-C630-43E7-8CAC-E697BABF72F3}" dt="2023-03-21T19:44:36.665" v="454" actId="20577"/>
          <ac:spMkLst>
            <pc:docMk/>
            <pc:sldMk cId="4036384858" sldId="261"/>
            <ac:spMk id="3" creationId="{F531102F-9273-8445-1E43-C5FCF6632AC5}"/>
          </ac:spMkLst>
        </pc:spChg>
      </pc:sldChg>
      <pc:sldChg chg="modSp mod">
        <pc:chgData name="Bulušková Kamila" userId="b14598a1-bbdf-4794-a95a-12c2c16168d9" providerId="ADAL" clId="{405FBB6C-C630-43E7-8CAC-E697BABF72F3}" dt="2023-03-21T19:56:31.956" v="1096" actId="20577"/>
        <pc:sldMkLst>
          <pc:docMk/>
          <pc:sldMk cId="3994974961" sldId="262"/>
        </pc:sldMkLst>
        <pc:spChg chg="mod">
          <ac:chgData name="Bulušková Kamila" userId="b14598a1-bbdf-4794-a95a-12c2c16168d9" providerId="ADAL" clId="{405FBB6C-C630-43E7-8CAC-E697BABF72F3}" dt="2023-03-21T19:56:31.956" v="1096" actId="20577"/>
          <ac:spMkLst>
            <pc:docMk/>
            <pc:sldMk cId="3994974961" sldId="262"/>
            <ac:spMk id="3" creationId="{A8121DDF-404C-8A4E-A03B-750C018F4320}"/>
          </ac:spMkLst>
        </pc:spChg>
      </pc:sldChg>
      <pc:sldChg chg="addSp modSp new mod setBg">
        <pc:chgData name="Bulušková Kamila" userId="b14598a1-bbdf-4794-a95a-12c2c16168d9" providerId="ADAL" clId="{405FBB6C-C630-43E7-8CAC-E697BABF72F3}" dt="2023-03-21T19:41:04.589" v="362" actId="26606"/>
        <pc:sldMkLst>
          <pc:docMk/>
          <pc:sldMk cId="3828819504" sldId="263"/>
        </pc:sldMkLst>
        <pc:spChg chg="mod">
          <ac:chgData name="Bulušková Kamila" userId="b14598a1-bbdf-4794-a95a-12c2c16168d9" providerId="ADAL" clId="{405FBB6C-C630-43E7-8CAC-E697BABF72F3}" dt="2023-03-21T19:41:04.589" v="362" actId="26606"/>
          <ac:spMkLst>
            <pc:docMk/>
            <pc:sldMk cId="3828819504" sldId="263"/>
            <ac:spMk id="2" creationId="{E73208F6-7D8E-82DA-39BF-15851C3455A4}"/>
          </ac:spMkLst>
        </pc:spChg>
        <pc:spChg chg="mod">
          <ac:chgData name="Bulušková Kamila" userId="b14598a1-bbdf-4794-a95a-12c2c16168d9" providerId="ADAL" clId="{405FBB6C-C630-43E7-8CAC-E697BABF72F3}" dt="2023-03-21T19:41:04.589" v="362" actId="26606"/>
          <ac:spMkLst>
            <pc:docMk/>
            <pc:sldMk cId="3828819504" sldId="263"/>
            <ac:spMk id="3" creationId="{B03996F0-B675-6A23-7FC1-2005662C1EA7}"/>
          </ac:spMkLst>
        </pc:spChg>
        <pc:spChg chg="add">
          <ac:chgData name="Bulušková Kamila" userId="b14598a1-bbdf-4794-a95a-12c2c16168d9" providerId="ADAL" clId="{405FBB6C-C630-43E7-8CAC-E697BABF72F3}" dt="2023-03-21T19:41:04.589" v="362" actId="26606"/>
          <ac:spMkLst>
            <pc:docMk/>
            <pc:sldMk cId="3828819504" sldId="263"/>
            <ac:spMk id="6151" creationId="{DC52EE39-EEEF-49AA-9F99-8C3F6AA16DEB}"/>
          </ac:spMkLst>
        </pc:spChg>
        <pc:spChg chg="add">
          <ac:chgData name="Bulušková Kamila" userId="b14598a1-bbdf-4794-a95a-12c2c16168d9" providerId="ADAL" clId="{405FBB6C-C630-43E7-8CAC-E697BABF72F3}" dt="2023-03-21T19:41:04.589" v="362" actId="26606"/>
          <ac:spMkLst>
            <pc:docMk/>
            <pc:sldMk cId="3828819504" sldId="263"/>
            <ac:spMk id="6153" creationId="{A8EBF079-674B-49EB-B295-57AAB9339E65}"/>
          </ac:spMkLst>
        </pc:spChg>
        <pc:picChg chg="add mod ord">
          <ac:chgData name="Bulušková Kamila" userId="b14598a1-bbdf-4794-a95a-12c2c16168d9" providerId="ADAL" clId="{405FBB6C-C630-43E7-8CAC-E697BABF72F3}" dt="2023-03-21T19:41:04.589" v="362" actId="26606"/>
          <ac:picMkLst>
            <pc:docMk/>
            <pc:sldMk cId="3828819504" sldId="263"/>
            <ac:picMk id="6146" creationId="{2C3661B1-EC3C-6AA6-54F3-A007F8A4073D}"/>
          </ac:picMkLst>
        </pc:picChg>
      </pc:sldChg>
      <pc:sldChg chg="addSp delSp modSp new mod setBg modNotesTx">
        <pc:chgData name="Bulušková Kamila" userId="b14598a1-bbdf-4794-a95a-12c2c16168d9" providerId="ADAL" clId="{405FBB6C-C630-43E7-8CAC-E697BABF72F3}" dt="2023-03-21T19:57:01.831" v="1183" actId="20577"/>
        <pc:sldMkLst>
          <pc:docMk/>
          <pc:sldMk cId="3198618416" sldId="264"/>
        </pc:sldMkLst>
        <pc:spChg chg="mod">
          <ac:chgData name="Bulušková Kamila" userId="b14598a1-bbdf-4794-a95a-12c2c16168d9" providerId="ADAL" clId="{405FBB6C-C630-43E7-8CAC-E697BABF72F3}" dt="2023-03-21T19:47:00.963" v="472" actId="26606"/>
          <ac:spMkLst>
            <pc:docMk/>
            <pc:sldMk cId="3198618416" sldId="264"/>
            <ac:spMk id="2" creationId="{FA4A54E0-36DE-EEEA-63ED-11B83ED03AE3}"/>
          </ac:spMkLst>
        </pc:spChg>
        <pc:spChg chg="del">
          <ac:chgData name="Bulušková Kamila" userId="b14598a1-bbdf-4794-a95a-12c2c16168d9" providerId="ADAL" clId="{405FBB6C-C630-43E7-8CAC-E697BABF72F3}" dt="2023-03-21T19:45:12.405" v="456" actId="478"/>
          <ac:spMkLst>
            <pc:docMk/>
            <pc:sldMk cId="3198618416" sldId="264"/>
            <ac:spMk id="3" creationId="{47B47D6F-D118-E3E6-1FEA-960A3C2C54CE}"/>
          </ac:spMkLst>
        </pc:spChg>
        <pc:spChg chg="add del">
          <ac:chgData name="Bulušková Kamila" userId="b14598a1-bbdf-4794-a95a-12c2c16168d9" providerId="ADAL" clId="{405FBB6C-C630-43E7-8CAC-E697BABF72F3}" dt="2023-03-21T19:47:00.963" v="472" actId="26606"/>
          <ac:spMkLst>
            <pc:docMk/>
            <pc:sldMk cId="3198618416" sldId="264"/>
            <ac:spMk id="7" creationId="{7520F84D-966A-41CD-B818-16BF32EF1E9D}"/>
          </ac:spMkLst>
        </pc:spChg>
        <pc:spChg chg="add del">
          <ac:chgData name="Bulušková Kamila" userId="b14598a1-bbdf-4794-a95a-12c2c16168d9" providerId="ADAL" clId="{405FBB6C-C630-43E7-8CAC-E697BABF72F3}" dt="2023-03-21T19:45:30.999" v="467" actId="26606"/>
          <ac:spMkLst>
            <pc:docMk/>
            <pc:sldMk cId="3198618416" sldId="264"/>
            <ac:spMk id="9" creationId="{F1694136-0553-455D-A725-19D12054AB96}"/>
          </ac:spMkLst>
        </pc:spChg>
        <pc:spChg chg="add del">
          <ac:chgData name="Bulušková Kamila" userId="b14598a1-bbdf-4794-a95a-12c2c16168d9" providerId="ADAL" clId="{405FBB6C-C630-43E7-8CAC-E697BABF72F3}" dt="2023-03-21T19:45:30.999" v="467" actId="26606"/>
          <ac:spMkLst>
            <pc:docMk/>
            <pc:sldMk cId="3198618416" sldId="264"/>
            <ac:spMk id="11" creationId="{AF8DD469-D1ED-454C-B2F5-CE035903BC90}"/>
          </ac:spMkLst>
        </pc:spChg>
        <pc:spChg chg="add del">
          <ac:chgData name="Bulušková Kamila" userId="b14598a1-bbdf-4794-a95a-12c2c16168d9" providerId="ADAL" clId="{405FBB6C-C630-43E7-8CAC-E697BABF72F3}" dt="2023-03-21T19:45:30.999" v="467" actId="26606"/>
          <ac:spMkLst>
            <pc:docMk/>
            <pc:sldMk cId="3198618416" sldId="264"/>
            <ac:spMk id="13" creationId="{2B99D1F0-D1F4-4D99-81FA-F025737D3A03}"/>
          </ac:spMkLst>
        </pc:spChg>
        <pc:spChg chg="add del">
          <ac:chgData name="Bulušková Kamila" userId="b14598a1-bbdf-4794-a95a-12c2c16168d9" providerId="ADAL" clId="{405FBB6C-C630-43E7-8CAC-E697BABF72F3}" dt="2023-03-21T19:45:30.999" v="467" actId="26606"/>
          <ac:spMkLst>
            <pc:docMk/>
            <pc:sldMk cId="3198618416" sldId="264"/>
            <ac:spMk id="15" creationId="{3E32D104-BB6A-4687-BBC9-6DF01001A58A}"/>
          </ac:spMkLst>
        </pc:spChg>
        <pc:spChg chg="add del">
          <ac:chgData name="Bulušková Kamila" userId="b14598a1-bbdf-4794-a95a-12c2c16168d9" providerId="ADAL" clId="{405FBB6C-C630-43E7-8CAC-E697BABF72F3}" dt="2023-03-21T19:45:30.999" v="467" actId="26606"/>
          <ac:spMkLst>
            <pc:docMk/>
            <pc:sldMk cId="3198618416" sldId="264"/>
            <ac:spMk id="17" creationId="{767A2AD7-60CD-43CC-85A6-2743892E4795}"/>
          </ac:spMkLst>
        </pc:spChg>
        <pc:spChg chg="add del">
          <ac:chgData name="Bulušková Kamila" userId="b14598a1-bbdf-4794-a95a-12c2c16168d9" providerId="ADAL" clId="{405FBB6C-C630-43E7-8CAC-E697BABF72F3}" dt="2023-03-21T19:47:00.963" v="472" actId="26606"/>
          <ac:spMkLst>
            <pc:docMk/>
            <pc:sldMk cId="3198618416" sldId="264"/>
            <ac:spMk id="19" creationId="{57510D23-E323-4577-A8EA-12C6C6019BA1}"/>
          </ac:spMkLst>
        </pc:spChg>
        <pc:spChg chg="add del">
          <ac:chgData name="Bulušková Kamila" userId="b14598a1-bbdf-4794-a95a-12c2c16168d9" providerId="ADAL" clId="{405FBB6C-C630-43E7-8CAC-E697BABF72F3}" dt="2023-03-21T19:47:00.963" v="472" actId="26606"/>
          <ac:spMkLst>
            <pc:docMk/>
            <pc:sldMk cId="3198618416" sldId="264"/>
            <ac:spMk id="20" creationId="{AB4FFECA-0832-4FE3-B587-054A0F2D8054}"/>
          </ac:spMkLst>
        </pc:spChg>
        <pc:spChg chg="add del">
          <ac:chgData name="Bulušková Kamila" userId="b14598a1-bbdf-4794-a95a-12c2c16168d9" providerId="ADAL" clId="{405FBB6C-C630-43E7-8CAC-E697BABF72F3}" dt="2023-03-21T19:47:00.963" v="472" actId="26606"/>
          <ac:spMkLst>
            <pc:docMk/>
            <pc:sldMk cId="3198618416" sldId="264"/>
            <ac:spMk id="21" creationId="{C65858E6-5C0F-4AAE-A1AC-29BA07FFEE5C}"/>
          </ac:spMkLst>
        </pc:spChg>
        <pc:spChg chg="add del">
          <ac:chgData name="Bulušková Kamila" userId="b14598a1-bbdf-4794-a95a-12c2c16168d9" providerId="ADAL" clId="{405FBB6C-C630-43E7-8CAC-E697BABF72F3}" dt="2023-03-21T19:47:00.928" v="471" actId="26606"/>
          <ac:spMkLst>
            <pc:docMk/>
            <pc:sldMk cId="3198618416" sldId="264"/>
            <ac:spMk id="7175" creationId="{F1694136-0553-455D-A725-19D12054AB96}"/>
          </ac:spMkLst>
        </pc:spChg>
        <pc:spChg chg="add del">
          <ac:chgData name="Bulušková Kamila" userId="b14598a1-bbdf-4794-a95a-12c2c16168d9" providerId="ADAL" clId="{405FBB6C-C630-43E7-8CAC-E697BABF72F3}" dt="2023-03-21T19:47:00.928" v="471" actId="26606"/>
          <ac:spMkLst>
            <pc:docMk/>
            <pc:sldMk cId="3198618416" sldId="264"/>
            <ac:spMk id="7177" creationId="{AF8DD469-D1ED-454C-B2F5-CE035903BC90}"/>
          </ac:spMkLst>
        </pc:spChg>
        <pc:spChg chg="add del">
          <ac:chgData name="Bulušková Kamila" userId="b14598a1-bbdf-4794-a95a-12c2c16168d9" providerId="ADAL" clId="{405FBB6C-C630-43E7-8CAC-E697BABF72F3}" dt="2023-03-21T19:47:00.928" v="471" actId="26606"/>
          <ac:spMkLst>
            <pc:docMk/>
            <pc:sldMk cId="3198618416" sldId="264"/>
            <ac:spMk id="7179" creationId="{05A0BCE3-5897-45E4-A5B5-42F88EF03C22}"/>
          </ac:spMkLst>
        </pc:spChg>
        <pc:spChg chg="add del">
          <ac:chgData name="Bulušková Kamila" userId="b14598a1-bbdf-4794-a95a-12c2c16168d9" providerId="ADAL" clId="{405FBB6C-C630-43E7-8CAC-E697BABF72F3}" dt="2023-03-21T19:47:00.928" v="471" actId="26606"/>
          <ac:spMkLst>
            <pc:docMk/>
            <pc:sldMk cId="3198618416" sldId="264"/>
            <ac:spMk id="7181" creationId="{850910D7-C866-49DA-A742-C0685FE3D240}"/>
          </ac:spMkLst>
        </pc:spChg>
        <pc:spChg chg="add">
          <ac:chgData name="Bulušková Kamila" userId="b14598a1-bbdf-4794-a95a-12c2c16168d9" providerId="ADAL" clId="{405FBB6C-C630-43E7-8CAC-E697BABF72F3}" dt="2023-03-21T19:47:00.963" v="472" actId="26606"/>
          <ac:spMkLst>
            <pc:docMk/>
            <pc:sldMk cId="3198618416" sldId="264"/>
            <ac:spMk id="7183" creationId="{84AE5D0E-7C70-4DB4-96F7-F078481506A6}"/>
          </ac:spMkLst>
        </pc:spChg>
        <pc:spChg chg="add">
          <ac:chgData name="Bulušková Kamila" userId="b14598a1-bbdf-4794-a95a-12c2c16168d9" providerId="ADAL" clId="{405FBB6C-C630-43E7-8CAC-E697BABF72F3}" dt="2023-03-21T19:47:00.963" v="472" actId="26606"/>
          <ac:spMkLst>
            <pc:docMk/>
            <pc:sldMk cId="3198618416" sldId="264"/>
            <ac:spMk id="7184" creationId="{EBF1E1B7-3DE3-4255-89E2-E2726F2BB255}"/>
          </ac:spMkLst>
        </pc:spChg>
        <pc:spChg chg="add">
          <ac:chgData name="Bulušková Kamila" userId="b14598a1-bbdf-4794-a95a-12c2c16168d9" providerId="ADAL" clId="{405FBB6C-C630-43E7-8CAC-E697BABF72F3}" dt="2023-03-21T19:47:00.963" v="472" actId="26606"/>
          <ac:spMkLst>
            <pc:docMk/>
            <pc:sldMk cId="3198618416" sldId="264"/>
            <ac:spMk id="7185" creationId="{75E81CEE-093A-4825-94F3-1E16756683E8}"/>
          </ac:spMkLst>
        </pc:spChg>
        <pc:spChg chg="add">
          <ac:chgData name="Bulušková Kamila" userId="b14598a1-bbdf-4794-a95a-12c2c16168d9" providerId="ADAL" clId="{405FBB6C-C630-43E7-8CAC-E697BABF72F3}" dt="2023-03-21T19:47:00.963" v="472" actId="26606"/>
          <ac:spMkLst>
            <pc:docMk/>
            <pc:sldMk cId="3198618416" sldId="264"/>
            <ac:spMk id="7186" creationId="{98AE4C94-8C92-4488-9CE6-728DFAE9BE69}"/>
          </ac:spMkLst>
        </pc:spChg>
        <pc:spChg chg="add">
          <ac:chgData name="Bulušková Kamila" userId="b14598a1-bbdf-4794-a95a-12c2c16168d9" providerId="ADAL" clId="{405FBB6C-C630-43E7-8CAC-E697BABF72F3}" dt="2023-03-21T19:47:00.963" v="472" actId="26606"/>
          <ac:spMkLst>
            <pc:docMk/>
            <pc:sldMk cId="3198618416" sldId="264"/>
            <ac:spMk id="7187" creationId="{A7DD34E2-E9CE-4513-8A28-E792C3CB377D}"/>
          </ac:spMkLst>
        </pc:spChg>
        <pc:picChg chg="add del">
          <ac:chgData name="Bulušková Kamila" userId="b14598a1-bbdf-4794-a95a-12c2c16168d9" providerId="ADAL" clId="{405FBB6C-C630-43E7-8CAC-E697BABF72F3}" dt="2023-03-21T19:45:30.999" v="467" actId="26606"/>
          <ac:picMkLst>
            <pc:docMk/>
            <pc:sldMk cId="3198618416" sldId="264"/>
            <ac:picMk id="6" creationId="{E3D6C2A9-49F7-0ECB-A3C2-F2BA91F6E9E7}"/>
          </ac:picMkLst>
        </pc:picChg>
        <pc:picChg chg="add mod">
          <ac:chgData name="Bulušková Kamila" userId="b14598a1-bbdf-4794-a95a-12c2c16168d9" providerId="ADAL" clId="{405FBB6C-C630-43E7-8CAC-E697BABF72F3}" dt="2023-03-21T19:47:00.963" v="472" actId="26606"/>
          <ac:picMkLst>
            <pc:docMk/>
            <pc:sldMk cId="3198618416" sldId="264"/>
            <ac:picMk id="7170" creationId="{5C1F6DE1-CFF2-3D17-140E-52749B407A3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4C7382-4D54-4079-BDFE-16B0E2330864}" type="datetimeFigureOut">
              <a:rPr lang="cs-CZ" smtClean="0"/>
              <a:t>21.03.2023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A8632-8CBF-42B1-936E-B986440BB6B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442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 dlouho trvá březost králice? (31 dní)</a:t>
            </a:r>
            <a:endParaRPr lang="cs-CZ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Jací králíci jsou povinně označováni? (čistokrevný registrovaný chov)</a:t>
            </a:r>
            <a:endParaRPr lang="cs-CZ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 jakém věku králíci dosahují chovatelské dospělosti? (cca 6 měsíců)</a:t>
            </a:r>
            <a:endParaRPr lang="cs-CZ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Při individuální přirozené plemenitbě se dává samec k samici do kotce anebo naopak? (samice k samci)</a:t>
            </a:r>
            <a:endParaRPr lang="cs-CZ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Jeden samec v malochovu stačí na kolik samic? (8-15)</a:t>
            </a:r>
            <a:endParaRPr lang="cs-CZ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jsou nevýhody skupinové plemenitby králíků? (vyčerpání samce, neznáme přesný datum porodu)</a:t>
            </a:r>
            <a:endParaRPr lang="cs-CZ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 jakých chovech se prování inseminace králíků? (velkochovy nad 100 samic)</a:t>
            </a:r>
            <a:endParaRPr lang="cs-CZ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jsou příznaky březosti? (větší žravost, palpace (od 12. dne), vytrhávání srsti před porodem, stavění hnízda)</a:t>
            </a:r>
            <a:endParaRPr lang="cs-CZ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 jakém věku mláďata odstavujeme? (brojleři 28-32 dnů, malochov 42-56 dnů)</a:t>
            </a:r>
            <a:endParaRPr lang="cs-CZ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A8632-8CBF-42B1-936E-B986440BB6B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856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Nepřežvýkavý býložravec – obdobně jako kůň.</a:t>
            </a:r>
          </a:p>
          <a:p>
            <a:r>
              <a:rPr lang="cs-CZ" dirty="0"/>
              <a:t>Objemné krmivo – krmiva s malou koncentrací živin (pícniny – zelená píce, jeteloviny, traviny, seno, sláma)</a:t>
            </a:r>
          </a:p>
          <a:p>
            <a:r>
              <a:rPr lang="cs-CZ" dirty="0"/>
              <a:t>Pro zachování správných životních funkcí je nezbytný nepřetržitý přísun objemného krmiva</a:t>
            </a:r>
          </a:p>
          <a:p>
            <a:r>
              <a:rPr lang="cs-CZ" dirty="0"/>
              <a:t>Jícen ústí do žaludku šikmo – králík není schopen zvracet</a:t>
            </a:r>
          </a:p>
          <a:p>
            <a:r>
              <a:rPr lang="cs-CZ" dirty="0"/>
              <a:t>Vlákninu králíci tráví díky střevní mikroflóře (tvořena bakteriemi, kvasinkami)</a:t>
            </a:r>
          </a:p>
          <a:p>
            <a:r>
              <a:rPr lang="cs-CZ" dirty="0"/>
              <a:t>Nedokonalé trávení – množství živin by bylo vyloučeno bez možnosti strávení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A8632-8CBF-42B1-936E-B986440BB6B2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966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Měkké bobky: obsahují množství mikrobiálního proteinu a také vitamínů B a K – </a:t>
            </a:r>
            <a:r>
              <a:rPr lang="cs-CZ" b="1" dirty="0"/>
              <a:t>lepší zužitkování přijaté živiny</a:t>
            </a:r>
          </a:p>
          <a:p>
            <a:r>
              <a:rPr lang="cs-CZ" dirty="0"/>
              <a:t> chovatel je zpravidla nevidí, mnohdy ani neví o tom, že je jejich králík vytváří, neboť jsou produkovány hlavně v noci a králík je okamžitě požírá (přímo z konečníku).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A8632-8CBF-42B1-936E-B986440BB6B2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5503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Ad </a:t>
            </a:r>
            <a:r>
              <a:rPr lang="cs-CZ" dirty="0" err="1"/>
              <a:t>libitum</a:t>
            </a:r>
            <a:r>
              <a:rPr lang="cs-CZ" dirty="0"/>
              <a:t> – s výjimkami chovných zvířat, kde se uplatňuje restrikce kvůli možnému přetučnění </a:t>
            </a:r>
          </a:p>
          <a:p>
            <a:r>
              <a:rPr lang="cs-CZ" dirty="0"/>
              <a:t>KKS je celá řada</a:t>
            </a:r>
          </a:p>
          <a:p>
            <a:r>
              <a:rPr lang="cs-CZ" dirty="0"/>
              <a:t>Do některých směsí jsou přidávána léčiva proti kokcidióze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A8632-8CBF-42B1-936E-B986440BB6B2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3993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Seno je významnou složkou i kvůli okusu – řezáky neustále dorůstají</a:t>
            </a:r>
          </a:p>
          <a:p>
            <a:r>
              <a:rPr lang="cs-CZ" dirty="0"/>
              <a:t>Ovoce a zelenina – vysoký obsah cukru</a:t>
            </a:r>
          </a:p>
          <a:p>
            <a:r>
              <a:rPr lang="cs-CZ" dirty="0"/>
              <a:t>Z ovoce: jablka, hrušky, meloun, borůvky, banán…</a:t>
            </a:r>
          </a:p>
          <a:p>
            <a:r>
              <a:rPr lang="cs-CZ" dirty="0"/>
              <a:t>Ze zeleniny: mrkev, salát, listová zelenina, petržel…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A8632-8CBF-42B1-936E-B986440BB6B2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4571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 jaké kategorie z hlediska příjmu potravy se řadí králík domácí? (nepřežvýkavý býložravec)</a:t>
            </a:r>
          </a:p>
          <a:p>
            <a:r>
              <a:rPr lang="cs-CZ" dirty="0"/>
              <a:t>Co je to </a:t>
            </a:r>
            <a:r>
              <a:rPr lang="cs-CZ" dirty="0" err="1"/>
              <a:t>cékotrofie</a:t>
            </a:r>
            <a:r>
              <a:rPr lang="cs-CZ" dirty="0"/>
              <a:t>? (požírání měkkých bobků, bohatých na bílkoviny a vitamíny B a K)</a:t>
            </a:r>
          </a:p>
          <a:p>
            <a:r>
              <a:rPr lang="cs-CZ" dirty="0"/>
              <a:t>K čemu králíků </a:t>
            </a:r>
            <a:r>
              <a:rPr lang="cs-CZ" dirty="0" err="1"/>
              <a:t>cékotrofie</a:t>
            </a:r>
            <a:r>
              <a:rPr lang="cs-CZ" dirty="0"/>
              <a:t> slouží? (k </a:t>
            </a:r>
            <a:r>
              <a:rPr lang="cs-CZ" dirty="0" err="1"/>
              <a:t>znovustrávení</a:t>
            </a:r>
            <a:r>
              <a:rPr lang="cs-CZ" dirty="0"/>
              <a:t> nevyužitých živin, které by jinak z těla odešly)</a:t>
            </a:r>
          </a:p>
          <a:p>
            <a:r>
              <a:rPr lang="cs-CZ" dirty="0"/>
              <a:t>Jakým způsobem se krmí králíci ve velkochovech? (KKS, automatická krmítka)</a:t>
            </a:r>
          </a:p>
          <a:p>
            <a:r>
              <a:rPr lang="cs-CZ" dirty="0"/>
              <a:t>Co je pro králíka v malochovu nejdůležitější složkou krmení? (objemná krmiva – píce, seno)</a:t>
            </a:r>
          </a:p>
          <a:p>
            <a:r>
              <a:rPr lang="cs-CZ" dirty="0"/>
              <a:t>Co se králíkům nekrmí? (brambory, kukuřice – moc škrobu, nadýmavá zelenina, příliš cukernaté ovoce, ořechy, mléčné výrobky)</a:t>
            </a:r>
          </a:p>
          <a:p>
            <a:r>
              <a:rPr lang="cs-CZ" dirty="0"/>
              <a:t>Jak vypadají bobky zdravého králíka? (pravidelný tvar a velikost, suché, drolivé)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A8632-8CBF-42B1-936E-B986440BB6B2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8869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8E222B-6EAB-C29C-45B7-D51593C35D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Chov králíků IV.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537BC75-A0CF-62C9-626E-A7EC5487E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Chov zvířat</a:t>
            </a:r>
          </a:p>
          <a:p>
            <a:r>
              <a:rPr lang="cs-CZ" dirty="0"/>
              <a:t>Kamila </a:t>
            </a:r>
            <a:r>
              <a:rPr lang="cs-CZ" dirty="0" err="1"/>
              <a:t>bulušková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2612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7520F84D-966A-41CD-B818-16BF32EF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10D23-E323-4577-A8EA-12C6C601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745E807-35CB-F8F8-BFA8-BE195EA68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spc="800">
                <a:solidFill>
                  <a:schemeClr val="tx2"/>
                </a:solidFill>
              </a:rPr>
              <a:t>Opakování látky z minulé hodiny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95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int page">
            <a:extLst>
              <a:ext uri="{FF2B5EF4-FFF2-40B4-BE49-F238E27FC236}">
                <a16:creationId xmlns:a16="http://schemas.microsoft.com/office/drawing/2014/main" id="{D6327C33-65A7-87E3-DA75-482A8A3D59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75"/>
          <a:stretch/>
        </p:blipFill>
        <p:spPr bwMode="auto">
          <a:xfrm>
            <a:off x="7338646" y="10"/>
            <a:ext cx="485335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Freeform 10">
            <a:extLst>
              <a:ext uri="{FF2B5EF4-FFF2-40B4-BE49-F238E27FC236}">
                <a16:creationId xmlns:a16="http://schemas.microsoft.com/office/drawing/2014/main" id="{DC52EE39-EEEF-49AA-9F99-8C3F6AA1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A9E7C05-034A-2D9C-E914-67B8E165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382385"/>
            <a:ext cx="6015897" cy="1492132"/>
          </a:xfrm>
        </p:spPr>
        <p:txBody>
          <a:bodyPr>
            <a:normAutofit/>
          </a:bodyPr>
          <a:lstStyle/>
          <a:p>
            <a:r>
              <a:rPr lang="cs-CZ" dirty="0"/>
              <a:t>Fyziologie trávení králíků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8EBF079-674B-49EB-B295-57AAB9339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331439-24B9-F218-4080-EF2F358E2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286001"/>
            <a:ext cx="6573595" cy="4351105"/>
          </a:xfrm>
        </p:spPr>
        <p:txBody>
          <a:bodyPr>
            <a:normAutofit/>
          </a:bodyPr>
          <a:lstStyle/>
          <a:p>
            <a:r>
              <a:rPr lang="cs-CZ" dirty="0"/>
              <a:t>Králík je </a:t>
            </a:r>
            <a:r>
              <a:rPr lang="cs-CZ" u="sng" dirty="0"/>
              <a:t>nepřežvýkavý býložravec</a:t>
            </a:r>
          </a:p>
          <a:p>
            <a:r>
              <a:rPr lang="cs-CZ" dirty="0"/>
              <a:t>Přizpůsoben k příjmu chudého, objemného krmiva s dostatkem vlákniny</a:t>
            </a:r>
          </a:p>
          <a:p>
            <a:r>
              <a:rPr lang="cs-CZ" u="sng" dirty="0"/>
              <a:t>Neustálý přísun krmiva</a:t>
            </a:r>
          </a:p>
          <a:p>
            <a:r>
              <a:rPr lang="cs-CZ" dirty="0"/>
              <a:t>Po prožvýkání a proslinění se krmivo dostává jícnem do jednokomorového žaludku</a:t>
            </a:r>
          </a:p>
          <a:p>
            <a:r>
              <a:rPr lang="cs-CZ" dirty="0"/>
              <a:t>Dále je potrava zpracovávána v tenkém střevě (cca 1,5 m), kde jsou tráveny bílkoviny a sacharidy</a:t>
            </a:r>
          </a:p>
          <a:p>
            <a:r>
              <a:rPr lang="cs-CZ" dirty="0"/>
              <a:t>Po zpracování v tenkém střevě dále putuje do tlustého střeva (1,2 m), kde je trávena vláknina</a:t>
            </a:r>
          </a:p>
          <a:p>
            <a:r>
              <a:rPr lang="cs-CZ" u="sng" dirty="0"/>
              <a:t>Nedokonalé trávení</a:t>
            </a:r>
          </a:p>
        </p:txBody>
      </p:sp>
    </p:spTree>
    <p:extLst>
      <p:ext uri="{BB962C8B-B14F-4D97-AF65-F5344CB8AC3E}">
        <p14:creationId xmlns:p14="http://schemas.microsoft.com/office/powerpoint/2010/main" val="409847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Krmíte správně Vašeho PET králíčka? - VášChovatel.cz">
            <a:extLst>
              <a:ext uri="{FF2B5EF4-FFF2-40B4-BE49-F238E27FC236}">
                <a16:creationId xmlns:a16="http://schemas.microsoft.com/office/drawing/2014/main" id="{A716D949-6C68-A9F9-CBC4-1886400FF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8997" y="2382772"/>
            <a:ext cx="6610470" cy="294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DEC0458-2E70-EDA1-64AA-E743811A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9803316" cy="1320855"/>
          </a:xfrm>
        </p:spPr>
        <p:txBody>
          <a:bodyPr>
            <a:noAutofit/>
          </a:bodyPr>
          <a:lstStyle/>
          <a:p>
            <a:r>
              <a:rPr lang="cs-CZ" dirty="0"/>
              <a:t>Fyziologie trávení - </a:t>
            </a:r>
            <a:r>
              <a:rPr lang="cs-CZ" dirty="0" err="1"/>
              <a:t>cékotrofie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FA50C6-518D-1663-F4B5-F33EA2C7E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dirty="0">
                <a:solidFill>
                  <a:srgbClr val="000000"/>
                </a:solidFill>
              </a:rPr>
              <a:t>Významnou částí tlustého střeva králíka je </a:t>
            </a:r>
            <a:r>
              <a:rPr lang="cs-CZ" u="sng" dirty="0">
                <a:solidFill>
                  <a:srgbClr val="000000"/>
                </a:solidFill>
              </a:rPr>
              <a:t>slepé střevo </a:t>
            </a:r>
            <a:r>
              <a:rPr lang="cs-CZ" dirty="0">
                <a:solidFill>
                  <a:srgbClr val="000000"/>
                </a:solidFill>
              </a:rPr>
              <a:t>(40 cm)</a:t>
            </a:r>
          </a:p>
          <a:p>
            <a:pPr>
              <a:lnSpc>
                <a:spcPct val="100000"/>
              </a:lnSpc>
            </a:pPr>
            <a:r>
              <a:rPr lang="cs-CZ" dirty="0">
                <a:solidFill>
                  <a:srgbClr val="000000"/>
                </a:solidFill>
              </a:rPr>
              <a:t>Ve slepém střevě (</a:t>
            </a:r>
            <a:r>
              <a:rPr lang="cs-CZ" i="1" dirty="0">
                <a:solidFill>
                  <a:srgbClr val="000000"/>
                </a:solidFill>
              </a:rPr>
              <a:t>cékum</a:t>
            </a:r>
            <a:r>
              <a:rPr lang="cs-CZ" dirty="0">
                <a:solidFill>
                  <a:srgbClr val="000000"/>
                </a:solidFill>
              </a:rPr>
              <a:t>) dochází k tvorbě </a:t>
            </a:r>
            <a:r>
              <a:rPr lang="cs-CZ" b="1" dirty="0">
                <a:solidFill>
                  <a:srgbClr val="000000"/>
                </a:solidFill>
              </a:rPr>
              <a:t>dvou druhů trusu</a:t>
            </a:r>
          </a:p>
          <a:p>
            <a:pPr lvl="1">
              <a:lnSpc>
                <a:spcPct val="100000"/>
              </a:lnSpc>
            </a:pPr>
            <a:r>
              <a:rPr lang="cs-CZ" b="1" dirty="0">
                <a:solidFill>
                  <a:srgbClr val="000000"/>
                </a:solidFill>
              </a:rPr>
              <a:t>Tvrdé kulaté bobky</a:t>
            </a:r>
          </a:p>
          <a:p>
            <a:pPr lvl="1">
              <a:lnSpc>
                <a:spcPct val="100000"/>
              </a:lnSpc>
            </a:pPr>
            <a:r>
              <a:rPr lang="cs-CZ" b="1" dirty="0">
                <a:solidFill>
                  <a:srgbClr val="000000"/>
                </a:solidFill>
              </a:rPr>
              <a:t>Měkké bobky </a:t>
            </a:r>
            <a:r>
              <a:rPr lang="cs-CZ" i="1" dirty="0">
                <a:solidFill>
                  <a:srgbClr val="000000"/>
                </a:solidFill>
              </a:rPr>
              <a:t>(</a:t>
            </a:r>
            <a:r>
              <a:rPr lang="cs-CZ" i="1" dirty="0" err="1">
                <a:solidFill>
                  <a:srgbClr val="000000"/>
                </a:solidFill>
              </a:rPr>
              <a:t>cékotrofy</a:t>
            </a:r>
            <a:r>
              <a:rPr lang="cs-CZ" i="1" dirty="0"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cs-CZ" dirty="0">
                <a:solidFill>
                  <a:srgbClr val="000000"/>
                </a:solidFill>
              </a:rPr>
              <a:t>Měkké bobky obsahují množství proteinu a vitamínů B a K</a:t>
            </a:r>
          </a:p>
          <a:p>
            <a:pPr>
              <a:lnSpc>
                <a:spcPct val="100000"/>
              </a:lnSpc>
            </a:pPr>
            <a:r>
              <a:rPr lang="cs-CZ" dirty="0">
                <a:solidFill>
                  <a:srgbClr val="000000"/>
                </a:solidFill>
              </a:rPr>
              <a:t>Králici je požírají (přímo z konečníku) a přijaté živiny tak lépe zužitkují</a:t>
            </a:r>
          </a:p>
        </p:txBody>
      </p:sp>
    </p:spTree>
    <p:extLst>
      <p:ext uri="{BB962C8B-B14F-4D97-AF65-F5344CB8AC3E}">
        <p14:creationId xmlns:p14="http://schemas.microsoft.com/office/powerpoint/2010/main" val="221135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Králík domácí - základní informace :: mlvet.cz | Veterinární ambulance Praha">
            <a:extLst>
              <a:ext uri="{FF2B5EF4-FFF2-40B4-BE49-F238E27FC236}">
                <a16:creationId xmlns:a16="http://schemas.microsoft.com/office/drawing/2014/main" id="{2C3661B1-EC3C-6AA6-54F3-A007F8A40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4" r="38539"/>
          <a:stretch/>
        </p:blipFill>
        <p:spPr bwMode="auto">
          <a:xfrm>
            <a:off x="7338646" y="10"/>
            <a:ext cx="485335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1" name="Freeform 10">
            <a:extLst>
              <a:ext uri="{FF2B5EF4-FFF2-40B4-BE49-F238E27FC236}">
                <a16:creationId xmlns:a16="http://schemas.microsoft.com/office/drawing/2014/main" id="{DC52EE39-EEEF-49AA-9F99-8C3F6AA1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73208F6-7D8E-82DA-39BF-15851C345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382385"/>
            <a:ext cx="6015897" cy="1492132"/>
          </a:xfrm>
        </p:spPr>
        <p:txBody>
          <a:bodyPr>
            <a:normAutofit/>
          </a:bodyPr>
          <a:lstStyle/>
          <a:p>
            <a:r>
              <a:rPr lang="cs-CZ" dirty="0"/>
              <a:t>Výživa a krmení králíků</a:t>
            </a:r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A8EBF079-674B-49EB-B295-57AAB9339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3996F0-B675-6A23-7FC1-2005662C1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286001"/>
            <a:ext cx="6015897" cy="3593591"/>
          </a:xfrm>
        </p:spPr>
        <p:txBody>
          <a:bodyPr>
            <a:normAutofit/>
          </a:bodyPr>
          <a:lstStyle/>
          <a:p>
            <a:r>
              <a:rPr lang="cs-CZ" dirty="0"/>
              <a:t>Krmná dávka je sestavena s ohledem na hmotnost, stáří, pohlaví a cíl chovu</a:t>
            </a:r>
          </a:p>
          <a:p>
            <a:r>
              <a:rPr lang="cs-CZ" dirty="0"/>
              <a:t>Výživa ovlivňuje úspěšnost chovu – působí na zdraví, reprodukční schopnost a výrobu jednotlivých produktů, které lze chovem králíků získat</a:t>
            </a:r>
          </a:p>
          <a:p>
            <a:r>
              <a:rPr lang="cs-CZ" dirty="0"/>
              <a:t>Výživa a krmení ovlivňuje ekonomickou stránku chovu – náklady na krmivo tvoří 60-70 % celkových nákladů na produkci</a:t>
            </a:r>
          </a:p>
        </p:txBody>
      </p:sp>
    </p:spTree>
    <p:extLst>
      <p:ext uri="{BB962C8B-B14F-4D97-AF65-F5344CB8AC3E}">
        <p14:creationId xmlns:p14="http://schemas.microsoft.com/office/powerpoint/2010/main" val="382881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E0C2BD-D638-B781-69ED-55D78DEF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Krmení králíků ve velkochovu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416EB4-689A-03F4-595C-E7AFC7BAA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Využití kompletních krmných směsí</a:t>
            </a:r>
          </a:p>
          <a:p>
            <a:pPr lvl="1"/>
            <a:r>
              <a:rPr lang="cs-CZ" dirty="0"/>
              <a:t>KKS pro mladé králíky (od začátku příjmu krmiva do 6 týdnů po odstavu)</a:t>
            </a:r>
          </a:p>
          <a:p>
            <a:pPr lvl="1"/>
            <a:r>
              <a:rPr lang="cs-CZ" dirty="0"/>
              <a:t>KKS pro březí a kojící samice</a:t>
            </a:r>
          </a:p>
          <a:p>
            <a:pPr lvl="1"/>
            <a:r>
              <a:rPr lang="cs-CZ" dirty="0"/>
              <a:t>KKS pro výkrm</a:t>
            </a:r>
          </a:p>
          <a:p>
            <a:pPr lvl="1"/>
            <a:r>
              <a:rPr lang="cs-CZ" dirty="0"/>
              <a:t>KKS pro výstavní králíky</a:t>
            </a:r>
          </a:p>
          <a:p>
            <a:pPr lvl="1"/>
            <a:endParaRPr lang="cs-CZ" dirty="0"/>
          </a:p>
          <a:p>
            <a:r>
              <a:rPr lang="cs-CZ" u="sng" dirty="0"/>
              <a:t>Vždy musí být ke krmivu k dispozici také čistá pitná voda!</a:t>
            </a:r>
          </a:p>
          <a:p>
            <a:endParaRPr lang="cs-CZ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B89F50F-71F5-520C-96E5-4FF539508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846" y="3708971"/>
            <a:ext cx="3377715" cy="225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050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otografie směsi. Zrniny a semínka pro králíky, 1 kg, kompletní krmivo pro králíky. ">
            <a:extLst>
              <a:ext uri="{FF2B5EF4-FFF2-40B4-BE49-F238E27FC236}">
                <a16:creationId xmlns:a16="http://schemas.microsoft.com/office/drawing/2014/main" id="{B70C39B7-9ABA-3AAC-C229-E623A7B95F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20" r="27517" b="-1"/>
          <a:stretch/>
        </p:blipFill>
        <p:spPr bwMode="auto">
          <a:xfrm>
            <a:off x="7338646" y="10"/>
            <a:ext cx="485335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3" name="Freeform 10">
            <a:extLst>
              <a:ext uri="{FF2B5EF4-FFF2-40B4-BE49-F238E27FC236}">
                <a16:creationId xmlns:a16="http://schemas.microsoft.com/office/drawing/2014/main" id="{DC52EE39-EEEF-49AA-9F99-8C3F6AA1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E5FBB73-3621-42CE-78B5-712E864F2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331014"/>
            <a:ext cx="6015897" cy="1492132"/>
          </a:xfrm>
        </p:spPr>
        <p:txBody>
          <a:bodyPr>
            <a:normAutofit/>
          </a:bodyPr>
          <a:lstStyle/>
          <a:p>
            <a:r>
              <a:rPr lang="cs-CZ"/>
              <a:t>Krmení králíků v malochovech</a:t>
            </a:r>
            <a:endParaRPr lang="cs-CZ" dirty="0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A8EBF079-674B-49EB-B295-57AAB9339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31102F-9273-8445-1E43-C5FCF6632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286001"/>
            <a:ext cx="6015897" cy="3593591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Lze též využít KKS</a:t>
            </a:r>
          </a:p>
          <a:p>
            <a:r>
              <a:rPr lang="cs-CZ" dirty="0"/>
              <a:t>Základem krmné dávky je </a:t>
            </a:r>
            <a:r>
              <a:rPr lang="cs-CZ" u="sng" dirty="0"/>
              <a:t>objemné krmivo </a:t>
            </a:r>
            <a:r>
              <a:rPr lang="cs-CZ" dirty="0"/>
              <a:t>– nejčastěji seno, zelená píce</a:t>
            </a:r>
          </a:p>
          <a:p>
            <a:r>
              <a:rPr lang="cs-CZ" dirty="0"/>
              <a:t>Granulované krmivo</a:t>
            </a:r>
          </a:p>
          <a:p>
            <a:r>
              <a:rPr lang="cs-CZ" dirty="0"/>
              <a:t>Jadrná krmiva (zrniny)</a:t>
            </a:r>
          </a:p>
          <a:p>
            <a:r>
              <a:rPr lang="cs-CZ" dirty="0"/>
              <a:t>Minerální látky a vitamíny</a:t>
            </a:r>
          </a:p>
          <a:p>
            <a:r>
              <a:rPr lang="cs-CZ" dirty="0"/>
              <a:t>Ovoce a zelenina – příležitostně!</a:t>
            </a:r>
          </a:p>
          <a:p>
            <a:endParaRPr lang="cs-CZ" dirty="0"/>
          </a:p>
          <a:p>
            <a:r>
              <a:rPr lang="cs-CZ" u="sng" dirty="0"/>
              <a:t>Co nekrmit</a:t>
            </a:r>
            <a:r>
              <a:rPr lang="cs-CZ" dirty="0"/>
              <a:t>: ořechy, brambory, nadýmavá zelenina, kukuřice, mléčné výrobky</a:t>
            </a:r>
          </a:p>
          <a:p>
            <a:endParaRPr lang="cs-CZ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55C1751B-5FF3-ABBF-6D1D-E5E3193B8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948" y="3018033"/>
            <a:ext cx="2878549" cy="308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384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0328B872-011F-FDD5-9127-7EE44275E8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6" r="26367"/>
          <a:stretch/>
        </p:blipFill>
        <p:spPr bwMode="auto">
          <a:xfrm>
            <a:off x="7338646" y="10"/>
            <a:ext cx="485335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7" name="Freeform 10">
            <a:extLst>
              <a:ext uri="{FF2B5EF4-FFF2-40B4-BE49-F238E27FC236}">
                <a16:creationId xmlns:a16="http://schemas.microsoft.com/office/drawing/2014/main" id="{DC52EE39-EEEF-49AA-9F99-8C3F6AA1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3EB7DCD-5F86-B1C9-EE1D-8627092C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382385"/>
            <a:ext cx="6015897" cy="1492132"/>
          </a:xfrm>
        </p:spPr>
        <p:txBody>
          <a:bodyPr>
            <a:normAutofit/>
          </a:bodyPr>
          <a:lstStyle/>
          <a:p>
            <a:r>
              <a:rPr lang="cs-CZ" dirty="0"/>
              <a:t>Výsledek krmení</a:t>
            </a: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A8EBF079-674B-49EB-B295-57AAB9339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121DDF-404C-8A4E-A03B-750C018F4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286001"/>
            <a:ext cx="6015897" cy="3593591"/>
          </a:xfrm>
        </p:spPr>
        <p:txBody>
          <a:bodyPr>
            <a:normAutofit/>
          </a:bodyPr>
          <a:lstStyle/>
          <a:p>
            <a:r>
              <a:rPr lang="cs-CZ" dirty="0"/>
              <a:t>Ke kontrole zdravotního stavu slouží kontrola trusu</a:t>
            </a:r>
          </a:p>
          <a:p>
            <a:r>
              <a:rPr lang="cs-CZ" dirty="0"/>
              <a:t>Výkaly dobře živeného králíka by měly být pravidelné velikosti a struktury</a:t>
            </a:r>
          </a:p>
          <a:p>
            <a:r>
              <a:rPr lang="cs-CZ" dirty="0"/>
              <a:t>Pokud jsou bobky malé či nepravidelné, jedná se o nezdravého králíka se zpomaleným zažíváním či vystresované zvíře</a:t>
            </a:r>
          </a:p>
        </p:txBody>
      </p:sp>
    </p:spTree>
    <p:extLst>
      <p:ext uri="{BB962C8B-B14F-4D97-AF65-F5344CB8AC3E}">
        <p14:creationId xmlns:p14="http://schemas.microsoft.com/office/powerpoint/2010/main" val="399497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4" name="Freeform 6">
            <a:extLst>
              <a:ext uri="{FF2B5EF4-FFF2-40B4-BE49-F238E27FC236}">
                <a16:creationId xmlns:a16="http://schemas.microsoft.com/office/drawing/2014/main" id="{EBF1E1B7-3DE3-4255-89E2-E2726F2BB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185" name="Rectangle 7176">
            <a:extLst>
              <a:ext uri="{FF2B5EF4-FFF2-40B4-BE49-F238E27FC236}">
                <a16:creationId xmlns:a16="http://schemas.microsoft.com/office/drawing/2014/main" id="{75E81CEE-093A-4825-94F3-1E1675668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6" name="Rectangle 7178">
            <a:extLst>
              <a:ext uri="{FF2B5EF4-FFF2-40B4-BE49-F238E27FC236}">
                <a16:creationId xmlns:a16="http://schemas.microsoft.com/office/drawing/2014/main" id="{98AE4C94-8C92-4488-9CE6-728DFAE9B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A4A54E0-36DE-EEEA-63ED-11B83ED03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184" y="1098388"/>
            <a:ext cx="6035040" cy="439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500" spc="800"/>
              <a:t>opakování</a:t>
            </a:r>
          </a:p>
        </p:txBody>
      </p:sp>
      <p:pic>
        <p:nvPicPr>
          <p:cNvPr id="7170" name="Picture 2" descr="Jak a čím správně krmit králíka | MetropoleVet Praha">
            <a:extLst>
              <a:ext uri="{FF2B5EF4-FFF2-40B4-BE49-F238E27FC236}">
                <a16:creationId xmlns:a16="http://schemas.microsoft.com/office/drawing/2014/main" id="{5C1F6DE1-CFF2-3D17-140E-52749B407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7" r="138" b="3"/>
          <a:stretch/>
        </p:blipFill>
        <p:spPr bwMode="auto">
          <a:xfrm>
            <a:off x="211015" y="762000"/>
            <a:ext cx="4994031" cy="491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7" name="Freeform 14">
            <a:extLst>
              <a:ext uri="{FF2B5EF4-FFF2-40B4-BE49-F238E27FC236}">
                <a16:creationId xmlns:a16="http://schemas.microsoft.com/office/drawing/2014/main" id="{A7DD34E2-E9CE-4513-8A28-E792C3CB3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" y="0"/>
            <a:ext cx="5362575" cy="6858000"/>
          </a:xfrm>
          <a:custGeom>
            <a:avLst/>
            <a:gdLst>
              <a:gd name="connsiteX0" fmla="*/ 0 w 5362575"/>
              <a:gd name="connsiteY0" fmla="*/ 0 h 6858000"/>
              <a:gd name="connsiteX1" fmla="*/ 5362575 w 5362575"/>
              <a:gd name="connsiteY1" fmla="*/ 0 h 6858000"/>
              <a:gd name="connsiteX2" fmla="*/ 5362575 w 5362575"/>
              <a:gd name="connsiteY2" fmla="*/ 6858000 h 6858000"/>
              <a:gd name="connsiteX3" fmla="*/ 0 w 5362575"/>
              <a:gd name="connsiteY3" fmla="*/ 6858000 h 6858000"/>
              <a:gd name="connsiteX4" fmla="*/ 0 w 5362575"/>
              <a:gd name="connsiteY4" fmla="*/ 0 h 6858000"/>
              <a:gd name="connsiteX5" fmla="*/ 2681287 w 5362575"/>
              <a:gd name="connsiteY5" fmla="*/ 857250 h 6858000"/>
              <a:gd name="connsiteX6" fmla="*/ 2636249 w 5362575"/>
              <a:gd name="connsiteY6" fmla="*/ 861472 h 6858000"/>
              <a:gd name="connsiteX7" fmla="*/ 2592618 w 5362575"/>
              <a:gd name="connsiteY7" fmla="*/ 872732 h 6858000"/>
              <a:gd name="connsiteX8" fmla="*/ 2550395 w 5362575"/>
              <a:gd name="connsiteY8" fmla="*/ 889621 h 6858000"/>
              <a:gd name="connsiteX9" fmla="*/ 2506764 w 5362575"/>
              <a:gd name="connsiteY9" fmla="*/ 910733 h 6858000"/>
              <a:gd name="connsiteX10" fmla="*/ 2465948 w 5362575"/>
              <a:gd name="connsiteY10" fmla="*/ 934660 h 6858000"/>
              <a:gd name="connsiteX11" fmla="*/ 2423725 w 5362575"/>
              <a:gd name="connsiteY11" fmla="*/ 959994 h 6858000"/>
              <a:gd name="connsiteX12" fmla="*/ 2381501 w 5362575"/>
              <a:gd name="connsiteY12" fmla="*/ 982513 h 6858000"/>
              <a:gd name="connsiteX13" fmla="*/ 2339278 w 5362575"/>
              <a:gd name="connsiteY13" fmla="*/ 1005032 h 6858000"/>
              <a:gd name="connsiteX14" fmla="*/ 2297055 w 5362575"/>
              <a:gd name="connsiteY14" fmla="*/ 1021921 h 6858000"/>
              <a:gd name="connsiteX15" fmla="*/ 2253424 w 5362575"/>
              <a:gd name="connsiteY15" fmla="*/ 1033181 h 6858000"/>
              <a:gd name="connsiteX16" fmla="*/ 2209793 w 5362575"/>
              <a:gd name="connsiteY16" fmla="*/ 1038811 h 6858000"/>
              <a:gd name="connsiteX17" fmla="*/ 2163347 w 5362575"/>
              <a:gd name="connsiteY17" fmla="*/ 1038811 h 6858000"/>
              <a:gd name="connsiteX18" fmla="*/ 2115494 w 5362575"/>
              <a:gd name="connsiteY18" fmla="*/ 1035996 h 6858000"/>
              <a:gd name="connsiteX19" fmla="*/ 2067641 w 5362575"/>
              <a:gd name="connsiteY19" fmla="*/ 1030366 h 6858000"/>
              <a:gd name="connsiteX20" fmla="*/ 2019788 w 5362575"/>
              <a:gd name="connsiteY20" fmla="*/ 1023329 h 6858000"/>
              <a:gd name="connsiteX21" fmla="*/ 1971934 w 5362575"/>
              <a:gd name="connsiteY21" fmla="*/ 1017699 h 6858000"/>
              <a:gd name="connsiteX22" fmla="*/ 1924081 w 5362575"/>
              <a:gd name="connsiteY22" fmla="*/ 1013477 h 6858000"/>
              <a:gd name="connsiteX23" fmla="*/ 1879043 w 5362575"/>
              <a:gd name="connsiteY23" fmla="*/ 1014884 h 6858000"/>
              <a:gd name="connsiteX24" fmla="*/ 1835412 w 5362575"/>
              <a:gd name="connsiteY24" fmla="*/ 1020514 h 6858000"/>
              <a:gd name="connsiteX25" fmla="*/ 1793189 w 5362575"/>
              <a:gd name="connsiteY25" fmla="*/ 1033181 h 6858000"/>
              <a:gd name="connsiteX26" fmla="*/ 1758003 w 5362575"/>
              <a:gd name="connsiteY26" fmla="*/ 1051478 h 6858000"/>
              <a:gd name="connsiteX27" fmla="*/ 1724224 w 5362575"/>
              <a:gd name="connsiteY27" fmla="*/ 1075404 h 6858000"/>
              <a:gd name="connsiteX28" fmla="*/ 1694668 w 5362575"/>
              <a:gd name="connsiteY28" fmla="*/ 1103553 h 6858000"/>
              <a:gd name="connsiteX29" fmla="*/ 1665111 w 5362575"/>
              <a:gd name="connsiteY29" fmla="*/ 1135924 h 6858000"/>
              <a:gd name="connsiteX30" fmla="*/ 1638370 w 5362575"/>
              <a:gd name="connsiteY30" fmla="*/ 1169703 h 6858000"/>
              <a:gd name="connsiteX31" fmla="*/ 1611628 w 5362575"/>
              <a:gd name="connsiteY31" fmla="*/ 1204889 h 6858000"/>
              <a:gd name="connsiteX32" fmla="*/ 1584887 w 5362575"/>
              <a:gd name="connsiteY32" fmla="*/ 1240075 h 6858000"/>
              <a:gd name="connsiteX33" fmla="*/ 1558145 w 5362575"/>
              <a:gd name="connsiteY33" fmla="*/ 1273854 h 6858000"/>
              <a:gd name="connsiteX34" fmla="*/ 1529996 w 5362575"/>
              <a:gd name="connsiteY34" fmla="*/ 1306225 h 6858000"/>
              <a:gd name="connsiteX35" fmla="*/ 1497625 w 5362575"/>
              <a:gd name="connsiteY35" fmla="*/ 1334374 h 6858000"/>
              <a:gd name="connsiteX36" fmla="*/ 1466661 w 5362575"/>
              <a:gd name="connsiteY36" fmla="*/ 1359708 h 6858000"/>
              <a:gd name="connsiteX37" fmla="*/ 1431475 w 5362575"/>
              <a:gd name="connsiteY37" fmla="*/ 1379412 h 6858000"/>
              <a:gd name="connsiteX38" fmla="*/ 1393474 w 5362575"/>
              <a:gd name="connsiteY38" fmla="*/ 1396302 h 6858000"/>
              <a:gd name="connsiteX39" fmla="*/ 1352658 w 5362575"/>
              <a:gd name="connsiteY39" fmla="*/ 1410376 h 6858000"/>
              <a:gd name="connsiteX40" fmla="*/ 1310435 w 5362575"/>
              <a:gd name="connsiteY40" fmla="*/ 1423043 h 6858000"/>
              <a:gd name="connsiteX41" fmla="*/ 1268212 w 5362575"/>
              <a:gd name="connsiteY41" fmla="*/ 1434303 h 6858000"/>
              <a:gd name="connsiteX42" fmla="*/ 1224581 w 5362575"/>
              <a:gd name="connsiteY42" fmla="*/ 1445562 h 6858000"/>
              <a:gd name="connsiteX43" fmla="*/ 1183765 w 5362575"/>
              <a:gd name="connsiteY43" fmla="*/ 1458229 h 6858000"/>
              <a:gd name="connsiteX44" fmla="*/ 1142949 w 5362575"/>
              <a:gd name="connsiteY44" fmla="*/ 1472304 h 6858000"/>
              <a:gd name="connsiteX45" fmla="*/ 1104948 w 5362575"/>
              <a:gd name="connsiteY45" fmla="*/ 1489193 h 6858000"/>
              <a:gd name="connsiteX46" fmla="*/ 1071169 w 5362575"/>
              <a:gd name="connsiteY46" fmla="*/ 1510305 h 6858000"/>
              <a:gd name="connsiteX47" fmla="*/ 1040205 w 5362575"/>
              <a:gd name="connsiteY47" fmla="*/ 1535639 h 6858000"/>
              <a:gd name="connsiteX48" fmla="*/ 1014871 w 5362575"/>
              <a:gd name="connsiteY48" fmla="*/ 1566603 h 6858000"/>
              <a:gd name="connsiteX49" fmla="*/ 993760 w 5362575"/>
              <a:gd name="connsiteY49" fmla="*/ 1600381 h 6858000"/>
              <a:gd name="connsiteX50" fmla="*/ 976870 w 5362575"/>
              <a:gd name="connsiteY50" fmla="*/ 1638382 h 6858000"/>
              <a:gd name="connsiteX51" fmla="*/ 962796 w 5362575"/>
              <a:gd name="connsiteY51" fmla="*/ 1679198 h 6858000"/>
              <a:gd name="connsiteX52" fmla="*/ 950129 w 5362575"/>
              <a:gd name="connsiteY52" fmla="*/ 1720014 h 6858000"/>
              <a:gd name="connsiteX53" fmla="*/ 938869 w 5362575"/>
              <a:gd name="connsiteY53" fmla="*/ 1763645 h 6858000"/>
              <a:gd name="connsiteX54" fmla="*/ 927610 w 5362575"/>
              <a:gd name="connsiteY54" fmla="*/ 1805868 h 6858000"/>
              <a:gd name="connsiteX55" fmla="*/ 914943 w 5362575"/>
              <a:gd name="connsiteY55" fmla="*/ 1848092 h 6858000"/>
              <a:gd name="connsiteX56" fmla="*/ 900868 w 5362575"/>
              <a:gd name="connsiteY56" fmla="*/ 1888908 h 6858000"/>
              <a:gd name="connsiteX57" fmla="*/ 883979 w 5362575"/>
              <a:gd name="connsiteY57" fmla="*/ 1926909 h 6858000"/>
              <a:gd name="connsiteX58" fmla="*/ 864275 w 5362575"/>
              <a:gd name="connsiteY58" fmla="*/ 1962095 h 6858000"/>
              <a:gd name="connsiteX59" fmla="*/ 838941 w 5362575"/>
              <a:gd name="connsiteY59" fmla="*/ 1993059 h 6858000"/>
              <a:gd name="connsiteX60" fmla="*/ 810792 w 5362575"/>
              <a:gd name="connsiteY60" fmla="*/ 2025430 h 6858000"/>
              <a:gd name="connsiteX61" fmla="*/ 778420 w 5362575"/>
              <a:gd name="connsiteY61" fmla="*/ 2053579 h 6858000"/>
              <a:gd name="connsiteX62" fmla="*/ 743234 w 5362575"/>
              <a:gd name="connsiteY62" fmla="*/ 2080320 h 6858000"/>
              <a:gd name="connsiteX63" fmla="*/ 708048 w 5362575"/>
              <a:gd name="connsiteY63" fmla="*/ 2107062 h 6858000"/>
              <a:gd name="connsiteX64" fmla="*/ 672862 w 5362575"/>
              <a:gd name="connsiteY64" fmla="*/ 2133803 h 6858000"/>
              <a:gd name="connsiteX65" fmla="*/ 639083 w 5362575"/>
              <a:gd name="connsiteY65" fmla="*/ 2160545 h 6858000"/>
              <a:gd name="connsiteX66" fmla="*/ 606712 w 5362575"/>
              <a:gd name="connsiteY66" fmla="*/ 2190101 h 6858000"/>
              <a:gd name="connsiteX67" fmla="*/ 578563 w 5362575"/>
              <a:gd name="connsiteY67" fmla="*/ 2219658 h 6858000"/>
              <a:gd name="connsiteX68" fmla="*/ 554637 w 5362575"/>
              <a:gd name="connsiteY68" fmla="*/ 2253436 h 6858000"/>
              <a:gd name="connsiteX69" fmla="*/ 536340 w 5362575"/>
              <a:gd name="connsiteY69" fmla="*/ 2288622 h 6858000"/>
              <a:gd name="connsiteX70" fmla="*/ 523673 w 5362575"/>
              <a:gd name="connsiteY70" fmla="*/ 2330846 h 6858000"/>
              <a:gd name="connsiteX71" fmla="*/ 518043 w 5362575"/>
              <a:gd name="connsiteY71" fmla="*/ 2374477 h 6858000"/>
              <a:gd name="connsiteX72" fmla="*/ 516635 w 5362575"/>
              <a:gd name="connsiteY72" fmla="*/ 2419515 h 6858000"/>
              <a:gd name="connsiteX73" fmla="*/ 520858 w 5362575"/>
              <a:gd name="connsiteY73" fmla="*/ 2467368 h 6858000"/>
              <a:gd name="connsiteX74" fmla="*/ 526488 w 5362575"/>
              <a:gd name="connsiteY74" fmla="*/ 2515221 h 6858000"/>
              <a:gd name="connsiteX75" fmla="*/ 533525 w 5362575"/>
              <a:gd name="connsiteY75" fmla="*/ 2563074 h 6858000"/>
              <a:gd name="connsiteX76" fmla="*/ 539155 w 5362575"/>
              <a:gd name="connsiteY76" fmla="*/ 2610927 h 6858000"/>
              <a:gd name="connsiteX77" fmla="*/ 541970 w 5362575"/>
              <a:gd name="connsiteY77" fmla="*/ 2658781 h 6858000"/>
              <a:gd name="connsiteX78" fmla="*/ 541970 w 5362575"/>
              <a:gd name="connsiteY78" fmla="*/ 2705226 h 6858000"/>
              <a:gd name="connsiteX79" fmla="*/ 536340 w 5362575"/>
              <a:gd name="connsiteY79" fmla="*/ 2748857 h 6858000"/>
              <a:gd name="connsiteX80" fmla="*/ 525080 w 5362575"/>
              <a:gd name="connsiteY80" fmla="*/ 2792488 h 6858000"/>
              <a:gd name="connsiteX81" fmla="*/ 508191 w 5362575"/>
              <a:gd name="connsiteY81" fmla="*/ 2833304 h 6858000"/>
              <a:gd name="connsiteX82" fmla="*/ 487079 w 5362575"/>
              <a:gd name="connsiteY82" fmla="*/ 2875527 h 6858000"/>
              <a:gd name="connsiteX83" fmla="*/ 463153 w 5362575"/>
              <a:gd name="connsiteY83" fmla="*/ 2917751 h 6858000"/>
              <a:gd name="connsiteX84" fmla="*/ 437819 w 5362575"/>
              <a:gd name="connsiteY84" fmla="*/ 2959974 h 6858000"/>
              <a:gd name="connsiteX85" fmla="*/ 413892 w 5362575"/>
              <a:gd name="connsiteY85" fmla="*/ 3000790 h 6858000"/>
              <a:gd name="connsiteX86" fmla="*/ 392780 w 5362575"/>
              <a:gd name="connsiteY86" fmla="*/ 3044421 h 6858000"/>
              <a:gd name="connsiteX87" fmla="*/ 375891 w 5362575"/>
              <a:gd name="connsiteY87" fmla="*/ 3086644 h 6858000"/>
              <a:gd name="connsiteX88" fmla="*/ 364631 w 5362575"/>
              <a:gd name="connsiteY88" fmla="*/ 3130275 h 6858000"/>
              <a:gd name="connsiteX89" fmla="*/ 360409 w 5362575"/>
              <a:gd name="connsiteY89" fmla="*/ 3175313 h 6858000"/>
              <a:gd name="connsiteX90" fmla="*/ 364631 w 5362575"/>
              <a:gd name="connsiteY90" fmla="*/ 3220351 h 6858000"/>
              <a:gd name="connsiteX91" fmla="*/ 375891 w 5362575"/>
              <a:gd name="connsiteY91" fmla="*/ 3263982 h 6858000"/>
              <a:gd name="connsiteX92" fmla="*/ 392780 w 5362575"/>
              <a:gd name="connsiteY92" fmla="*/ 3306206 h 6858000"/>
              <a:gd name="connsiteX93" fmla="*/ 413892 w 5362575"/>
              <a:gd name="connsiteY93" fmla="*/ 3349836 h 6858000"/>
              <a:gd name="connsiteX94" fmla="*/ 437819 w 5362575"/>
              <a:gd name="connsiteY94" fmla="*/ 3390652 h 6858000"/>
              <a:gd name="connsiteX95" fmla="*/ 463153 w 5362575"/>
              <a:gd name="connsiteY95" fmla="*/ 3432876 h 6858000"/>
              <a:gd name="connsiteX96" fmla="*/ 487079 w 5362575"/>
              <a:gd name="connsiteY96" fmla="*/ 3475099 h 6858000"/>
              <a:gd name="connsiteX97" fmla="*/ 508191 w 5362575"/>
              <a:gd name="connsiteY97" fmla="*/ 3517322 h 6858000"/>
              <a:gd name="connsiteX98" fmla="*/ 525080 w 5362575"/>
              <a:gd name="connsiteY98" fmla="*/ 3558138 h 6858000"/>
              <a:gd name="connsiteX99" fmla="*/ 536340 w 5362575"/>
              <a:gd name="connsiteY99" fmla="*/ 3601769 h 6858000"/>
              <a:gd name="connsiteX100" fmla="*/ 541970 w 5362575"/>
              <a:gd name="connsiteY100" fmla="*/ 3645400 h 6858000"/>
              <a:gd name="connsiteX101" fmla="*/ 541970 w 5362575"/>
              <a:gd name="connsiteY101" fmla="*/ 3691846 h 6858000"/>
              <a:gd name="connsiteX102" fmla="*/ 539155 w 5362575"/>
              <a:gd name="connsiteY102" fmla="*/ 3739699 h 6858000"/>
              <a:gd name="connsiteX103" fmla="*/ 533525 w 5362575"/>
              <a:gd name="connsiteY103" fmla="*/ 3787552 h 6858000"/>
              <a:gd name="connsiteX104" fmla="*/ 526488 w 5362575"/>
              <a:gd name="connsiteY104" fmla="*/ 3835405 h 6858000"/>
              <a:gd name="connsiteX105" fmla="*/ 520858 w 5362575"/>
              <a:gd name="connsiteY105" fmla="*/ 3883258 h 6858000"/>
              <a:gd name="connsiteX106" fmla="*/ 516635 w 5362575"/>
              <a:gd name="connsiteY106" fmla="*/ 3931111 h 6858000"/>
              <a:gd name="connsiteX107" fmla="*/ 518043 w 5362575"/>
              <a:gd name="connsiteY107" fmla="*/ 3976150 h 6858000"/>
              <a:gd name="connsiteX108" fmla="*/ 523673 w 5362575"/>
              <a:gd name="connsiteY108" fmla="*/ 4019781 h 6858000"/>
              <a:gd name="connsiteX109" fmla="*/ 536340 w 5362575"/>
              <a:gd name="connsiteY109" fmla="*/ 4062004 h 6858000"/>
              <a:gd name="connsiteX110" fmla="*/ 554637 w 5362575"/>
              <a:gd name="connsiteY110" fmla="*/ 4097190 h 6858000"/>
              <a:gd name="connsiteX111" fmla="*/ 578563 w 5362575"/>
              <a:gd name="connsiteY111" fmla="*/ 4130969 h 6858000"/>
              <a:gd name="connsiteX112" fmla="*/ 606712 w 5362575"/>
              <a:gd name="connsiteY112" fmla="*/ 4160525 h 6858000"/>
              <a:gd name="connsiteX113" fmla="*/ 639083 w 5362575"/>
              <a:gd name="connsiteY113" fmla="*/ 4190081 h 6858000"/>
              <a:gd name="connsiteX114" fmla="*/ 672862 w 5362575"/>
              <a:gd name="connsiteY114" fmla="*/ 4216823 h 6858000"/>
              <a:gd name="connsiteX115" fmla="*/ 708048 w 5362575"/>
              <a:gd name="connsiteY115" fmla="*/ 4243564 h 6858000"/>
              <a:gd name="connsiteX116" fmla="*/ 743234 w 5362575"/>
              <a:gd name="connsiteY116" fmla="*/ 4270306 h 6858000"/>
              <a:gd name="connsiteX117" fmla="*/ 778420 w 5362575"/>
              <a:gd name="connsiteY117" fmla="*/ 4297047 h 6858000"/>
              <a:gd name="connsiteX118" fmla="*/ 810792 w 5362575"/>
              <a:gd name="connsiteY118" fmla="*/ 4325196 h 6858000"/>
              <a:gd name="connsiteX119" fmla="*/ 838941 w 5362575"/>
              <a:gd name="connsiteY119" fmla="*/ 4357567 h 6858000"/>
              <a:gd name="connsiteX120" fmla="*/ 864275 w 5362575"/>
              <a:gd name="connsiteY120" fmla="*/ 4388531 h 6858000"/>
              <a:gd name="connsiteX121" fmla="*/ 883979 w 5362575"/>
              <a:gd name="connsiteY121" fmla="*/ 4423717 h 6858000"/>
              <a:gd name="connsiteX122" fmla="*/ 900868 w 5362575"/>
              <a:gd name="connsiteY122" fmla="*/ 4461718 h 6858000"/>
              <a:gd name="connsiteX123" fmla="*/ 914943 w 5362575"/>
              <a:gd name="connsiteY123" fmla="*/ 4502534 h 6858000"/>
              <a:gd name="connsiteX124" fmla="*/ 927610 w 5362575"/>
              <a:gd name="connsiteY124" fmla="*/ 4544758 h 6858000"/>
              <a:gd name="connsiteX125" fmla="*/ 938869 w 5362575"/>
              <a:gd name="connsiteY125" fmla="*/ 4586981 h 6858000"/>
              <a:gd name="connsiteX126" fmla="*/ 950129 w 5362575"/>
              <a:gd name="connsiteY126" fmla="*/ 4630612 h 6858000"/>
              <a:gd name="connsiteX127" fmla="*/ 962796 w 5362575"/>
              <a:gd name="connsiteY127" fmla="*/ 4671428 h 6858000"/>
              <a:gd name="connsiteX128" fmla="*/ 976870 w 5362575"/>
              <a:gd name="connsiteY128" fmla="*/ 4712244 h 6858000"/>
              <a:gd name="connsiteX129" fmla="*/ 993760 w 5362575"/>
              <a:gd name="connsiteY129" fmla="*/ 4750245 h 6858000"/>
              <a:gd name="connsiteX130" fmla="*/ 1014871 w 5362575"/>
              <a:gd name="connsiteY130" fmla="*/ 4784024 h 6858000"/>
              <a:gd name="connsiteX131" fmla="*/ 1040205 w 5362575"/>
              <a:gd name="connsiteY131" fmla="*/ 4814987 h 6858000"/>
              <a:gd name="connsiteX132" fmla="*/ 1071169 w 5362575"/>
              <a:gd name="connsiteY132" fmla="*/ 4840321 h 6858000"/>
              <a:gd name="connsiteX133" fmla="*/ 1104948 w 5362575"/>
              <a:gd name="connsiteY133" fmla="*/ 4861433 h 6858000"/>
              <a:gd name="connsiteX134" fmla="*/ 1142949 w 5362575"/>
              <a:gd name="connsiteY134" fmla="*/ 4878322 h 6858000"/>
              <a:gd name="connsiteX135" fmla="*/ 1183765 w 5362575"/>
              <a:gd name="connsiteY135" fmla="*/ 4892397 h 6858000"/>
              <a:gd name="connsiteX136" fmla="*/ 1224581 w 5362575"/>
              <a:gd name="connsiteY136" fmla="*/ 4905064 h 6858000"/>
              <a:gd name="connsiteX137" fmla="*/ 1268212 w 5362575"/>
              <a:gd name="connsiteY137" fmla="*/ 4916323 h 6858000"/>
              <a:gd name="connsiteX138" fmla="*/ 1310435 w 5362575"/>
              <a:gd name="connsiteY138" fmla="*/ 4927583 h 6858000"/>
              <a:gd name="connsiteX139" fmla="*/ 1352658 w 5362575"/>
              <a:gd name="connsiteY139" fmla="*/ 4940250 h 6858000"/>
              <a:gd name="connsiteX140" fmla="*/ 1393474 w 5362575"/>
              <a:gd name="connsiteY140" fmla="*/ 4954324 h 6858000"/>
              <a:gd name="connsiteX141" fmla="*/ 1431475 w 5362575"/>
              <a:gd name="connsiteY141" fmla="*/ 4971214 h 6858000"/>
              <a:gd name="connsiteX142" fmla="*/ 1466661 w 5362575"/>
              <a:gd name="connsiteY142" fmla="*/ 4990918 h 6858000"/>
              <a:gd name="connsiteX143" fmla="*/ 1497625 w 5362575"/>
              <a:gd name="connsiteY143" fmla="*/ 5016252 h 6858000"/>
              <a:gd name="connsiteX144" fmla="*/ 1529996 w 5362575"/>
              <a:gd name="connsiteY144" fmla="*/ 5044401 h 6858000"/>
              <a:gd name="connsiteX145" fmla="*/ 1558145 w 5362575"/>
              <a:gd name="connsiteY145" fmla="*/ 5076772 h 6858000"/>
              <a:gd name="connsiteX146" fmla="*/ 1584887 w 5362575"/>
              <a:gd name="connsiteY146" fmla="*/ 5110551 h 6858000"/>
              <a:gd name="connsiteX147" fmla="*/ 1611628 w 5362575"/>
              <a:gd name="connsiteY147" fmla="*/ 5145737 h 6858000"/>
              <a:gd name="connsiteX148" fmla="*/ 1638370 w 5362575"/>
              <a:gd name="connsiteY148" fmla="*/ 5180923 h 6858000"/>
              <a:gd name="connsiteX149" fmla="*/ 1665111 w 5362575"/>
              <a:gd name="connsiteY149" fmla="*/ 5214702 h 6858000"/>
              <a:gd name="connsiteX150" fmla="*/ 1694668 w 5362575"/>
              <a:gd name="connsiteY150" fmla="*/ 5247073 h 6858000"/>
              <a:gd name="connsiteX151" fmla="*/ 1724224 w 5362575"/>
              <a:gd name="connsiteY151" fmla="*/ 5275222 h 6858000"/>
              <a:gd name="connsiteX152" fmla="*/ 1758003 w 5362575"/>
              <a:gd name="connsiteY152" fmla="*/ 5299149 h 6858000"/>
              <a:gd name="connsiteX153" fmla="*/ 1793189 w 5362575"/>
              <a:gd name="connsiteY153" fmla="*/ 5317446 h 6858000"/>
              <a:gd name="connsiteX154" fmla="*/ 1835412 w 5362575"/>
              <a:gd name="connsiteY154" fmla="*/ 5330113 h 6858000"/>
              <a:gd name="connsiteX155" fmla="*/ 1879043 w 5362575"/>
              <a:gd name="connsiteY155" fmla="*/ 5335742 h 6858000"/>
              <a:gd name="connsiteX156" fmla="*/ 1924081 w 5362575"/>
              <a:gd name="connsiteY156" fmla="*/ 5337150 h 6858000"/>
              <a:gd name="connsiteX157" fmla="*/ 1971934 w 5362575"/>
              <a:gd name="connsiteY157" fmla="*/ 5332927 h 6858000"/>
              <a:gd name="connsiteX158" fmla="*/ 2019788 w 5362575"/>
              <a:gd name="connsiteY158" fmla="*/ 5327298 h 6858000"/>
              <a:gd name="connsiteX159" fmla="*/ 2067641 w 5362575"/>
              <a:gd name="connsiteY159" fmla="*/ 5320260 h 6858000"/>
              <a:gd name="connsiteX160" fmla="*/ 2115494 w 5362575"/>
              <a:gd name="connsiteY160" fmla="*/ 5314631 h 6858000"/>
              <a:gd name="connsiteX161" fmla="*/ 2163347 w 5362575"/>
              <a:gd name="connsiteY161" fmla="*/ 5311816 h 6858000"/>
              <a:gd name="connsiteX162" fmla="*/ 2209793 w 5362575"/>
              <a:gd name="connsiteY162" fmla="*/ 5311816 h 6858000"/>
              <a:gd name="connsiteX163" fmla="*/ 2253424 w 5362575"/>
              <a:gd name="connsiteY163" fmla="*/ 5317446 h 6858000"/>
              <a:gd name="connsiteX164" fmla="*/ 2297055 w 5362575"/>
              <a:gd name="connsiteY164" fmla="*/ 5328705 h 6858000"/>
              <a:gd name="connsiteX165" fmla="*/ 2339278 w 5362575"/>
              <a:gd name="connsiteY165" fmla="*/ 5345594 h 6858000"/>
              <a:gd name="connsiteX166" fmla="*/ 2381501 w 5362575"/>
              <a:gd name="connsiteY166" fmla="*/ 5368114 h 6858000"/>
              <a:gd name="connsiteX167" fmla="*/ 2423725 w 5362575"/>
              <a:gd name="connsiteY167" fmla="*/ 5390633 h 6858000"/>
              <a:gd name="connsiteX168" fmla="*/ 2465948 w 5362575"/>
              <a:gd name="connsiteY168" fmla="*/ 5415967 h 6858000"/>
              <a:gd name="connsiteX169" fmla="*/ 2506764 w 5362575"/>
              <a:gd name="connsiteY169" fmla="*/ 5439893 h 6858000"/>
              <a:gd name="connsiteX170" fmla="*/ 2550395 w 5362575"/>
              <a:gd name="connsiteY170" fmla="*/ 5461005 h 6858000"/>
              <a:gd name="connsiteX171" fmla="*/ 2592618 w 5362575"/>
              <a:gd name="connsiteY171" fmla="*/ 5477894 h 6858000"/>
              <a:gd name="connsiteX172" fmla="*/ 2636249 w 5362575"/>
              <a:gd name="connsiteY172" fmla="*/ 5489154 h 6858000"/>
              <a:gd name="connsiteX173" fmla="*/ 2681287 w 5362575"/>
              <a:gd name="connsiteY173" fmla="*/ 5493376 h 6858000"/>
              <a:gd name="connsiteX174" fmla="*/ 2726325 w 5362575"/>
              <a:gd name="connsiteY174" fmla="*/ 5489154 h 6858000"/>
              <a:gd name="connsiteX175" fmla="*/ 2769956 w 5362575"/>
              <a:gd name="connsiteY175" fmla="*/ 5477894 h 6858000"/>
              <a:gd name="connsiteX176" fmla="*/ 2812180 w 5362575"/>
              <a:gd name="connsiteY176" fmla="*/ 5461005 h 6858000"/>
              <a:gd name="connsiteX177" fmla="*/ 2855810 w 5362575"/>
              <a:gd name="connsiteY177" fmla="*/ 5439893 h 6858000"/>
              <a:gd name="connsiteX178" fmla="*/ 2896626 w 5362575"/>
              <a:gd name="connsiteY178" fmla="*/ 5415967 h 6858000"/>
              <a:gd name="connsiteX179" fmla="*/ 2938850 w 5362575"/>
              <a:gd name="connsiteY179" fmla="*/ 5390633 h 6858000"/>
              <a:gd name="connsiteX180" fmla="*/ 2981073 w 5362575"/>
              <a:gd name="connsiteY180" fmla="*/ 5368114 h 6858000"/>
              <a:gd name="connsiteX181" fmla="*/ 3023296 w 5362575"/>
              <a:gd name="connsiteY181" fmla="*/ 5345594 h 6858000"/>
              <a:gd name="connsiteX182" fmla="*/ 3064112 w 5362575"/>
              <a:gd name="connsiteY182" fmla="*/ 5328705 h 6858000"/>
              <a:gd name="connsiteX183" fmla="*/ 3109151 w 5362575"/>
              <a:gd name="connsiteY183" fmla="*/ 5317446 h 6858000"/>
              <a:gd name="connsiteX184" fmla="*/ 3152781 w 5362575"/>
              <a:gd name="connsiteY184" fmla="*/ 5311816 h 6858000"/>
              <a:gd name="connsiteX185" fmla="*/ 3199227 w 5362575"/>
              <a:gd name="connsiteY185" fmla="*/ 5311816 h 6858000"/>
              <a:gd name="connsiteX186" fmla="*/ 3247080 w 5362575"/>
              <a:gd name="connsiteY186" fmla="*/ 5314631 h 6858000"/>
              <a:gd name="connsiteX187" fmla="*/ 3294933 w 5362575"/>
              <a:gd name="connsiteY187" fmla="*/ 5320260 h 6858000"/>
              <a:gd name="connsiteX188" fmla="*/ 3342787 w 5362575"/>
              <a:gd name="connsiteY188" fmla="*/ 5327298 h 6858000"/>
              <a:gd name="connsiteX189" fmla="*/ 3390640 w 5362575"/>
              <a:gd name="connsiteY189" fmla="*/ 5332927 h 6858000"/>
              <a:gd name="connsiteX190" fmla="*/ 3438493 w 5362575"/>
              <a:gd name="connsiteY190" fmla="*/ 5337150 h 6858000"/>
              <a:gd name="connsiteX191" fmla="*/ 3483531 w 5362575"/>
              <a:gd name="connsiteY191" fmla="*/ 5335742 h 6858000"/>
              <a:gd name="connsiteX192" fmla="*/ 3527162 w 5362575"/>
              <a:gd name="connsiteY192" fmla="*/ 5330113 h 6858000"/>
              <a:gd name="connsiteX193" fmla="*/ 3569385 w 5362575"/>
              <a:gd name="connsiteY193" fmla="*/ 5317446 h 6858000"/>
              <a:gd name="connsiteX194" fmla="*/ 3604572 w 5362575"/>
              <a:gd name="connsiteY194" fmla="*/ 5299149 h 6858000"/>
              <a:gd name="connsiteX195" fmla="*/ 3638350 w 5362575"/>
              <a:gd name="connsiteY195" fmla="*/ 5275222 h 6858000"/>
              <a:gd name="connsiteX196" fmla="*/ 3667907 w 5362575"/>
              <a:gd name="connsiteY196" fmla="*/ 5247073 h 6858000"/>
              <a:gd name="connsiteX197" fmla="*/ 3697463 w 5362575"/>
              <a:gd name="connsiteY197" fmla="*/ 5214702 h 6858000"/>
              <a:gd name="connsiteX198" fmla="*/ 3724204 w 5362575"/>
              <a:gd name="connsiteY198" fmla="*/ 5180923 h 6858000"/>
              <a:gd name="connsiteX199" fmla="*/ 3750946 w 5362575"/>
              <a:gd name="connsiteY199" fmla="*/ 5145737 h 6858000"/>
              <a:gd name="connsiteX200" fmla="*/ 3777687 w 5362575"/>
              <a:gd name="connsiteY200" fmla="*/ 5110551 h 6858000"/>
              <a:gd name="connsiteX201" fmla="*/ 3804429 w 5362575"/>
              <a:gd name="connsiteY201" fmla="*/ 5076772 h 6858000"/>
              <a:gd name="connsiteX202" fmla="*/ 3832578 w 5362575"/>
              <a:gd name="connsiteY202" fmla="*/ 5044401 h 6858000"/>
              <a:gd name="connsiteX203" fmla="*/ 3864949 w 5362575"/>
              <a:gd name="connsiteY203" fmla="*/ 5016252 h 6858000"/>
              <a:gd name="connsiteX204" fmla="*/ 3895913 w 5362575"/>
              <a:gd name="connsiteY204" fmla="*/ 4990918 h 6858000"/>
              <a:gd name="connsiteX205" fmla="*/ 3931099 w 5362575"/>
              <a:gd name="connsiteY205" fmla="*/ 4971214 h 6858000"/>
              <a:gd name="connsiteX206" fmla="*/ 3969100 w 5362575"/>
              <a:gd name="connsiteY206" fmla="*/ 4954324 h 6858000"/>
              <a:gd name="connsiteX207" fmla="*/ 4009916 w 5362575"/>
              <a:gd name="connsiteY207" fmla="*/ 4940250 h 6858000"/>
              <a:gd name="connsiteX208" fmla="*/ 4052139 w 5362575"/>
              <a:gd name="connsiteY208" fmla="*/ 4927583 h 6858000"/>
              <a:gd name="connsiteX209" fmla="*/ 4094363 w 5362575"/>
              <a:gd name="connsiteY209" fmla="*/ 4916323 h 6858000"/>
              <a:gd name="connsiteX210" fmla="*/ 4137993 w 5362575"/>
              <a:gd name="connsiteY210" fmla="*/ 4905064 h 6858000"/>
              <a:gd name="connsiteX211" fmla="*/ 4178809 w 5362575"/>
              <a:gd name="connsiteY211" fmla="*/ 4892397 h 6858000"/>
              <a:gd name="connsiteX212" fmla="*/ 4219625 w 5362575"/>
              <a:gd name="connsiteY212" fmla="*/ 4878322 h 6858000"/>
              <a:gd name="connsiteX213" fmla="*/ 4257626 w 5362575"/>
              <a:gd name="connsiteY213" fmla="*/ 4861433 h 6858000"/>
              <a:gd name="connsiteX214" fmla="*/ 4291405 w 5362575"/>
              <a:gd name="connsiteY214" fmla="*/ 4840321 h 6858000"/>
              <a:gd name="connsiteX215" fmla="*/ 4322369 w 5362575"/>
              <a:gd name="connsiteY215" fmla="*/ 4814987 h 6858000"/>
              <a:gd name="connsiteX216" fmla="*/ 4347703 w 5362575"/>
              <a:gd name="connsiteY216" fmla="*/ 4784024 h 6858000"/>
              <a:gd name="connsiteX217" fmla="*/ 4368815 w 5362575"/>
              <a:gd name="connsiteY217" fmla="*/ 4750245 h 6858000"/>
              <a:gd name="connsiteX218" fmla="*/ 4385704 w 5362575"/>
              <a:gd name="connsiteY218" fmla="*/ 4712244 h 6858000"/>
              <a:gd name="connsiteX219" fmla="*/ 4399778 w 5362575"/>
              <a:gd name="connsiteY219" fmla="*/ 4671428 h 6858000"/>
              <a:gd name="connsiteX220" fmla="*/ 4412445 w 5362575"/>
              <a:gd name="connsiteY220" fmla="*/ 4630612 h 6858000"/>
              <a:gd name="connsiteX221" fmla="*/ 4423705 w 5362575"/>
              <a:gd name="connsiteY221" fmla="*/ 4586981 h 6858000"/>
              <a:gd name="connsiteX222" fmla="*/ 4434964 w 5362575"/>
              <a:gd name="connsiteY222" fmla="*/ 4544758 h 6858000"/>
              <a:gd name="connsiteX223" fmla="*/ 4447632 w 5362575"/>
              <a:gd name="connsiteY223" fmla="*/ 4502534 h 6858000"/>
              <a:gd name="connsiteX224" fmla="*/ 4461706 w 5362575"/>
              <a:gd name="connsiteY224" fmla="*/ 4461718 h 6858000"/>
              <a:gd name="connsiteX225" fmla="*/ 4478595 w 5362575"/>
              <a:gd name="connsiteY225" fmla="*/ 4423717 h 6858000"/>
              <a:gd name="connsiteX226" fmla="*/ 4498300 w 5362575"/>
              <a:gd name="connsiteY226" fmla="*/ 4388531 h 6858000"/>
              <a:gd name="connsiteX227" fmla="*/ 4523634 w 5362575"/>
              <a:gd name="connsiteY227" fmla="*/ 4357567 h 6858000"/>
              <a:gd name="connsiteX228" fmla="*/ 4551782 w 5362575"/>
              <a:gd name="connsiteY228" fmla="*/ 4325196 h 6858000"/>
              <a:gd name="connsiteX229" fmla="*/ 4584154 w 5362575"/>
              <a:gd name="connsiteY229" fmla="*/ 4297047 h 6858000"/>
              <a:gd name="connsiteX230" fmla="*/ 4617933 w 5362575"/>
              <a:gd name="connsiteY230" fmla="*/ 4270306 h 6858000"/>
              <a:gd name="connsiteX231" fmla="*/ 4654526 w 5362575"/>
              <a:gd name="connsiteY231" fmla="*/ 4243564 h 6858000"/>
              <a:gd name="connsiteX232" fmla="*/ 4689712 w 5362575"/>
              <a:gd name="connsiteY232" fmla="*/ 4216823 h 6858000"/>
              <a:gd name="connsiteX233" fmla="*/ 4723491 w 5362575"/>
              <a:gd name="connsiteY233" fmla="*/ 4190081 h 6858000"/>
              <a:gd name="connsiteX234" fmla="*/ 4755862 w 5362575"/>
              <a:gd name="connsiteY234" fmla="*/ 4160525 h 6858000"/>
              <a:gd name="connsiteX235" fmla="*/ 4784011 w 5362575"/>
              <a:gd name="connsiteY235" fmla="*/ 4130969 h 6858000"/>
              <a:gd name="connsiteX236" fmla="*/ 4807938 w 5362575"/>
              <a:gd name="connsiteY236" fmla="*/ 4097190 h 6858000"/>
              <a:gd name="connsiteX237" fmla="*/ 4826235 w 5362575"/>
              <a:gd name="connsiteY237" fmla="*/ 4062004 h 6858000"/>
              <a:gd name="connsiteX238" fmla="*/ 4838902 w 5362575"/>
              <a:gd name="connsiteY238" fmla="*/ 4019781 h 6858000"/>
              <a:gd name="connsiteX239" fmla="*/ 4844531 w 5362575"/>
              <a:gd name="connsiteY239" fmla="*/ 3976150 h 6858000"/>
              <a:gd name="connsiteX240" fmla="*/ 4845939 w 5362575"/>
              <a:gd name="connsiteY240" fmla="*/ 3931111 h 6858000"/>
              <a:gd name="connsiteX241" fmla="*/ 4841716 w 5362575"/>
              <a:gd name="connsiteY241" fmla="*/ 3883258 h 6858000"/>
              <a:gd name="connsiteX242" fmla="*/ 4836087 w 5362575"/>
              <a:gd name="connsiteY242" fmla="*/ 3835405 h 6858000"/>
              <a:gd name="connsiteX243" fmla="*/ 4829049 w 5362575"/>
              <a:gd name="connsiteY243" fmla="*/ 3787552 h 6858000"/>
              <a:gd name="connsiteX244" fmla="*/ 4823420 w 5362575"/>
              <a:gd name="connsiteY244" fmla="*/ 3739699 h 6858000"/>
              <a:gd name="connsiteX245" fmla="*/ 4820605 w 5362575"/>
              <a:gd name="connsiteY245" fmla="*/ 3691846 h 6858000"/>
              <a:gd name="connsiteX246" fmla="*/ 4820605 w 5362575"/>
              <a:gd name="connsiteY246" fmla="*/ 3645400 h 6858000"/>
              <a:gd name="connsiteX247" fmla="*/ 4826235 w 5362575"/>
              <a:gd name="connsiteY247" fmla="*/ 3601769 h 6858000"/>
              <a:gd name="connsiteX248" fmla="*/ 4837494 w 5362575"/>
              <a:gd name="connsiteY248" fmla="*/ 3558138 h 6858000"/>
              <a:gd name="connsiteX249" fmla="*/ 4854383 w 5362575"/>
              <a:gd name="connsiteY249" fmla="*/ 3517322 h 6858000"/>
              <a:gd name="connsiteX250" fmla="*/ 4876903 w 5362575"/>
              <a:gd name="connsiteY250" fmla="*/ 3475099 h 6858000"/>
              <a:gd name="connsiteX251" fmla="*/ 4899422 w 5362575"/>
              <a:gd name="connsiteY251" fmla="*/ 3432876 h 6858000"/>
              <a:gd name="connsiteX252" fmla="*/ 4924756 w 5362575"/>
              <a:gd name="connsiteY252" fmla="*/ 3390652 h 6858000"/>
              <a:gd name="connsiteX253" fmla="*/ 4948682 w 5362575"/>
              <a:gd name="connsiteY253" fmla="*/ 3349836 h 6858000"/>
              <a:gd name="connsiteX254" fmla="*/ 4969794 w 5362575"/>
              <a:gd name="connsiteY254" fmla="*/ 3306206 h 6858000"/>
              <a:gd name="connsiteX255" fmla="*/ 4986683 w 5362575"/>
              <a:gd name="connsiteY255" fmla="*/ 3263982 h 6858000"/>
              <a:gd name="connsiteX256" fmla="*/ 4997943 w 5362575"/>
              <a:gd name="connsiteY256" fmla="*/ 3220351 h 6858000"/>
              <a:gd name="connsiteX257" fmla="*/ 5002165 w 5362575"/>
              <a:gd name="connsiteY257" fmla="*/ 3175313 h 6858000"/>
              <a:gd name="connsiteX258" fmla="*/ 4997943 w 5362575"/>
              <a:gd name="connsiteY258" fmla="*/ 3130275 h 6858000"/>
              <a:gd name="connsiteX259" fmla="*/ 4986683 w 5362575"/>
              <a:gd name="connsiteY259" fmla="*/ 3086644 h 6858000"/>
              <a:gd name="connsiteX260" fmla="*/ 4969794 w 5362575"/>
              <a:gd name="connsiteY260" fmla="*/ 3044421 h 6858000"/>
              <a:gd name="connsiteX261" fmla="*/ 4948682 w 5362575"/>
              <a:gd name="connsiteY261" fmla="*/ 3000790 h 6858000"/>
              <a:gd name="connsiteX262" fmla="*/ 4924756 w 5362575"/>
              <a:gd name="connsiteY262" fmla="*/ 2959974 h 6858000"/>
              <a:gd name="connsiteX263" fmla="*/ 4899422 w 5362575"/>
              <a:gd name="connsiteY263" fmla="*/ 2917751 h 6858000"/>
              <a:gd name="connsiteX264" fmla="*/ 4876903 w 5362575"/>
              <a:gd name="connsiteY264" fmla="*/ 2875527 h 6858000"/>
              <a:gd name="connsiteX265" fmla="*/ 4854383 w 5362575"/>
              <a:gd name="connsiteY265" fmla="*/ 2833304 h 6858000"/>
              <a:gd name="connsiteX266" fmla="*/ 4837494 w 5362575"/>
              <a:gd name="connsiteY266" fmla="*/ 2792488 h 6858000"/>
              <a:gd name="connsiteX267" fmla="*/ 4826235 w 5362575"/>
              <a:gd name="connsiteY267" fmla="*/ 2748857 h 6858000"/>
              <a:gd name="connsiteX268" fmla="*/ 4820605 w 5362575"/>
              <a:gd name="connsiteY268" fmla="*/ 2705226 h 6858000"/>
              <a:gd name="connsiteX269" fmla="*/ 4820605 w 5362575"/>
              <a:gd name="connsiteY269" fmla="*/ 2658781 h 6858000"/>
              <a:gd name="connsiteX270" fmla="*/ 4823420 w 5362575"/>
              <a:gd name="connsiteY270" fmla="*/ 2610927 h 6858000"/>
              <a:gd name="connsiteX271" fmla="*/ 4829049 w 5362575"/>
              <a:gd name="connsiteY271" fmla="*/ 2563074 h 6858000"/>
              <a:gd name="connsiteX272" fmla="*/ 4836087 w 5362575"/>
              <a:gd name="connsiteY272" fmla="*/ 2515221 h 6858000"/>
              <a:gd name="connsiteX273" fmla="*/ 4841716 w 5362575"/>
              <a:gd name="connsiteY273" fmla="*/ 2467368 h 6858000"/>
              <a:gd name="connsiteX274" fmla="*/ 4845939 w 5362575"/>
              <a:gd name="connsiteY274" fmla="*/ 2419515 h 6858000"/>
              <a:gd name="connsiteX275" fmla="*/ 4844531 w 5362575"/>
              <a:gd name="connsiteY275" fmla="*/ 2374477 h 6858000"/>
              <a:gd name="connsiteX276" fmla="*/ 4838902 w 5362575"/>
              <a:gd name="connsiteY276" fmla="*/ 2330846 h 6858000"/>
              <a:gd name="connsiteX277" fmla="*/ 4826235 w 5362575"/>
              <a:gd name="connsiteY277" fmla="*/ 2288622 h 6858000"/>
              <a:gd name="connsiteX278" fmla="*/ 4807938 w 5362575"/>
              <a:gd name="connsiteY278" fmla="*/ 2253436 h 6858000"/>
              <a:gd name="connsiteX279" fmla="*/ 4784011 w 5362575"/>
              <a:gd name="connsiteY279" fmla="*/ 2219658 h 6858000"/>
              <a:gd name="connsiteX280" fmla="*/ 4755862 w 5362575"/>
              <a:gd name="connsiteY280" fmla="*/ 2190101 h 6858000"/>
              <a:gd name="connsiteX281" fmla="*/ 4723491 w 5362575"/>
              <a:gd name="connsiteY281" fmla="*/ 2160545 h 6858000"/>
              <a:gd name="connsiteX282" fmla="*/ 4689712 w 5362575"/>
              <a:gd name="connsiteY282" fmla="*/ 2133803 h 6858000"/>
              <a:gd name="connsiteX283" fmla="*/ 4654526 w 5362575"/>
              <a:gd name="connsiteY283" fmla="*/ 2107062 h 6858000"/>
              <a:gd name="connsiteX284" fmla="*/ 4617933 w 5362575"/>
              <a:gd name="connsiteY284" fmla="*/ 2080320 h 6858000"/>
              <a:gd name="connsiteX285" fmla="*/ 4584154 w 5362575"/>
              <a:gd name="connsiteY285" fmla="*/ 2053579 h 6858000"/>
              <a:gd name="connsiteX286" fmla="*/ 4551782 w 5362575"/>
              <a:gd name="connsiteY286" fmla="*/ 2025430 h 6858000"/>
              <a:gd name="connsiteX287" fmla="*/ 4523634 w 5362575"/>
              <a:gd name="connsiteY287" fmla="*/ 1993059 h 6858000"/>
              <a:gd name="connsiteX288" fmla="*/ 4498300 w 5362575"/>
              <a:gd name="connsiteY288" fmla="*/ 1962095 h 6858000"/>
              <a:gd name="connsiteX289" fmla="*/ 4478595 w 5362575"/>
              <a:gd name="connsiteY289" fmla="*/ 1926909 h 6858000"/>
              <a:gd name="connsiteX290" fmla="*/ 4461706 w 5362575"/>
              <a:gd name="connsiteY290" fmla="*/ 1888908 h 6858000"/>
              <a:gd name="connsiteX291" fmla="*/ 4447632 w 5362575"/>
              <a:gd name="connsiteY291" fmla="*/ 1848092 h 6858000"/>
              <a:gd name="connsiteX292" fmla="*/ 4434964 w 5362575"/>
              <a:gd name="connsiteY292" fmla="*/ 1805868 h 6858000"/>
              <a:gd name="connsiteX293" fmla="*/ 4423705 w 5362575"/>
              <a:gd name="connsiteY293" fmla="*/ 1763645 h 6858000"/>
              <a:gd name="connsiteX294" fmla="*/ 4412445 w 5362575"/>
              <a:gd name="connsiteY294" fmla="*/ 1720014 h 6858000"/>
              <a:gd name="connsiteX295" fmla="*/ 4399778 w 5362575"/>
              <a:gd name="connsiteY295" fmla="*/ 1679198 h 6858000"/>
              <a:gd name="connsiteX296" fmla="*/ 4385704 w 5362575"/>
              <a:gd name="connsiteY296" fmla="*/ 1638382 h 6858000"/>
              <a:gd name="connsiteX297" fmla="*/ 4368815 w 5362575"/>
              <a:gd name="connsiteY297" fmla="*/ 1600381 h 6858000"/>
              <a:gd name="connsiteX298" fmla="*/ 4347703 w 5362575"/>
              <a:gd name="connsiteY298" fmla="*/ 1566603 h 6858000"/>
              <a:gd name="connsiteX299" fmla="*/ 4322369 w 5362575"/>
              <a:gd name="connsiteY299" fmla="*/ 1535639 h 6858000"/>
              <a:gd name="connsiteX300" fmla="*/ 4291405 w 5362575"/>
              <a:gd name="connsiteY300" fmla="*/ 1510305 h 6858000"/>
              <a:gd name="connsiteX301" fmla="*/ 4257626 w 5362575"/>
              <a:gd name="connsiteY301" fmla="*/ 1489193 h 6858000"/>
              <a:gd name="connsiteX302" fmla="*/ 4219625 w 5362575"/>
              <a:gd name="connsiteY302" fmla="*/ 1472304 h 6858000"/>
              <a:gd name="connsiteX303" fmla="*/ 4178809 w 5362575"/>
              <a:gd name="connsiteY303" fmla="*/ 1458229 h 6858000"/>
              <a:gd name="connsiteX304" fmla="*/ 4137993 w 5362575"/>
              <a:gd name="connsiteY304" fmla="*/ 1445562 h 6858000"/>
              <a:gd name="connsiteX305" fmla="*/ 4094363 w 5362575"/>
              <a:gd name="connsiteY305" fmla="*/ 1434303 h 6858000"/>
              <a:gd name="connsiteX306" fmla="*/ 4052139 w 5362575"/>
              <a:gd name="connsiteY306" fmla="*/ 1423043 h 6858000"/>
              <a:gd name="connsiteX307" fmla="*/ 4009916 w 5362575"/>
              <a:gd name="connsiteY307" fmla="*/ 1410376 h 6858000"/>
              <a:gd name="connsiteX308" fmla="*/ 3969100 w 5362575"/>
              <a:gd name="connsiteY308" fmla="*/ 1396302 h 6858000"/>
              <a:gd name="connsiteX309" fmla="*/ 3931099 w 5362575"/>
              <a:gd name="connsiteY309" fmla="*/ 1379412 h 6858000"/>
              <a:gd name="connsiteX310" fmla="*/ 3895913 w 5362575"/>
              <a:gd name="connsiteY310" fmla="*/ 1359708 h 6858000"/>
              <a:gd name="connsiteX311" fmla="*/ 3864949 w 5362575"/>
              <a:gd name="connsiteY311" fmla="*/ 1334374 h 6858000"/>
              <a:gd name="connsiteX312" fmla="*/ 3832578 w 5362575"/>
              <a:gd name="connsiteY312" fmla="*/ 1306225 h 6858000"/>
              <a:gd name="connsiteX313" fmla="*/ 3804429 w 5362575"/>
              <a:gd name="connsiteY313" fmla="*/ 1273854 h 6858000"/>
              <a:gd name="connsiteX314" fmla="*/ 3777687 w 5362575"/>
              <a:gd name="connsiteY314" fmla="*/ 1240075 h 6858000"/>
              <a:gd name="connsiteX315" fmla="*/ 3750946 w 5362575"/>
              <a:gd name="connsiteY315" fmla="*/ 1204889 h 6858000"/>
              <a:gd name="connsiteX316" fmla="*/ 3724204 w 5362575"/>
              <a:gd name="connsiteY316" fmla="*/ 1169703 h 6858000"/>
              <a:gd name="connsiteX317" fmla="*/ 3697463 w 5362575"/>
              <a:gd name="connsiteY317" fmla="*/ 1135924 h 6858000"/>
              <a:gd name="connsiteX318" fmla="*/ 3667907 w 5362575"/>
              <a:gd name="connsiteY318" fmla="*/ 1103553 h 6858000"/>
              <a:gd name="connsiteX319" fmla="*/ 3638350 w 5362575"/>
              <a:gd name="connsiteY319" fmla="*/ 1075404 h 6858000"/>
              <a:gd name="connsiteX320" fmla="*/ 3604572 w 5362575"/>
              <a:gd name="connsiteY320" fmla="*/ 1051478 h 6858000"/>
              <a:gd name="connsiteX321" fmla="*/ 3569385 w 5362575"/>
              <a:gd name="connsiteY321" fmla="*/ 1033181 h 6858000"/>
              <a:gd name="connsiteX322" fmla="*/ 3527162 w 5362575"/>
              <a:gd name="connsiteY322" fmla="*/ 1020514 h 6858000"/>
              <a:gd name="connsiteX323" fmla="*/ 3483531 w 5362575"/>
              <a:gd name="connsiteY323" fmla="*/ 1014884 h 6858000"/>
              <a:gd name="connsiteX324" fmla="*/ 3438493 w 5362575"/>
              <a:gd name="connsiteY324" fmla="*/ 1013477 h 6858000"/>
              <a:gd name="connsiteX325" fmla="*/ 3390640 w 5362575"/>
              <a:gd name="connsiteY325" fmla="*/ 1017699 h 6858000"/>
              <a:gd name="connsiteX326" fmla="*/ 3342787 w 5362575"/>
              <a:gd name="connsiteY326" fmla="*/ 1023329 h 6858000"/>
              <a:gd name="connsiteX327" fmla="*/ 3294933 w 5362575"/>
              <a:gd name="connsiteY327" fmla="*/ 1030366 h 6858000"/>
              <a:gd name="connsiteX328" fmla="*/ 3247080 w 5362575"/>
              <a:gd name="connsiteY328" fmla="*/ 1035996 h 6858000"/>
              <a:gd name="connsiteX329" fmla="*/ 3199227 w 5362575"/>
              <a:gd name="connsiteY329" fmla="*/ 1038811 h 6858000"/>
              <a:gd name="connsiteX330" fmla="*/ 3152781 w 5362575"/>
              <a:gd name="connsiteY330" fmla="*/ 1038811 h 6858000"/>
              <a:gd name="connsiteX331" fmla="*/ 3109151 w 5362575"/>
              <a:gd name="connsiteY331" fmla="*/ 1033181 h 6858000"/>
              <a:gd name="connsiteX332" fmla="*/ 3064112 w 5362575"/>
              <a:gd name="connsiteY332" fmla="*/ 1021921 h 6858000"/>
              <a:gd name="connsiteX333" fmla="*/ 3023296 w 5362575"/>
              <a:gd name="connsiteY333" fmla="*/ 1005032 h 6858000"/>
              <a:gd name="connsiteX334" fmla="*/ 2981073 w 5362575"/>
              <a:gd name="connsiteY334" fmla="*/ 982513 h 6858000"/>
              <a:gd name="connsiteX335" fmla="*/ 2938850 w 5362575"/>
              <a:gd name="connsiteY335" fmla="*/ 959994 h 6858000"/>
              <a:gd name="connsiteX336" fmla="*/ 2896626 w 5362575"/>
              <a:gd name="connsiteY336" fmla="*/ 934660 h 6858000"/>
              <a:gd name="connsiteX337" fmla="*/ 2855810 w 5362575"/>
              <a:gd name="connsiteY337" fmla="*/ 910733 h 6858000"/>
              <a:gd name="connsiteX338" fmla="*/ 2812180 w 5362575"/>
              <a:gd name="connsiteY338" fmla="*/ 889621 h 6858000"/>
              <a:gd name="connsiteX339" fmla="*/ 2769956 w 5362575"/>
              <a:gd name="connsiteY339" fmla="*/ 872732 h 6858000"/>
              <a:gd name="connsiteX340" fmla="*/ 2726325 w 5362575"/>
              <a:gd name="connsiteY340" fmla="*/ 861472 h 6858000"/>
              <a:gd name="connsiteX341" fmla="*/ 2681287 w 5362575"/>
              <a:gd name="connsiteY341" fmla="*/ 857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</a:cxnLst>
            <a:rect l="l" t="t" r="r" b="b"/>
            <a:pathLst>
              <a:path w="5362575" h="6858000">
                <a:moveTo>
                  <a:pt x="0" y="0"/>
                </a:moveTo>
                <a:lnTo>
                  <a:pt x="5362575" y="0"/>
                </a:lnTo>
                <a:lnTo>
                  <a:pt x="5362575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681287" y="857250"/>
                </a:moveTo>
                <a:lnTo>
                  <a:pt x="2636249" y="861472"/>
                </a:lnTo>
                <a:lnTo>
                  <a:pt x="2592618" y="872732"/>
                </a:lnTo>
                <a:lnTo>
                  <a:pt x="2550395" y="889621"/>
                </a:lnTo>
                <a:lnTo>
                  <a:pt x="2506764" y="910733"/>
                </a:lnTo>
                <a:lnTo>
                  <a:pt x="2465948" y="934660"/>
                </a:lnTo>
                <a:lnTo>
                  <a:pt x="2423725" y="959994"/>
                </a:lnTo>
                <a:lnTo>
                  <a:pt x="2381501" y="982513"/>
                </a:lnTo>
                <a:lnTo>
                  <a:pt x="2339278" y="1005032"/>
                </a:lnTo>
                <a:lnTo>
                  <a:pt x="2297055" y="1021921"/>
                </a:lnTo>
                <a:lnTo>
                  <a:pt x="2253424" y="1033181"/>
                </a:lnTo>
                <a:lnTo>
                  <a:pt x="2209793" y="1038811"/>
                </a:lnTo>
                <a:lnTo>
                  <a:pt x="2163347" y="1038811"/>
                </a:lnTo>
                <a:lnTo>
                  <a:pt x="2115494" y="1035996"/>
                </a:lnTo>
                <a:lnTo>
                  <a:pt x="2067641" y="1030366"/>
                </a:lnTo>
                <a:lnTo>
                  <a:pt x="2019788" y="1023329"/>
                </a:lnTo>
                <a:lnTo>
                  <a:pt x="1971934" y="1017699"/>
                </a:lnTo>
                <a:lnTo>
                  <a:pt x="1924081" y="1013477"/>
                </a:lnTo>
                <a:lnTo>
                  <a:pt x="1879043" y="1014884"/>
                </a:lnTo>
                <a:lnTo>
                  <a:pt x="1835412" y="1020514"/>
                </a:lnTo>
                <a:lnTo>
                  <a:pt x="1793189" y="1033181"/>
                </a:lnTo>
                <a:lnTo>
                  <a:pt x="1758003" y="1051478"/>
                </a:lnTo>
                <a:lnTo>
                  <a:pt x="1724224" y="1075404"/>
                </a:lnTo>
                <a:lnTo>
                  <a:pt x="1694668" y="1103553"/>
                </a:lnTo>
                <a:lnTo>
                  <a:pt x="1665111" y="1135924"/>
                </a:lnTo>
                <a:lnTo>
                  <a:pt x="1638370" y="1169703"/>
                </a:lnTo>
                <a:lnTo>
                  <a:pt x="1611628" y="1204889"/>
                </a:lnTo>
                <a:lnTo>
                  <a:pt x="1584887" y="1240075"/>
                </a:lnTo>
                <a:lnTo>
                  <a:pt x="1558145" y="1273854"/>
                </a:lnTo>
                <a:lnTo>
                  <a:pt x="1529996" y="1306225"/>
                </a:lnTo>
                <a:lnTo>
                  <a:pt x="1497625" y="1334374"/>
                </a:lnTo>
                <a:lnTo>
                  <a:pt x="1466661" y="1359708"/>
                </a:lnTo>
                <a:lnTo>
                  <a:pt x="1431475" y="1379412"/>
                </a:lnTo>
                <a:lnTo>
                  <a:pt x="1393474" y="1396302"/>
                </a:lnTo>
                <a:lnTo>
                  <a:pt x="1352658" y="1410376"/>
                </a:lnTo>
                <a:lnTo>
                  <a:pt x="1310435" y="1423043"/>
                </a:lnTo>
                <a:lnTo>
                  <a:pt x="1268212" y="1434303"/>
                </a:lnTo>
                <a:lnTo>
                  <a:pt x="1224581" y="1445562"/>
                </a:lnTo>
                <a:lnTo>
                  <a:pt x="1183765" y="1458229"/>
                </a:lnTo>
                <a:lnTo>
                  <a:pt x="1142949" y="1472304"/>
                </a:lnTo>
                <a:lnTo>
                  <a:pt x="1104948" y="1489193"/>
                </a:lnTo>
                <a:lnTo>
                  <a:pt x="1071169" y="1510305"/>
                </a:lnTo>
                <a:lnTo>
                  <a:pt x="1040205" y="1535639"/>
                </a:lnTo>
                <a:lnTo>
                  <a:pt x="1014871" y="1566603"/>
                </a:lnTo>
                <a:lnTo>
                  <a:pt x="993760" y="1600381"/>
                </a:lnTo>
                <a:lnTo>
                  <a:pt x="976870" y="1638382"/>
                </a:lnTo>
                <a:lnTo>
                  <a:pt x="962796" y="1679198"/>
                </a:lnTo>
                <a:lnTo>
                  <a:pt x="950129" y="1720014"/>
                </a:lnTo>
                <a:lnTo>
                  <a:pt x="938869" y="1763645"/>
                </a:lnTo>
                <a:lnTo>
                  <a:pt x="927610" y="1805868"/>
                </a:lnTo>
                <a:lnTo>
                  <a:pt x="914943" y="1848092"/>
                </a:lnTo>
                <a:lnTo>
                  <a:pt x="900868" y="1888908"/>
                </a:lnTo>
                <a:lnTo>
                  <a:pt x="883979" y="1926909"/>
                </a:lnTo>
                <a:lnTo>
                  <a:pt x="864275" y="1962095"/>
                </a:lnTo>
                <a:lnTo>
                  <a:pt x="838941" y="1993059"/>
                </a:lnTo>
                <a:lnTo>
                  <a:pt x="810792" y="2025430"/>
                </a:lnTo>
                <a:lnTo>
                  <a:pt x="778420" y="2053579"/>
                </a:lnTo>
                <a:lnTo>
                  <a:pt x="743234" y="2080320"/>
                </a:lnTo>
                <a:lnTo>
                  <a:pt x="708048" y="2107062"/>
                </a:lnTo>
                <a:lnTo>
                  <a:pt x="672862" y="2133803"/>
                </a:lnTo>
                <a:lnTo>
                  <a:pt x="639083" y="2160545"/>
                </a:lnTo>
                <a:lnTo>
                  <a:pt x="606712" y="2190101"/>
                </a:lnTo>
                <a:lnTo>
                  <a:pt x="578563" y="2219658"/>
                </a:lnTo>
                <a:lnTo>
                  <a:pt x="554637" y="2253436"/>
                </a:lnTo>
                <a:lnTo>
                  <a:pt x="536340" y="2288622"/>
                </a:lnTo>
                <a:lnTo>
                  <a:pt x="523673" y="2330846"/>
                </a:lnTo>
                <a:lnTo>
                  <a:pt x="518043" y="2374477"/>
                </a:lnTo>
                <a:lnTo>
                  <a:pt x="516635" y="2419515"/>
                </a:lnTo>
                <a:lnTo>
                  <a:pt x="520858" y="2467368"/>
                </a:lnTo>
                <a:lnTo>
                  <a:pt x="526488" y="2515221"/>
                </a:lnTo>
                <a:lnTo>
                  <a:pt x="533525" y="2563074"/>
                </a:lnTo>
                <a:lnTo>
                  <a:pt x="539155" y="2610927"/>
                </a:lnTo>
                <a:lnTo>
                  <a:pt x="541970" y="2658781"/>
                </a:lnTo>
                <a:lnTo>
                  <a:pt x="541970" y="2705226"/>
                </a:lnTo>
                <a:lnTo>
                  <a:pt x="536340" y="2748857"/>
                </a:lnTo>
                <a:lnTo>
                  <a:pt x="525080" y="2792488"/>
                </a:lnTo>
                <a:lnTo>
                  <a:pt x="508191" y="2833304"/>
                </a:lnTo>
                <a:lnTo>
                  <a:pt x="487079" y="2875527"/>
                </a:lnTo>
                <a:lnTo>
                  <a:pt x="463153" y="2917751"/>
                </a:lnTo>
                <a:lnTo>
                  <a:pt x="437819" y="2959974"/>
                </a:lnTo>
                <a:lnTo>
                  <a:pt x="413892" y="3000790"/>
                </a:lnTo>
                <a:lnTo>
                  <a:pt x="392780" y="3044421"/>
                </a:lnTo>
                <a:lnTo>
                  <a:pt x="375891" y="3086644"/>
                </a:lnTo>
                <a:lnTo>
                  <a:pt x="364631" y="3130275"/>
                </a:lnTo>
                <a:lnTo>
                  <a:pt x="360409" y="3175313"/>
                </a:lnTo>
                <a:lnTo>
                  <a:pt x="364631" y="3220351"/>
                </a:lnTo>
                <a:lnTo>
                  <a:pt x="375891" y="3263982"/>
                </a:lnTo>
                <a:lnTo>
                  <a:pt x="392780" y="3306206"/>
                </a:lnTo>
                <a:lnTo>
                  <a:pt x="413892" y="3349836"/>
                </a:lnTo>
                <a:lnTo>
                  <a:pt x="437819" y="3390652"/>
                </a:lnTo>
                <a:lnTo>
                  <a:pt x="463153" y="3432876"/>
                </a:lnTo>
                <a:lnTo>
                  <a:pt x="487079" y="3475099"/>
                </a:lnTo>
                <a:lnTo>
                  <a:pt x="508191" y="3517322"/>
                </a:lnTo>
                <a:lnTo>
                  <a:pt x="525080" y="3558138"/>
                </a:lnTo>
                <a:lnTo>
                  <a:pt x="536340" y="3601769"/>
                </a:lnTo>
                <a:lnTo>
                  <a:pt x="541970" y="3645400"/>
                </a:lnTo>
                <a:lnTo>
                  <a:pt x="541970" y="3691846"/>
                </a:lnTo>
                <a:lnTo>
                  <a:pt x="539155" y="3739699"/>
                </a:lnTo>
                <a:lnTo>
                  <a:pt x="533525" y="3787552"/>
                </a:lnTo>
                <a:lnTo>
                  <a:pt x="526488" y="3835405"/>
                </a:lnTo>
                <a:lnTo>
                  <a:pt x="520858" y="3883258"/>
                </a:lnTo>
                <a:lnTo>
                  <a:pt x="516635" y="3931111"/>
                </a:lnTo>
                <a:lnTo>
                  <a:pt x="518043" y="3976150"/>
                </a:lnTo>
                <a:lnTo>
                  <a:pt x="523673" y="4019781"/>
                </a:lnTo>
                <a:lnTo>
                  <a:pt x="536340" y="4062004"/>
                </a:lnTo>
                <a:lnTo>
                  <a:pt x="554637" y="4097190"/>
                </a:lnTo>
                <a:lnTo>
                  <a:pt x="578563" y="4130969"/>
                </a:lnTo>
                <a:lnTo>
                  <a:pt x="606712" y="4160525"/>
                </a:lnTo>
                <a:lnTo>
                  <a:pt x="639083" y="4190081"/>
                </a:lnTo>
                <a:lnTo>
                  <a:pt x="672862" y="4216823"/>
                </a:lnTo>
                <a:lnTo>
                  <a:pt x="708048" y="4243564"/>
                </a:lnTo>
                <a:lnTo>
                  <a:pt x="743234" y="4270306"/>
                </a:lnTo>
                <a:lnTo>
                  <a:pt x="778420" y="4297047"/>
                </a:lnTo>
                <a:lnTo>
                  <a:pt x="810792" y="4325196"/>
                </a:lnTo>
                <a:lnTo>
                  <a:pt x="838941" y="4357567"/>
                </a:lnTo>
                <a:lnTo>
                  <a:pt x="864275" y="4388531"/>
                </a:lnTo>
                <a:lnTo>
                  <a:pt x="883979" y="4423717"/>
                </a:lnTo>
                <a:lnTo>
                  <a:pt x="900868" y="4461718"/>
                </a:lnTo>
                <a:lnTo>
                  <a:pt x="914943" y="4502534"/>
                </a:lnTo>
                <a:lnTo>
                  <a:pt x="927610" y="4544758"/>
                </a:lnTo>
                <a:lnTo>
                  <a:pt x="938869" y="4586981"/>
                </a:lnTo>
                <a:lnTo>
                  <a:pt x="950129" y="4630612"/>
                </a:lnTo>
                <a:lnTo>
                  <a:pt x="962796" y="4671428"/>
                </a:lnTo>
                <a:lnTo>
                  <a:pt x="976870" y="4712244"/>
                </a:lnTo>
                <a:lnTo>
                  <a:pt x="993760" y="4750245"/>
                </a:lnTo>
                <a:lnTo>
                  <a:pt x="1014871" y="4784024"/>
                </a:lnTo>
                <a:lnTo>
                  <a:pt x="1040205" y="4814987"/>
                </a:lnTo>
                <a:lnTo>
                  <a:pt x="1071169" y="4840321"/>
                </a:lnTo>
                <a:lnTo>
                  <a:pt x="1104948" y="4861433"/>
                </a:lnTo>
                <a:lnTo>
                  <a:pt x="1142949" y="4878322"/>
                </a:lnTo>
                <a:lnTo>
                  <a:pt x="1183765" y="4892397"/>
                </a:lnTo>
                <a:lnTo>
                  <a:pt x="1224581" y="4905064"/>
                </a:lnTo>
                <a:lnTo>
                  <a:pt x="1268212" y="4916323"/>
                </a:lnTo>
                <a:lnTo>
                  <a:pt x="1310435" y="4927583"/>
                </a:lnTo>
                <a:lnTo>
                  <a:pt x="1352658" y="4940250"/>
                </a:lnTo>
                <a:lnTo>
                  <a:pt x="1393474" y="4954324"/>
                </a:lnTo>
                <a:lnTo>
                  <a:pt x="1431475" y="4971214"/>
                </a:lnTo>
                <a:lnTo>
                  <a:pt x="1466661" y="4990918"/>
                </a:lnTo>
                <a:lnTo>
                  <a:pt x="1497625" y="5016252"/>
                </a:lnTo>
                <a:lnTo>
                  <a:pt x="1529996" y="5044401"/>
                </a:lnTo>
                <a:lnTo>
                  <a:pt x="1558145" y="5076772"/>
                </a:lnTo>
                <a:lnTo>
                  <a:pt x="1584887" y="5110551"/>
                </a:lnTo>
                <a:lnTo>
                  <a:pt x="1611628" y="5145737"/>
                </a:lnTo>
                <a:lnTo>
                  <a:pt x="1638370" y="5180923"/>
                </a:lnTo>
                <a:lnTo>
                  <a:pt x="1665111" y="5214702"/>
                </a:lnTo>
                <a:lnTo>
                  <a:pt x="1694668" y="5247073"/>
                </a:lnTo>
                <a:lnTo>
                  <a:pt x="1724224" y="5275222"/>
                </a:lnTo>
                <a:lnTo>
                  <a:pt x="1758003" y="5299149"/>
                </a:lnTo>
                <a:lnTo>
                  <a:pt x="1793189" y="5317446"/>
                </a:lnTo>
                <a:lnTo>
                  <a:pt x="1835412" y="5330113"/>
                </a:lnTo>
                <a:lnTo>
                  <a:pt x="1879043" y="5335742"/>
                </a:lnTo>
                <a:lnTo>
                  <a:pt x="1924081" y="5337150"/>
                </a:lnTo>
                <a:lnTo>
                  <a:pt x="1971934" y="5332927"/>
                </a:lnTo>
                <a:lnTo>
                  <a:pt x="2019788" y="5327298"/>
                </a:lnTo>
                <a:lnTo>
                  <a:pt x="2067641" y="5320260"/>
                </a:lnTo>
                <a:lnTo>
                  <a:pt x="2115494" y="5314631"/>
                </a:lnTo>
                <a:lnTo>
                  <a:pt x="2163347" y="5311816"/>
                </a:lnTo>
                <a:lnTo>
                  <a:pt x="2209793" y="5311816"/>
                </a:lnTo>
                <a:lnTo>
                  <a:pt x="2253424" y="5317446"/>
                </a:lnTo>
                <a:lnTo>
                  <a:pt x="2297055" y="5328705"/>
                </a:lnTo>
                <a:lnTo>
                  <a:pt x="2339278" y="5345594"/>
                </a:lnTo>
                <a:lnTo>
                  <a:pt x="2381501" y="5368114"/>
                </a:lnTo>
                <a:lnTo>
                  <a:pt x="2423725" y="5390633"/>
                </a:lnTo>
                <a:lnTo>
                  <a:pt x="2465948" y="5415967"/>
                </a:lnTo>
                <a:lnTo>
                  <a:pt x="2506764" y="5439893"/>
                </a:lnTo>
                <a:lnTo>
                  <a:pt x="2550395" y="5461005"/>
                </a:lnTo>
                <a:lnTo>
                  <a:pt x="2592618" y="5477894"/>
                </a:lnTo>
                <a:lnTo>
                  <a:pt x="2636249" y="5489154"/>
                </a:lnTo>
                <a:lnTo>
                  <a:pt x="2681287" y="5493376"/>
                </a:lnTo>
                <a:lnTo>
                  <a:pt x="2726325" y="5489154"/>
                </a:lnTo>
                <a:lnTo>
                  <a:pt x="2769956" y="5477894"/>
                </a:lnTo>
                <a:lnTo>
                  <a:pt x="2812180" y="5461005"/>
                </a:lnTo>
                <a:lnTo>
                  <a:pt x="2855810" y="5439893"/>
                </a:lnTo>
                <a:lnTo>
                  <a:pt x="2896626" y="5415967"/>
                </a:lnTo>
                <a:lnTo>
                  <a:pt x="2938850" y="5390633"/>
                </a:lnTo>
                <a:lnTo>
                  <a:pt x="2981073" y="5368114"/>
                </a:lnTo>
                <a:lnTo>
                  <a:pt x="3023296" y="5345594"/>
                </a:lnTo>
                <a:lnTo>
                  <a:pt x="3064112" y="5328705"/>
                </a:lnTo>
                <a:lnTo>
                  <a:pt x="3109151" y="5317446"/>
                </a:lnTo>
                <a:lnTo>
                  <a:pt x="3152781" y="5311816"/>
                </a:lnTo>
                <a:lnTo>
                  <a:pt x="3199227" y="5311816"/>
                </a:lnTo>
                <a:lnTo>
                  <a:pt x="3247080" y="5314631"/>
                </a:lnTo>
                <a:lnTo>
                  <a:pt x="3294933" y="5320260"/>
                </a:lnTo>
                <a:lnTo>
                  <a:pt x="3342787" y="5327298"/>
                </a:lnTo>
                <a:lnTo>
                  <a:pt x="3390640" y="5332927"/>
                </a:lnTo>
                <a:lnTo>
                  <a:pt x="3438493" y="5337150"/>
                </a:lnTo>
                <a:lnTo>
                  <a:pt x="3483531" y="5335742"/>
                </a:lnTo>
                <a:lnTo>
                  <a:pt x="3527162" y="5330113"/>
                </a:lnTo>
                <a:lnTo>
                  <a:pt x="3569385" y="5317446"/>
                </a:lnTo>
                <a:lnTo>
                  <a:pt x="3604572" y="5299149"/>
                </a:lnTo>
                <a:lnTo>
                  <a:pt x="3638350" y="5275222"/>
                </a:lnTo>
                <a:lnTo>
                  <a:pt x="3667907" y="5247073"/>
                </a:lnTo>
                <a:lnTo>
                  <a:pt x="3697463" y="5214702"/>
                </a:lnTo>
                <a:lnTo>
                  <a:pt x="3724204" y="5180923"/>
                </a:lnTo>
                <a:lnTo>
                  <a:pt x="3750946" y="5145737"/>
                </a:lnTo>
                <a:lnTo>
                  <a:pt x="3777687" y="5110551"/>
                </a:lnTo>
                <a:lnTo>
                  <a:pt x="3804429" y="5076772"/>
                </a:lnTo>
                <a:lnTo>
                  <a:pt x="3832578" y="5044401"/>
                </a:lnTo>
                <a:lnTo>
                  <a:pt x="3864949" y="5016252"/>
                </a:lnTo>
                <a:lnTo>
                  <a:pt x="3895913" y="4990918"/>
                </a:lnTo>
                <a:lnTo>
                  <a:pt x="3931099" y="4971214"/>
                </a:lnTo>
                <a:lnTo>
                  <a:pt x="3969100" y="4954324"/>
                </a:lnTo>
                <a:lnTo>
                  <a:pt x="4009916" y="4940250"/>
                </a:lnTo>
                <a:lnTo>
                  <a:pt x="4052139" y="4927583"/>
                </a:lnTo>
                <a:lnTo>
                  <a:pt x="4094363" y="4916323"/>
                </a:lnTo>
                <a:lnTo>
                  <a:pt x="4137993" y="4905064"/>
                </a:lnTo>
                <a:lnTo>
                  <a:pt x="4178809" y="4892397"/>
                </a:lnTo>
                <a:lnTo>
                  <a:pt x="4219625" y="4878322"/>
                </a:lnTo>
                <a:lnTo>
                  <a:pt x="4257626" y="4861433"/>
                </a:lnTo>
                <a:lnTo>
                  <a:pt x="4291405" y="4840321"/>
                </a:lnTo>
                <a:lnTo>
                  <a:pt x="4322369" y="4814987"/>
                </a:lnTo>
                <a:lnTo>
                  <a:pt x="4347703" y="4784024"/>
                </a:lnTo>
                <a:lnTo>
                  <a:pt x="4368815" y="4750245"/>
                </a:lnTo>
                <a:lnTo>
                  <a:pt x="4385704" y="4712244"/>
                </a:lnTo>
                <a:lnTo>
                  <a:pt x="4399778" y="4671428"/>
                </a:lnTo>
                <a:lnTo>
                  <a:pt x="4412445" y="4630612"/>
                </a:lnTo>
                <a:lnTo>
                  <a:pt x="4423705" y="4586981"/>
                </a:lnTo>
                <a:lnTo>
                  <a:pt x="4434964" y="4544758"/>
                </a:lnTo>
                <a:lnTo>
                  <a:pt x="4447632" y="4502534"/>
                </a:lnTo>
                <a:lnTo>
                  <a:pt x="4461706" y="4461718"/>
                </a:lnTo>
                <a:lnTo>
                  <a:pt x="4478595" y="4423717"/>
                </a:lnTo>
                <a:lnTo>
                  <a:pt x="4498300" y="4388531"/>
                </a:lnTo>
                <a:lnTo>
                  <a:pt x="4523634" y="4357567"/>
                </a:lnTo>
                <a:lnTo>
                  <a:pt x="4551782" y="4325196"/>
                </a:lnTo>
                <a:lnTo>
                  <a:pt x="4584154" y="4297047"/>
                </a:lnTo>
                <a:lnTo>
                  <a:pt x="4617933" y="4270306"/>
                </a:lnTo>
                <a:lnTo>
                  <a:pt x="4654526" y="4243564"/>
                </a:lnTo>
                <a:lnTo>
                  <a:pt x="4689712" y="4216823"/>
                </a:lnTo>
                <a:lnTo>
                  <a:pt x="4723491" y="4190081"/>
                </a:lnTo>
                <a:lnTo>
                  <a:pt x="4755862" y="4160525"/>
                </a:lnTo>
                <a:lnTo>
                  <a:pt x="4784011" y="4130969"/>
                </a:lnTo>
                <a:lnTo>
                  <a:pt x="4807938" y="4097190"/>
                </a:lnTo>
                <a:lnTo>
                  <a:pt x="4826235" y="4062004"/>
                </a:lnTo>
                <a:lnTo>
                  <a:pt x="4838902" y="4019781"/>
                </a:lnTo>
                <a:lnTo>
                  <a:pt x="4844531" y="3976150"/>
                </a:lnTo>
                <a:lnTo>
                  <a:pt x="4845939" y="3931111"/>
                </a:lnTo>
                <a:lnTo>
                  <a:pt x="4841716" y="3883258"/>
                </a:lnTo>
                <a:lnTo>
                  <a:pt x="4836087" y="3835405"/>
                </a:lnTo>
                <a:lnTo>
                  <a:pt x="4829049" y="3787552"/>
                </a:lnTo>
                <a:lnTo>
                  <a:pt x="4823420" y="3739699"/>
                </a:lnTo>
                <a:lnTo>
                  <a:pt x="4820605" y="3691846"/>
                </a:lnTo>
                <a:lnTo>
                  <a:pt x="4820605" y="3645400"/>
                </a:lnTo>
                <a:lnTo>
                  <a:pt x="4826235" y="3601769"/>
                </a:lnTo>
                <a:lnTo>
                  <a:pt x="4837494" y="3558138"/>
                </a:lnTo>
                <a:lnTo>
                  <a:pt x="4854383" y="3517322"/>
                </a:lnTo>
                <a:lnTo>
                  <a:pt x="4876903" y="3475099"/>
                </a:lnTo>
                <a:lnTo>
                  <a:pt x="4899422" y="3432876"/>
                </a:lnTo>
                <a:lnTo>
                  <a:pt x="4924756" y="3390652"/>
                </a:lnTo>
                <a:lnTo>
                  <a:pt x="4948682" y="3349836"/>
                </a:lnTo>
                <a:lnTo>
                  <a:pt x="4969794" y="3306206"/>
                </a:lnTo>
                <a:lnTo>
                  <a:pt x="4986683" y="3263982"/>
                </a:lnTo>
                <a:lnTo>
                  <a:pt x="4997943" y="3220351"/>
                </a:lnTo>
                <a:lnTo>
                  <a:pt x="5002165" y="3175313"/>
                </a:lnTo>
                <a:lnTo>
                  <a:pt x="4997943" y="3130275"/>
                </a:lnTo>
                <a:lnTo>
                  <a:pt x="4986683" y="3086644"/>
                </a:lnTo>
                <a:lnTo>
                  <a:pt x="4969794" y="3044421"/>
                </a:lnTo>
                <a:lnTo>
                  <a:pt x="4948682" y="3000790"/>
                </a:lnTo>
                <a:lnTo>
                  <a:pt x="4924756" y="2959974"/>
                </a:lnTo>
                <a:lnTo>
                  <a:pt x="4899422" y="2917751"/>
                </a:lnTo>
                <a:lnTo>
                  <a:pt x="4876903" y="2875527"/>
                </a:lnTo>
                <a:lnTo>
                  <a:pt x="4854383" y="2833304"/>
                </a:lnTo>
                <a:lnTo>
                  <a:pt x="4837494" y="2792488"/>
                </a:lnTo>
                <a:lnTo>
                  <a:pt x="4826235" y="2748857"/>
                </a:lnTo>
                <a:lnTo>
                  <a:pt x="4820605" y="2705226"/>
                </a:lnTo>
                <a:lnTo>
                  <a:pt x="4820605" y="2658781"/>
                </a:lnTo>
                <a:lnTo>
                  <a:pt x="4823420" y="2610927"/>
                </a:lnTo>
                <a:lnTo>
                  <a:pt x="4829049" y="2563074"/>
                </a:lnTo>
                <a:lnTo>
                  <a:pt x="4836087" y="2515221"/>
                </a:lnTo>
                <a:lnTo>
                  <a:pt x="4841716" y="2467368"/>
                </a:lnTo>
                <a:lnTo>
                  <a:pt x="4845939" y="2419515"/>
                </a:lnTo>
                <a:lnTo>
                  <a:pt x="4844531" y="2374477"/>
                </a:lnTo>
                <a:lnTo>
                  <a:pt x="4838902" y="2330846"/>
                </a:lnTo>
                <a:lnTo>
                  <a:pt x="4826235" y="2288622"/>
                </a:lnTo>
                <a:lnTo>
                  <a:pt x="4807938" y="2253436"/>
                </a:lnTo>
                <a:lnTo>
                  <a:pt x="4784011" y="2219658"/>
                </a:lnTo>
                <a:lnTo>
                  <a:pt x="4755862" y="2190101"/>
                </a:lnTo>
                <a:lnTo>
                  <a:pt x="4723491" y="2160545"/>
                </a:lnTo>
                <a:lnTo>
                  <a:pt x="4689712" y="2133803"/>
                </a:lnTo>
                <a:lnTo>
                  <a:pt x="4654526" y="2107062"/>
                </a:lnTo>
                <a:lnTo>
                  <a:pt x="4617933" y="2080320"/>
                </a:lnTo>
                <a:lnTo>
                  <a:pt x="4584154" y="2053579"/>
                </a:lnTo>
                <a:lnTo>
                  <a:pt x="4551782" y="2025430"/>
                </a:lnTo>
                <a:lnTo>
                  <a:pt x="4523634" y="1993059"/>
                </a:lnTo>
                <a:lnTo>
                  <a:pt x="4498300" y="1962095"/>
                </a:lnTo>
                <a:lnTo>
                  <a:pt x="4478595" y="1926909"/>
                </a:lnTo>
                <a:lnTo>
                  <a:pt x="4461706" y="1888908"/>
                </a:lnTo>
                <a:lnTo>
                  <a:pt x="4447632" y="1848092"/>
                </a:lnTo>
                <a:lnTo>
                  <a:pt x="4434964" y="1805868"/>
                </a:lnTo>
                <a:lnTo>
                  <a:pt x="4423705" y="1763645"/>
                </a:lnTo>
                <a:lnTo>
                  <a:pt x="4412445" y="1720014"/>
                </a:lnTo>
                <a:lnTo>
                  <a:pt x="4399778" y="1679198"/>
                </a:lnTo>
                <a:lnTo>
                  <a:pt x="4385704" y="1638382"/>
                </a:lnTo>
                <a:lnTo>
                  <a:pt x="4368815" y="1600381"/>
                </a:lnTo>
                <a:lnTo>
                  <a:pt x="4347703" y="1566603"/>
                </a:lnTo>
                <a:lnTo>
                  <a:pt x="4322369" y="1535639"/>
                </a:lnTo>
                <a:lnTo>
                  <a:pt x="4291405" y="1510305"/>
                </a:lnTo>
                <a:lnTo>
                  <a:pt x="4257626" y="1489193"/>
                </a:lnTo>
                <a:lnTo>
                  <a:pt x="4219625" y="1472304"/>
                </a:lnTo>
                <a:lnTo>
                  <a:pt x="4178809" y="1458229"/>
                </a:lnTo>
                <a:lnTo>
                  <a:pt x="4137993" y="1445562"/>
                </a:lnTo>
                <a:lnTo>
                  <a:pt x="4094363" y="1434303"/>
                </a:lnTo>
                <a:lnTo>
                  <a:pt x="4052139" y="1423043"/>
                </a:lnTo>
                <a:lnTo>
                  <a:pt x="4009916" y="1410376"/>
                </a:lnTo>
                <a:lnTo>
                  <a:pt x="3969100" y="1396302"/>
                </a:lnTo>
                <a:lnTo>
                  <a:pt x="3931099" y="1379412"/>
                </a:lnTo>
                <a:lnTo>
                  <a:pt x="3895913" y="1359708"/>
                </a:lnTo>
                <a:lnTo>
                  <a:pt x="3864949" y="1334374"/>
                </a:lnTo>
                <a:lnTo>
                  <a:pt x="3832578" y="1306225"/>
                </a:lnTo>
                <a:lnTo>
                  <a:pt x="3804429" y="1273854"/>
                </a:lnTo>
                <a:lnTo>
                  <a:pt x="3777687" y="1240075"/>
                </a:lnTo>
                <a:lnTo>
                  <a:pt x="3750946" y="1204889"/>
                </a:lnTo>
                <a:lnTo>
                  <a:pt x="3724204" y="1169703"/>
                </a:lnTo>
                <a:lnTo>
                  <a:pt x="3697463" y="1135924"/>
                </a:lnTo>
                <a:lnTo>
                  <a:pt x="3667907" y="1103553"/>
                </a:lnTo>
                <a:lnTo>
                  <a:pt x="3638350" y="1075404"/>
                </a:lnTo>
                <a:lnTo>
                  <a:pt x="3604572" y="1051478"/>
                </a:lnTo>
                <a:lnTo>
                  <a:pt x="3569385" y="1033181"/>
                </a:lnTo>
                <a:lnTo>
                  <a:pt x="3527162" y="1020514"/>
                </a:lnTo>
                <a:lnTo>
                  <a:pt x="3483531" y="1014884"/>
                </a:lnTo>
                <a:lnTo>
                  <a:pt x="3438493" y="1013477"/>
                </a:lnTo>
                <a:lnTo>
                  <a:pt x="3390640" y="1017699"/>
                </a:lnTo>
                <a:lnTo>
                  <a:pt x="3342787" y="1023329"/>
                </a:lnTo>
                <a:lnTo>
                  <a:pt x="3294933" y="1030366"/>
                </a:lnTo>
                <a:lnTo>
                  <a:pt x="3247080" y="1035996"/>
                </a:lnTo>
                <a:lnTo>
                  <a:pt x="3199227" y="1038811"/>
                </a:lnTo>
                <a:lnTo>
                  <a:pt x="3152781" y="1038811"/>
                </a:lnTo>
                <a:lnTo>
                  <a:pt x="3109151" y="1033181"/>
                </a:lnTo>
                <a:lnTo>
                  <a:pt x="3064112" y="1021921"/>
                </a:lnTo>
                <a:lnTo>
                  <a:pt x="3023296" y="1005032"/>
                </a:lnTo>
                <a:lnTo>
                  <a:pt x="2981073" y="982513"/>
                </a:lnTo>
                <a:lnTo>
                  <a:pt x="2938850" y="959994"/>
                </a:lnTo>
                <a:lnTo>
                  <a:pt x="2896626" y="934660"/>
                </a:lnTo>
                <a:lnTo>
                  <a:pt x="2855810" y="910733"/>
                </a:lnTo>
                <a:lnTo>
                  <a:pt x="2812180" y="889621"/>
                </a:lnTo>
                <a:lnTo>
                  <a:pt x="2769956" y="872732"/>
                </a:lnTo>
                <a:lnTo>
                  <a:pt x="2726325" y="861472"/>
                </a:lnTo>
                <a:lnTo>
                  <a:pt x="2681287" y="857250"/>
                </a:lnTo>
                <a:close/>
              </a:path>
            </a:pathLst>
          </a:custGeom>
          <a:solidFill>
            <a:schemeClr val="tx2"/>
          </a:solidFill>
          <a:ln w="101600">
            <a:noFill/>
            <a:prstDash val="solid"/>
            <a:round/>
            <a:headEnd/>
            <a:tailEnd/>
          </a:ln>
        </p:spPr>
      </p:sp>
      <p:sp>
        <p:nvSpPr>
          <p:cNvPr id="7183" name="Rectangle 7182">
            <a:extLst>
              <a:ext uri="{FF2B5EF4-FFF2-40B4-BE49-F238E27FC236}">
                <a16:creationId xmlns:a16="http://schemas.microsoft.com/office/drawing/2014/main" id="{84AE5D0E-7C70-4DB4-96F7-F07848150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362574" y="0"/>
            <a:ext cx="76202" cy="68580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18416"/>
      </p:ext>
    </p:extLst>
  </p:cSld>
  <p:clrMapOvr>
    <a:masterClrMapping/>
  </p:clrMapOvr>
</p:sld>
</file>

<file path=ppt/theme/theme1.xml><?xml version="1.0" encoding="utf-8"?>
<a:theme xmlns:a="http://schemas.openxmlformats.org/drawingml/2006/main" name="Odznáček">
  <a:themeElements>
    <a:clrScheme name="Badge">
      <a:dk1>
        <a:sysClr val="windowText" lastClr="000000"/>
      </a:dk1>
      <a:lt1>
        <a:sysClr val="window" lastClr="FFFFFF"/>
      </a:lt1>
      <a:dk2>
        <a:srgbClr val="1B2F36"/>
      </a:dk2>
      <a:lt2>
        <a:srgbClr val="F3F3F2"/>
      </a:lt2>
      <a:accent1>
        <a:srgbClr val="A38D51"/>
      </a:accent1>
      <a:accent2>
        <a:srgbClr val="5A3D40"/>
      </a:accent2>
      <a:accent3>
        <a:srgbClr val="5D988C"/>
      </a:accent3>
      <a:accent4>
        <a:srgbClr val="A85752"/>
      </a:accent4>
      <a:accent5>
        <a:srgbClr val="809A67"/>
      </a:accent5>
      <a:accent6>
        <a:srgbClr val="67645A"/>
      </a:accent6>
      <a:hlink>
        <a:srgbClr val="5D988C"/>
      </a:hlink>
      <a:folHlink>
        <a:srgbClr val="8467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9E77EDF1-0821-4215-BD6E-A2D49F02550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TM10001106[[fn=Odznáček]]</Template>
  <TotalTime>964</TotalTime>
  <Words>800</Words>
  <Application>Microsoft Office PowerPoint</Application>
  <PresentationFormat>Širokoúhlá obrazovka</PresentationFormat>
  <Paragraphs>82</Paragraphs>
  <Slides>9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5" baseType="lpstr">
      <vt:lpstr>Arial</vt:lpstr>
      <vt:lpstr>Calibri</vt:lpstr>
      <vt:lpstr>Gill Sans MT</vt:lpstr>
      <vt:lpstr>Impact</vt:lpstr>
      <vt:lpstr>Times New Roman</vt:lpstr>
      <vt:lpstr>Odznáček</vt:lpstr>
      <vt:lpstr>Chov králíků IV.</vt:lpstr>
      <vt:lpstr>Opakování látky z minulé hodiny</vt:lpstr>
      <vt:lpstr>Fyziologie trávení králíků</vt:lpstr>
      <vt:lpstr>Fyziologie trávení - cékotrofie</vt:lpstr>
      <vt:lpstr>Výživa a krmení králíků</vt:lpstr>
      <vt:lpstr>Krmení králíků ve velkochovu</vt:lpstr>
      <vt:lpstr>Krmení králíků v malochovech</vt:lpstr>
      <vt:lpstr>Výsledek krmení</vt:lpstr>
      <vt:lpstr>opakování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Chov králíků IV.</dc:title>
  <dc:creator>Bulušková Kamila</dc:creator>
  <cp:lastModifiedBy>Bulušková Kamila</cp:lastModifiedBy>
  <cp:revision>1</cp:revision>
  <dcterms:created xsi:type="dcterms:W3CDTF">2023-03-21T16:50:13Z</dcterms:created>
  <dcterms:modified xsi:type="dcterms:W3CDTF">2023-03-22T08:55:07Z</dcterms:modified>
</cp:coreProperties>
</file>