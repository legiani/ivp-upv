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C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AFA587-86C9-4A28-B538-04413399FE3C}" v="367" dt="2023-03-15T21:08:39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40" y="56"/>
      </p:cViewPr>
      <p:guideLst/>
    </p:cSldViewPr>
  </p:slideViewPr>
  <p:notesTextViewPr>
    <p:cViewPr>
      <p:scale>
        <a:sx n="1" d="1"/>
        <a:sy n="1" d="1"/>
      </p:scale>
      <p:origin x="0" y="-90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34AFA587-86C9-4A28-B538-04413399FE3C}"/>
    <pc:docChg chg="undo custSel addSld delSld modSld sldOrd">
      <pc:chgData name="Bulušková Kamila" userId="b14598a1-bbdf-4794-a95a-12c2c16168d9" providerId="ADAL" clId="{34AFA587-86C9-4A28-B538-04413399FE3C}" dt="2023-03-15T21:09:39.150" v="2007"/>
      <pc:docMkLst>
        <pc:docMk/>
      </pc:docMkLst>
      <pc:sldChg chg="addSp delSp modSp mod modNotesTx">
        <pc:chgData name="Bulušková Kamila" userId="b14598a1-bbdf-4794-a95a-12c2c16168d9" providerId="ADAL" clId="{34AFA587-86C9-4A28-B538-04413399FE3C}" dt="2023-03-15T20:39:48.560" v="83"/>
        <pc:sldMkLst>
          <pc:docMk/>
          <pc:sldMk cId="3478624213" sldId="263"/>
        </pc:sldMkLst>
        <pc:spChg chg="del">
          <ac:chgData name="Bulušková Kamila" userId="b14598a1-bbdf-4794-a95a-12c2c16168d9" providerId="ADAL" clId="{34AFA587-86C9-4A28-B538-04413399FE3C}" dt="2023-03-15T20:39:25.161" v="82" actId="26606"/>
          <ac:spMkLst>
            <pc:docMk/>
            <pc:sldMk cId="3478624213" sldId="263"/>
            <ac:spMk id="9" creationId="{D0D45553-91A4-480A-9577-0E0FC0D919B9}"/>
          </ac:spMkLst>
        </pc:spChg>
        <pc:spChg chg="del">
          <ac:chgData name="Bulušková Kamila" userId="b14598a1-bbdf-4794-a95a-12c2c16168d9" providerId="ADAL" clId="{34AFA587-86C9-4A28-B538-04413399FE3C}" dt="2023-03-15T20:39:25.161" v="82" actId="26606"/>
          <ac:spMkLst>
            <pc:docMk/>
            <pc:sldMk cId="3478624213" sldId="263"/>
            <ac:spMk id="11" creationId="{D240F8A8-FEA1-42C2-B259-27A9351279BD}"/>
          </ac:spMkLst>
        </pc:spChg>
        <pc:spChg chg="add">
          <ac:chgData name="Bulušková Kamila" userId="b14598a1-bbdf-4794-a95a-12c2c16168d9" providerId="ADAL" clId="{34AFA587-86C9-4A28-B538-04413399FE3C}" dt="2023-03-15T20:39:25.161" v="82" actId="26606"/>
          <ac:spMkLst>
            <pc:docMk/>
            <pc:sldMk cId="3478624213" sldId="263"/>
            <ac:spMk id="16" creationId="{D0D45553-91A4-480A-9577-0E0FC0D919B9}"/>
          </ac:spMkLst>
        </pc:spChg>
        <pc:spChg chg="add">
          <ac:chgData name="Bulušková Kamila" userId="b14598a1-bbdf-4794-a95a-12c2c16168d9" providerId="ADAL" clId="{34AFA587-86C9-4A28-B538-04413399FE3C}" dt="2023-03-15T20:39:25.161" v="82" actId="26606"/>
          <ac:spMkLst>
            <pc:docMk/>
            <pc:sldMk cId="3478624213" sldId="263"/>
            <ac:spMk id="18" creationId="{D240F8A8-FEA1-42C2-B259-27A9351279BD}"/>
          </ac:spMkLst>
        </pc:spChg>
        <pc:graphicFrameChg chg="mod modGraphic">
          <ac:chgData name="Bulušková Kamila" userId="b14598a1-bbdf-4794-a95a-12c2c16168d9" providerId="ADAL" clId="{34AFA587-86C9-4A28-B538-04413399FE3C}" dt="2023-03-15T20:39:25.161" v="82" actId="26606"/>
          <ac:graphicFrameMkLst>
            <pc:docMk/>
            <pc:sldMk cId="3478624213" sldId="263"/>
            <ac:graphicFrameMk id="5" creationId="{85153186-7A58-E649-249B-58CE9E82FA14}"/>
          </ac:graphicFrameMkLst>
        </pc:graphicFrameChg>
      </pc:sldChg>
      <pc:sldChg chg="addSp delSp modSp new mod setBg setClrOvrMap modNotesTx">
        <pc:chgData name="Bulušková Kamila" userId="b14598a1-bbdf-4794-a95a-12c2c16168d9" providerId="ADAL" clId="{34AFA587-86C9-4A28-B538-04413399FE3C}" dt="2023-03-15T20:41:31.986" v="169" actId="313"/>
        <pc:sldMkLst>
          <pc:docMk/>
          <pc:sldMk cId="309296993" sldId="264"/>
        </pc:sldMkLst>
        <pc:spChg chg="mod">
          <ac:chgData name="Bulušková Kamila" userId="b14598a1-bbdf-4794-a95a-12c2c16168d9" providerId="ADAL" clId="{34AFA587-86C9-4A28-B538-04413399FE3C}" dt="2023-03-15T20:40:20.325" v="101" actId="20577"/>
          <ac:spMkLst>
            <pc:docMk/>
            <pc:sldMk cId="309296993" sldId="264"/>
            <ac:spMk id="2" creationId="{94B1D194-55B0-A2F0-E691-B3946B8FE031}"/>
          </ac:spMkLst>
        </pc:spChg>
        <pc:spChg chg="del">
          <ac:chgData name="Bulušková Kamila" userId="b14598a1-bbdf-4794-a95a-12c2c16168d9" providerId="ADAL" clId="{34AFA587-86C9-4A28-B538-04413399FE3C}" dt="2023-03-15T20:37:42.293" v="1" actId="478"/>
          <ac:spMkLst>
            <pc:docMk/>
            <pc:sldMk cId="309296993" sldId="264"/>
            <ac:spMk id="3" creationId="{1433400E-3961-8F72-D1D3-602FF37FAE89}"/>
          </ac:spMkLst>
        </pc:spChg>
        <pc:spChg chg="add">
          <ac:chgData name="Bulušková Kamila" userId="b14598a1-bbdf-4794-a95a-12c2c16168d9" providerId="ADAL" clId="{34AFA587-86C9-4A28-B538-04413399FE3C}" dt="2023-03-15T20:38:15.033" v="40" actId="26606"/>
          <ac:spMkLst>
            <pc:docMk/>
            <pc:sldMk cId="309296993" sldId="264"/>
            <ac:spMk id="7" creationId="{8775F366-526C-4C42-8931-696FFE8AA517}"/>
          </ac:spMkLst>
        </pc:spChg>
        <pc:spChg chg="add">
          <ac:chgData name="Bulušková Kamila" userId="b14598a1-bbdf-4794-a95a-12c2c16168d9" providerId="ADAL" clId="{34AFA587-86C9-4A28-B538-04413399FE3C}" dt="2023-03-15T20:38:15.033" v="40" actId="26606"/>
          <ac:spMkLst>
            <pc:docMk/>
            <pc:sldMk cId="309296993" sldId="264"/>
            <ac:spMk id="9" creationId="{597EA66B-2AAB-42B0-9F9D-38920D8D82D7}"/>
          </ac:spMkLst>
        </pc:spChg>
        <pc:spChg chg="add">
          <ac:chgData name="Bulušková Kamila" userId="b14598a1-bbdf-4794-a95a-12c2c16168d9" providerId="ADAL" clId="{34AFA587-86C9-4A28-B538-04413399FE3C}" dt="2023-03-15T20:38:15.033" v="40" actId="26606"/>
          <ac:spMkLst>
            <pc:docMk/>
            <pc:sldMk cId="309296993" sldId="264"/>
            <ac:spMk id="11" creationId="{D360EBE3-31BB-422F-AA87-FA3873DAE484}"/>
          </ac:spMkLst>
        </pc:spChg>
      </pc:sldChg>
      <pc:sldChg chg="modSp add mod ord">
        <pc:chgData name="Bulušková Kamila" userId="b14598a1-bbdf-4794-a95a-12c2c16168d9" providerId="ADAL" clId="{34AFA587-86C9-4A28-B538-04413399FE3C}" dt="2023-03-15T20:40:54.956" v="119" actId="20577"/>
        <pc:sldMkLst>
          <pc:docMk/>
          <pc:sldMk cId="3807520399" sldId="265"/>
        </pc:sldMkLst>
        <pc:spChg chg="mod">
          <ac:chgData name="Bulušková Kamila" userId="b14598a1-bbdf-4794-a95a-12c2c16168d9" providerId="ADAL" clId="{34AFA587-86C9-4A28-B538-04413399FE3C}" dt="2023-03-15T20:40:54.956" v="119" actId="20577"/>
          <ac:spMkLst>
            <pc:docMk/>
            <pc:sldMk cId="3807520399" sldId="265"/>
            <ac:spMk id="2" creationId="{94B1D194-55B0-A2F0-E691-B3946B8FE031}"/>
          </ac:spMkLst>
        </pc:spChg>
      </pc:sldChg>
      <pc:sldChg chg="modSp add mod ord modNotesTx">
        <pc:chgData name="Bulušková Kamila" userId="b14598a1-bbdf-4794-a95a-12c2c16168d9" providerId="ADAL" clId="{34AFA587-86C9-4A28-B538-04413399FE3C}" dt="2023-03-15T20:46:35.043" v="587"/>
        <pc:sldMkLst>
          <pc:docMk/>
          <pc:sldMk cId="29321720" sldId="266"/>
        </pc:sldMkLst>
        <pc:spChg chg="mod">
          <ac:chgData name="Bulušková Kamila" userId="b14598a1-bbdf-4794-a95a-12c2c16168d9" providerId="ADAL" clId="{34AFA587-86C9-4A28-B538-04413399FE3C}" dt="2023-03-15T20:42:06.346" v="193" actId="20577"/>
          <ac:spMkLst>
            <pc:docMk/>
            <pc:sldMk cId="29321720" sldId="266"/>
            <ac:spMk id="2" creationId="{70556804-8B22-8D29-E4CB-932E93E824FF}"/>
          </ac:spMkLst>
        </pc:spChg>
        <pc:spChg chg="mod">
          <ac:chgData name="Bulušková Kamila" userId="b14598a1-bbdf-4794-a95a-12c2c16168d9" providerId="ADAL" clId="{34AFA587-86C9-4A28-B538-04413399FE3C}" dt="2023-03-15T20:46:12.553" v="585" actId="20577"/>
          <ac:spMkLst>
            <pc:docMk/>
            <pc:sldMk cId="29321720" sldId="266"/>
            <ac:spMk id="3" creationId="{69D46205-0F5F-9D86-2FC6-405CED26653D}"/>
          </ac:spMkLst>
        </pc:spChg>
      </pc:sldChg>
      <pc:sldChg chg="modSp new mod setBg modNotesTx">
        <pc:chgData name="Bulušková Kamila" userId="b14598a1-bbdf-4794-a95a-12c2c16168d9" providerId="ADAL" clId="{34AFA587-86C9-4A28-B538-04413399FE3C}" dt="2023-03-15T20:56:02.248" v="1134"/>
        <pc:sldMkLst>
          <pc:docMk/>
          <pc:sldMk cId="38877469" sldId="267"/>
        </pc:sldMkLst>
        <pc:spChg chg="mod">
          <ac:chgData name="Bulušková Kamila" userId="b14598a1-bbdf-4794-a95a-12c2c16168d9" providerId="ADAL" clId="{34AFA587-86C9-4A28-B538-04413399FE3C}" dt="2023-03-15T20:48:23.052" v="617" actId="20577"/>
          <ac:spMkLst>
            <pc:docMk/>
            <pc:sldMk cId="38877469" sldId="267"/>
            <ac:spMk id="2" creationId="{3725AD4B-37C1-8161-E071-5F55C12B14F9}"/>
          </ac:spMkLst>
        </pc:spChg>
        <pc:spChg chg="mod">
          <ac:chgData name="Bulušková Kamila" userId="b14598a1-bbdf-4794-a95a-12c2c16168d9" providerId="ADAL" clId="{34AFA587-86C9-4A28-B538-04413399FE3C}" dt="2023-03-15T20:55:24.586" v="1133" actId="255"/>
          <ac:spMkLst>
            <pc:docMk/>
            <pc:sldMk cId="38877469" sldId="267"/>
            <ac:spMk id="3" creationId="{FF499EB7-0685-6292-AEE1-3EFE725637DB}"/>
          </ac:spMkLst>
        </pc:spChg>
      </pc:sldChg>
      <pc:sldChg chg="addSp delSp modSp new mod setBg setClrOvrMap modNotesTx">
        <pc:chgData name="Bulušková Kamila" userId="b14598a1-bbdf-4794-a95a-12c2c16168d9" providerId="ADAL" clId="{34AFA587-86C9-4A28-B538-04413399FE3C}" dt="2023-03-15T21:07:27.837" v="1986"/>
        <pc:sldMkLst>
          <pc:docMk/>
          <pc:sldMk cId="2903049091" sldId="268"/>
        </pc:sldMkLst>
        <pc:spChg chg="mod">
          <ac:chgData name="Bulušková Kamila" userId="b14598a1-bbdf-4794-a95a-12c2c16168d9" providerId="ADAL" clId="{34AFA587-86C9-4A28-B538-04413399FE3C}" dt="2023-03-15T21:00:03.666" v="1559" actId="26606"/>
          <ac:spMkLst>
            <pc:docMk/>
            <pc:sldMk cId="2903049091" sldId="268"/>
            <ac:spMk id="2" creationId="{C74A309B-00F9-94C9-7786-11680DA8E24E}"/>
          </ac:spMkLst>
        </pc:spChg>
        <pc:spChg chg="add del mod">
          <ac:chgData name="Bulušková Kamila" userId="b14598a1-bbdf-4794-a95a-12c2c16168d9" providerId="ADAL" clId="{34AFA587-86C9-4A28-B538-04413399FE3C}" dt="2023-03-15T21:00:03.666" v="1559" actId="26606"/>
          <ac:spMkLst>
            <pc:docMk/>
            <pc:sldMk cId="2903049091" sldId="268"/>
            <ac:spMk id="3" creationId="{8B288D7C-2FAD-94AF-E7E2-48E944C2F673}"/>
          </ac:spMkLst>
        </pc:spChg>
        <pc:spChg chg="add">
          <ac:chgData name="Bulušková Kamila" userId="b14598a1-bbdf-4794-a95a-12c2c16168d9" providerId="ADAL" clId="{34AFA587-86C9-4A28-B538-04413399FE3C}" dt="2023-03-15T21:00:03.666" v="1559" actId="26606"/>
          <ac:spMkLst>
            <pc:docMk/>
            <pc:sldMk cId="2903049091" sldId="268"/>
            <ac:spMk id="8" creationId="{089A69AF-D57B-49B4-886C-D4A5DC194421}"/>
          </ac:spMkLst>
        </pc:spChg>
        <pc:spChg chg="add del">
          <ac:chgData name="Bulušková Kamila" userId="b14598a1-bbdf-4794-a95a-12c2c16168d9" providerId="ADAL" clId="{34AFA587-86C9-4A28-B538-04413399FE3C}" dt="2023-03-15T21:00:03.642" v="1558" actId="26606"/>
          <ac:spMkLst>
            <pc:docMk/>
            <pc:sldMk cId="2903049091" sldId="268"/>
            <ac:spMk id="9" creationId="{D0D45553-91A4-480A-9577-0E0FC0D919B9}"/>
          </ac:spMkLst>
        </pc:spChg>
        <pc:spChg chg="add">
          <ac:chgData name="Bulušková Kamila" userId="b14598a1-bbdf-4794-a95a-12c2c16168d9" providerId="ADAL" clId="{34AFA587-86C9-4A28-B538-04413399FE3C}" dt="2023-03-15T21:00:03.666" v="1559" actId="26606"/>
          <ac:spMkLst>
            <pc:docMk/>
            <pc:sldMk cId="2903049091" sldId="268"/>
            <ac:spMk id="10" creationId="{CABDC08D-6093-4397-92D4-54D00E2BB1C2}"/>
          </ac:spMkLst>
        </pc:spChg>
        <pc:spChg chg="add del">
          <ac:chgData name="Bulušková Kamila" userId="b14598a1-bbdf-4794-a95a-12c2c16168d9" providerId="ADAL" clId="{34AFA587-86C9-4A28-B538-04413399FE3C}" dt="2023-03-15T21:00:03.642" v="1558" actId="26606"/>
          <ac:spMkLst>
            <pc:docMk/>
            <pc:sldMk cId="2903049091" sldId="268"/>
            <ac:spMk id="11" creationId="{D240F8A8-FEA1-42C2-B259-27A9351279BD}"/>
          </ac:spMkLst>
        </pc:spChg>
        <pc:spChg chg="add mod">
          <ac:chgData name="Bulušková Kamila" userId="b14598a1-bbdf-4794-a95a-12c2c16168d9" providerId="ADAL" clId="{34AFA587-86C9-4A28-B538-04413399FE3C}" dt="2023-03-15T21:03:28.714" v="1681" actId="20577"/>
          <ac:spMkLst>
            <pc:docMk/>
            <pc:sldMk cId="2903049091" sldId="268"/>
            <ac:spMk id="13" creationId="{8B288D7C-2FAD-94AF-E7E2-48E944C2F673}"/>
          </ac:spMkLst>
        </pc:spChg>
        <pc:graphicFrameChg chg="add del">
          <ac:chgData name="Bulušková Kamila" userId="b14598a1-bbdf-4794-a95a-12c2c16168d9" providerId="ADAL" clId="{34AFA587-86C9-4A28-B538-04413399FE3C}" dt="2023-03-15T21:00:03.642" v="1558" actId="26606"/>
          <ac:graphicFrameMkLst>
            <pc:docMk/>
            <pc:sldMk cId="2903049091" sldId="268"/>
            <ac:graphicFrameMk id="5" creationId="{35AA4886-4545-5E5A-CCBE-BBBBBC425A52}"/>
          </ac:graphicFrameMkLst>
        </pc:graphicFrameChg>
      </pc:sldChg>
      <pc:sldChg chg="modSp new del mod">
        <pc:chgData name="Bulušková Kamila" userId="b14598a1-bbdf-4794-a95a-12c2c16168d9" providerId="ADAL" clId="{34AFA587-86C9-4A28-B538-04413399FE3C}" dt="2023-03-15T21:03:20.814" v="1667" actId="2696"/>
        <pc:sldMkLst>
          <pc:docMk/>
          <pc:sldMk cId="801128164" sldId="269"/>
        </pc:sldMkLst>
        <pc:spChg chg="mod">
          <ac:chgData name="Bulušková Kamila" userId="b14598a1-bbdf-4794-a95a-12c2c16168d9" providerId="ADAL" clId="{34AFA587-86C9-4A28-B538-04413399FE3C}" dt="2023-03-15T21:01:07.256" v="1600" actId="20577"/>
          <ac:spMkLst>
            <pc:docMk/>
            <pc:sldMk cId="801128164" sldId="269"/>
            <ac:spMk id="2" creationId="{0E71041B-B91B-76F8-EF52-ECD783B38464}"/>
          </ac:spMkLst>
        </pc:spChg>
      </pc:sldChg>
      <pc:sldChg chg="modSp add mod ord modNotesTx">
        <pc:chgData name="Bulušková Kamila" userId="b14598a1-bbdf-4794-a95a-12c2c16168d9" providerId="ADAL" clId="{34AFA587-86C9-4A28-B538-04413399FE3C}" dt="2023-03-15T21:07:14.688" v="1985"/>
        <pc:sldMkLst>
          <pc:docMk/>
          <pc:sldMk cId="683496940" sldId="270"/>
        </pc:sldMkLst>
        <pc:spChg chg="mod">
          <ac:chgData name="Bulušková Kamila" userId="b14598a1-bbdf-4794-a95a-12c2c16168d9" providerId="ADAL" clId="{34AFA587-86C9-4A28-B538-04413399FE3C}" dt="2023-03-15T21:01:37.917" v="1622" actId="20577"/>
          <ac:spMkLst>
            <pc:docMk/>
            <pc:sldMk cId="683496940" sldId="270"/>
            <ac:spMk id="2" creationId="{4568607A-B2B5-E4DF-E2F7-7A2246BDF802}"/>
          </ac:spMkLst>
        </pc:spChg>
        <pc:graphicFrameChg chg="mod">
          <ac:chgData name="Bulušková Kamila" userId="b14598a1-bbdf-4794-a95a-12c2c16168d9" providerId="ADAL" clId="{34AFA587-86C9-4A28-B538-04413399FE3C}" dt="2023-03-15T21:06:22.818" v="1980" actId="20577"/>
          <ac:graphicFrameMkLst>
            <pc:docMk/>
            <pc:sldMk cId="683496940" sldId="270"/>
            <ac:graphicFrameMk id="5" creationId="{85153186-7A58-E649-249B-58CE9E82FA14}"/>
          </ac:graphicFrameMkLst>
        </pc:graphicFrameChg>
      </pc:sldChg>
      <pc:sldChg chg="addSp delSp modSp new mod setBg setClrOvrMap modNotesTx">
        <pc:chgData name="Bulušková Kamila" userId="b14598a1-bbdf-4794-a95a-12c2c16168d9" providerId="ADAL" clId="{34AFA587-86C9-4A28-B538-04413399FE3C}" dt="2023-03-15T21:09:39.150" v="2007"/>
        <pc:sldMkLst>
          <pc:docMk/>
          <pc:sldMk cId="2192403190" sldId="271"/>
        </pc:sldMkLst>
        <pc:spChg chg="mod">
          <ac:chgData name="Bulušková Kamila" userId="b14598a1-bbdf-4794-a95a-12c2c16168d9" providerId="ADAL" clId="{34AFA587-86C9-4A28-B538-04413399FE3C}" dt="2023-03-15T21:08:09.148" v="1998" actId="26606"/>
          <ac:spMkLst>
            <pc:docMk/>
            <pc:sldMk cId="2192403190" sldId="271"/>
            <ac:spMk id="2" creationId="{0AFA4E5A-E1FA-350B-3449-04994E238A75}"/>
          </ac:spMkLst>
        </pc:spChg>
        <pc:spChg chg="del">
          <ac:chgData name="Bulušková Kamila" userId="b14598a1-bbdf-4794-a95a-12c2c16168d9" providerId="ADAL" clId="{34AFA587-86C9-4A28-B538-04413399FE3C}" dt="2023-03-15T21:07:51.519" v="1988" actId="478"/>
          <ac:spMkLst>
            <pc:docMk/>
            <pc:sldMk cId="2192403190" sldId="271"/>
            <ac:spMk id="3" creationId="{A1EA85EC-B747-B0A7-30D5-A8E2B872DA12}"/>
          </ac:spMkLst>
        </pc:spChg>
        <pc:spChg chg="add">
          <ac:chgData name="Bulušková Kamila" userId="b14598a1-bbdf-4794-a95a-12c2c16168d9" providerId="ADAL" clId="{34AFA587-86C9-4A28-B538-04413399FE3C}" dt="2023-03-15T21:08:09.148" v="1998" actId="26606"/>
          <ac:spMkLst>
            <pc:docMk/>
            <pc:sldMk cId="2192403190" sldId="271"/>
            <ac:spMk id="9" creationId="{133F8CB7-795C-4272-9073-64D8CF97F220}"/>
          </ac:spMkLst>
        </pc:spChg>
        <pc:spChg chg="add">
          <ac:chgData name="Bulušková Kamila" userId="b14598a1-bbdf-4794-a95a-12c2c16168d9" providerId="ADAL" clId="{34AFA587-86C9-4A28-B538-04413399FE3C}" dt="2023-03-15T21:08:09.148" v="1998" actId="26606"/>
          <ac:spMkLst>
            <pc:docMk/>
            <pc:sldMk cId="2192403190" sldId="271"/>
            <ac:spMk id="11" creationId="{B7743172-17A8-4FA4-8434-B813E03B7665}"/>
          </ac:spMkLst>
        </pc:spChg>
        <pc:spChg chg="add">
          <ac:chgData name="Bulušková Kamila" userId="b14598a1-bbdf-4794-a95a-12c2c16168d9" providerId="ADAL" clId="{34AFA587-86C9-4A28-B538-04413399FE3C}" dt="2023-03-15T21:08:09.148" v="1998" actId="26606"/>
          <ac:spMkLst>
            <pc:docMk/>
            <pc:sldMk cId="2192403190" sldId="271"/>
            <ac:spMk id="13" creationId="{4CE1233C-FD2F-489E-BFDE-086F5FED6491}"/>
          </ac:spMkLst>
        </pc:spChg>
        <pc:picChg chg="add mod">
          <ac:chgData name="Bulušková Kamila" userId="b14598a1-bbdf-4794-a95a-12c2c16168d9" providerId="ADAL" clId="{34AFA587-86C9-4A28-B538-04413399FE3C}" dt="2023-03-15T21:09:08.477" v="2006" actId="1076"/>
          <ac:picMkLst>
            <pc:docMk/>
            <pc:sldMk cId="2192403190" sldId="271"/>
            <ac:picMk id="5" creationId="{9A265EB3-961C-F4F7-AD05-54EFEA84E39A}"/>
          </ac:picMkLst>
        </pc:picChg>
        <pc:picChg chg="add del">
          <ac:chgData name="Bulušková Kamila" userId="b14598a1-bbdf-4794-a95a-12c2c16168d9" providerId="ADAL" clId="{34AFA587-86C9-4A28-B538-04413399FE3C}" dt="2023-03-15T21:08:12.461" v="1999" actId="478"/>
          <ac:picMkLst>
            <pc:docMk/>
            <pc:sldMk cId="2192403190" sldId="271"/>
            <ac:picMk id="6" creationId="{BCC72516-3EA0-B846-BF99-92603D350DA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443396-1DF0-4636-95CA-38588E7604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F356A7-43F3-404F-B3E6-88449A0CBB1F}">
      <dgm:prSet/>
      <dgm:spPr/>
      <dgm:t>
        <a:bodyPr/>
        <a:lstStyle/>
        <a:p>
          <a:r>
            <a:rPr lang="cs-CZ"/>
            <a:t>Přenosné</a:t>
          </a:r>
          <a:endParaRPr lang="en-US"/>
        </a:p>
      </dgm:t>
    </dgm:pt>
    <dgm:pt modelId="{BE995E83-CE44-431A-9D36-5D8723E3C071}" type="parTrans" cxnId="{16CDB527-9845-4EEA-A94A-4DC3E6C57527}">
      <dgm:prSet/>
      <dgm:spPr/>
      <dgm:t>
        <a:bodyPr/>
        <a:lstStyle/>
        <a:p>
          <a:endParaRPr lang="en-US"/>
        </a:p>
      </dgm:t>
    </dgm:pt>
    <dgm:pt modelId="{6668783C-2BB7-46C7-A56A-5EFA3B19CFB7}" type="sibTrans" cxnId="{16CDB527-9845-4EEA-A94A-4DC3E6C57527}">
      <dgm:prSet/>
      <dgm:spPr/>
      <dgm:t>
        <a:bodyPr/>
        <a:lstStyle/>
        <a:p>
          <a:endParaRPr lang="en-US"/>
        </a:p>
      </dgm:t>
    </dgm:pt>
    <dgm:pt modelId="{F5386D50-17C9-41FC-AA65-254ED4C68481}">
      <dgm:prSet/>
      <dgm:spPr/>
      <dgm:t>
        <a:bodyPr/>
        <a:lstStyle/>
        <a:p>
          <a:r>
            <a:rPr lang="cs-CZ"/>
            <a:t>Postihují více zvířat najednou</a:t>
          </a:r>
          <a:endParaRPr lang="en-US"/>
        </a:p>
      </dgm:t>
    </dgm:pt>
    <dgm:pt modelId="{B8BE41D9-4FEA-4F87-834C-6B00D8DD8A8A}" type="parTrans" cxnId="{9C424687-3725-4DBE-8B7E-DC6047A569A3}">
      <dgm:prSet/>
      <dgm:spPr/>
      <dgm:t>
        <a:bodyPr/>
        <a:lstStyle/>
        <a:p>
          <a:endParaRPr lang="en-US"/>
        </a:p>
      </dgm:t>
    </dgm:pt>
    <dgm:pt modelId="{F2739C7B-F46B-4C1F-97AC-F91E9A2ACF40}" type="sibTrans" cxnId="{9C424687-3725-4DBE-8B7E-DC6047A569A3}">
      <dgm:prSet/>
      <dgm:spPr/>
      <dgm:t>
        <a:bodyPr/>
        <a:lstStyle/>
        <a:p>
          <a:endParaRPr lang="en-US"/>
        </a:p>
      </dgm:t>
    </dgm:pt>
    <dgm:pt modelId="{AF27D6C2-7C40-4BD1-9629-4C21C731ADCF}">
      <dgm:prSet/>
      <dgm:spPr/>
      <dgm:t>
        <a:bodyPr/>
        <a:lstStyle/>
        <a:p>
          <a:r>
            <a:rPr lang="cs-CZ"/>
            <a:t>Zvýšená teplota, svalový třes, malátnost zvířat, nechutenství</a:t>
          </a:r>
          <a:endParaRPr lang="en-US"/>
        </a:p>
      </dgm:t>
    </dgm:pt>
    <dgm:pt modelId="{1B12A844-D10E-4A62-A7E0-E4469DD7A972}" type="parTrans" cxnId="{2D72FEC0-F6C2-4821-BD18-5A410B9FF7DC}">
      <dgm:prSet/>
      <dgm:spPr/>
      <dgm:t>
        <a:bodyPr/>
        <a:lstStyle/>
        <a:p>
          <a:endParaRPr lang="en-US"/>
        </a:p>
      </dgm:t>
    </dgm:pt>
    <dgm:pt modelId="{28FAAF79-5D51-4B8B-ADF9-5342AC375EA6}" type="sibTrans" cxnId="{2D72FEC0-F6C2-4821-BD18-5A410B9FF7DC}">
      <dgm:prSet/>
      <dgm:spPr/>
      <dgm:t>
        <a:bodyPr/>
        <a:lstStyle/>
        <a:p>
          <a:endParaRPr lang="en-US"/>
        </a:p>
      </dgm:t>
    </dgm:pt>
    <dgm:pt modelId="{06538714-F0DA-4A41-BA44-F238EF785171}" type="pres">
      <dgm:prSet presAssocID="{EE443396-1DF0-4636-95CA-38588E760441}" presName="root" presStyleCnt="0">
        <dgm:presLayoutVars>
          <dgm:dir/>
          <dgm:resizeHandles val="exact"/>
        </dgm:presLayoutVars>
      </dgm:prSet>
      <dgm:spPr/>
    </dgm:pt>
    <dgm:pt modelId="{0624DDBB-ED64-4369-9BAF-4E2253596C20}" type="pres">
      <dgm:prSet presAssocID="{CCF356A7-43F3-404F-B3E6-88449A0CBB1F}" presName="compNode" presStyleCnt="0"/>
      <dgm:spPr/>
    </dgm:pt>
    <dgm:pt modelId="{3E8BBA80-DD08-4D76-925A-89C0792F6843}" type="pres">
      <dgm:prSet presAssocID="{CCF356A7-43F3-404F-B3E6-88449A0CBB1F}" presName="bgRect" presStyleLbl="bgShp" presStyleIdx="0" presStyleCnt="3"/>
      <dgm:spPr/>
    </dgm:pt>
    <dgm:pt modelId="{7412BA38-B4D9-4DCF-A633-F852AEA0CFA7}" type="pres">
      <dgm:prSet presAssocID="{CCF356A7-43F3-404F-B3E6-88449A0CBB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kterie se souvislou výplní"/>
        </a:ext>
      </dgm:extLst>
    </dgm:pt>
    <dgm:pt modelId="{1ACE5CCD-844A-4052-878B-5F17C88A87D9}" type="pres">
      <dgm:prSet presAssocID="{CCF356A7-43F3-404F-B3E6-88449A0CBB1F}" presName="spaceRect" presStyleCnt="0"/>
      <dgm:spPr/>
    </dgm:pt>
    <dgm:pt modelId="{3E88272F-208E-4EC6-B583-BEFDF4DEB5AC}" type="pres">
      <dgm:prSet presAssocID="{CCF356A7-43F3-404F-B3E6-88449A0CBB1F}" presName="parTx" presStyleLbl="revTx" presStyleIdx="0" presStyleCnt="3">
        <dgm:presLayoutVars>
          <dgm:chMax val="0"/>
          <dgm:chPref val="0"/>
        </dgm:presLayoutVars>
      </dgm:prSet>
      <dgm:spPr/>
    </dgm:pt>
    <dgm:pt modelId="{D19B586E-87CE-4FE3-99AB-0560B1B48D58}" type="pres">
      <dgm:prSet presAssocID="{6668783C-2BB7-46C7-A56A-5EFA3B19CFB7}" presName="sibTrans" presStyleCnt="0"/>
      <dgm:spPr/>
    </dgm:pt>
    <dgm:pt modelId="{B637F0D6-4D90-493F-8F96-00C12E012911}" type="pres">
      <dgm:prSet presAssocID="{F5386D50-17C9-41FC-AA65-254ED4C68481}" presName="compNode" presStyleCnt="0"/>
      <dgm:spPr/>
    </dgm:pt>
    <dgm:pt modelId="{71386D8A-9895-4ED9-A4A9-E189EEEF3D17}" type="pres">
      <dgm:prSet presAssocID="{F5386D50-17C9-41FC-AA65-254ED4C68481}" presName="bgRect" presStyleLbl="bgShp" presStyleIdx="1" presStyleCnt="3"/>
      <dgm:spPr/>
    </dgm:pt>
    <dgm:pt modelId="{426BA4CC-EC8A-4BA8-921A-B7711E7ECA14}" type="pres">
      <dgm:prSet presAssocID="{F5386D50-17C9-41FC-AA65-254ED4C684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se se souvislou výplní"/>
        </a:ext>
      </dgm:extLst>
    </dgm:pt>
    <dgm:pt modelId="{C20F9B46-526E-4E5D-9760-7EBD40C215DF}" type="pres">
      <dgm:prSet presAssocID="{F5386D50-17C9-41FC-AA65-254ED4C68481}" presName="spaceRect" presStyleCnt="0"/>
      <dgm:spPr/>
    </dgm:pt>
    <dgm:pt modelId="{A41217B8-0C85-4CF3-AD1E-1A1F6A39F9B8}" type="pres">
      <dgm:prSet presAssocID="{F5386D50-17C9-41FC-AA65-254ED4C68481}" presName="parTx" presStyleLbl="revTx" presStyleIdx="1" presStyleCnt="3">
        <dgm:presLayoutVars>
          <dgm:chMax val="0"/>
          <dgm:chPref val="0"/>
        </dgm:presLayoutVars>
      </dgm:prSet>
      <dgm:spPr/>
    </dgm:pt>
    <dgm:pt modelId="{1F3AD408-BB0F-42F8-9134-E70AB58687A8}" type="pres">
      <dgm:prSet presAssocID="{F2739C7B-F46B-4C1F-97AC-F91E9A2ACF40}" presName="sibTrans" presStyleCnt="0"/>
      <dgm:spPr/>
    </dgm:pt>
    <dgm:pt modelId="{3D836F97-4356-4B49-9EE6-ED24D18ACCDC}" type="pres">
      <dgm:prSet presAssocID="{AF27D6C2-7C40-4BD1-9629-4C21C731ADCF}" presName="compNode" presStyleCnt="0"/>
      <dgm:spPr/>
    </dgm:pt>
    <dgm:pt modelId="{740F8A0E-AAFA-4FDF-9F30-94C14790DABF}" type="pres">
      <dgm:prSet presAssocID="{AF27D6C2-7C40-4BD1-9629-4C21C731ADCF}" presName="bgRect" presStyleLbl="bgShp" presStyleIdx="2" presStyleCnt="3"/>
      <dgm:spPr/>
    </dgm:pt>
    <dgm:pt modelId="{4748F1E4-9DBE-41B6-8615-9142C080F08E}" type="pres">
      <dgm:prSet presAssocID="{AF27D6C2-7C40-4BD1-9629-4C21C731ADC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ploměr se souvislou výplní"/>
        </a:ext>
      </dgm:extLst>
    </dgm:pt>
    <dgm:pt modelId="{E5E1AEC1-DDE6-40CD-BDD8-CE88683EA928}" type="pres">
      <dgm:prSet presAssocID="{AF27D6C2-7C40-4BD1-9629-4C21C731ADCF}" presName="spaceRect" presStyleCnt="0"/>
      <dgm:spPr/>
    </dgm:pt>
    <dgm:pt modelId="{8C9BDE3D-1D88-40A0-BCC5-B32A7B76ACCE}" type="pres">
      <dgm:prSet presAssocID="{AF27D6C2-7C40-4BD1-9629-4C21C731ADC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CDB527-9845-4EEA-A94A-4DC3E6C57527}" srcId="{EE443396-1DF0-4636-95CA-38588E760441}" destId="{CCF356A7-43F3-404F-B3E6-88449A0CBB1F}" srcOrd="0" destOrd="0" parTransId="{BE995E83-CE44-431A-9D36-5D8723E3C071}" sibTransId="{6668783C-2BB7-46C7-A56A-5EFA3B19CFB7}"/>
    <dgm:cxn modelId="{40C07932-A58E-459C-BE44-05BACBFCF843}" type="presOf" srcId="{AF27D6C2-7C40-4BD1-9629-4C21C731ADCF}" destId="{8C9BDE3D-1D88-40A0-BCC5-B32A7B76ACCE}" srcOrd="0" destOrd="0" presId="urn:microsoft.com/office/officeart/2018/2/layout/IconVerticalSolidList"/>
    <dgm:cxn modelId="{C6A65338-C0D0-4E63-A6AA-0AC22ECBCCE1}" type="presOf" srcId="{F5386D50-17C9-41FC-AA65-254ED4C68481}" destId="{A41217B8-0C85-4CF3-AD1E-1A1F6A39F9B8}" srcOrd="0" destOrd="0" presId="urn:microsoft.com/office/officeart/2018/2/layout/IconVerticalSolidList"/>
    <dgm:cxn modelId="{1A5BF144-2EE6-42DA-8EB4-CA7DAC3399A2}" type="presOf" srcId="{CCF356A7-43F3-404F-B3E6-88449A0CBB1F}" destId="{3E88272F-208E-4EC6-B583-BEFDF4DEB5AC}" srcOrd="0" destOrd="0" presId="urn:microsoft.com/office/officeart/2018/2/layout/IconVerticalSolidList"/>
    <dgm:cxn modelId="{9C424687-3725-4DBE-8B7E-DC6047A569A3}" srcId="{EE443396-1DF0-4636-95CA-38588E760441}" destId="{F5386D50-17C9-41FC-AA65-254ED4C68481}" srcOrd="1" destOrd="0" parTransId="{B8BE41D9-4FEA-4F87-834C-6B00D8DD8A8A}" sibTransId="{F2739C7B-F46B-4C1F-97AC-F91E9A2ACF40}"/>
    <dgm:cxn modelId="{2D72FEC0-F6C2-4821-BD18-5A410B9FF7DC}" srcId="{EE443396-1DF0-4636-95CA-38588E760441}" destId="{AF27D6C2-7C40-4BD1-9629-4C21C731ADCF}" srcOrd="2" destOrd="0" parTransId="{1B12A844-D10E-4A62-A7E0-E4469DD7A972}" sibTransId="{28FAAF79-5D51-4B8B-ADF9-5342AC375EA6}"/>
    <dgm:cxn modelId="{8E1FF1CE-A6E3-4837-BF15-3589A949B32E}" type="presOf" srcId="{EE443396-1DF0-4636-95CA-38588E760441}" destId="{06538714-F0DA-4A41-BA44-F238EF785171}" srcOrd="0" destOrd="0" presId="urn:microsoft.com/office/officeart/2018/2/layout/IconVerticalSolidList"/>
    <dgm:cxn modelId="{BF44137F-3A0B-4E0E-BF06-D4FA130081BE}" type="presParOf" srcId="{06538714-F0DA-4A41-BA44-F238EF785171}" destId="{0624DDBB-ED64-4369-9BAF-4E2253596C20}" srcOrd="0" destOrd="0" presId="urn:microsoft.com/office/officeart/2018/2/layout/IconVerticalSolidList"/>
    <dgm:cxn modelId="{B4A943DA-106D-49B3-A6C1-4707AFC5EBC7}" type="presParOf" srcId="{0624DDBB-ED64-4369-9BAF-4E2253596C20}" destId="{3E8BBA80-DD08-4D76-925A-89C0792F6843}" srcOrd="0" destOrd="0" presId="urn:microsoft.com/office/officeart/2018/2/layout/IconVerticalSolidList"/>
    <dgm:cxn modelId="{ADBB7039-1616-4FC7-9524-6AE6401484D1}" type="presParOf" srcId="{0624DDBB-ED64-4369-9BAF-4E2253596C20}" destId="{7412BA38-B4D9-4DCF-A633-F852AEA0CFA7}" srcOrd="1" destOrd="0" presId="urn:microsoft.com/office/officeart/2018/2/layout/IconVerticalSolidList"/>
    <dgm:cxn modelId="{353C0E05-A0C8-4B15-A383-335E0A1A5572}" type="presParOf" srcId="{0624DDBB-ED64-4369-9BAF-4E2253596C20}" destId="{1ACE5CCD-844A-4052-878B-5F17C88A87D9}" srcOrd="2" destOrd="0" presId="urn:microsoft.com/office/officeart/2018/2/layout/IconVerticalSolidList"/>
    <dgm:cxn modelId="{D8A07C81-CDC7-490B-B604-B6C869F98765}" type="presParOf" srcId="{0624DDBB-ED64-4369-9BAF-4E2253596C20}" destId="{3E88272F-208E-4EC6-B583-BEFDF4DEB5AC}" srcOrd="3" destOrd="0" presId="urn:microsoft.com/office/officeart/2018/2/layout/IconVerticalSolidList"/>
    <dgm:cxn modelId="{BDA00A38-40CC-4670-9E32-30D2FBE0DE76}" type="presParOf" srcId="{06538714-F0DA-4A41-BA44-F238EF785171}" destId="{D19B586E-87CE-4FE3-99AB-0560B1B48D58}" srcOrd="1" destOrd="0" presId="urn:microsoft.com/office/officeart/2018/2/layout/IconVerticalSolidList"/>
    <dgm:cxn modelId="{D572C39F-6911-4680-97EE-4EBF003793D1}" type="presParOf" srcId="{06538714-F0DA-4A41-BA44-F238EF785171}" destId="{B637F0D6-4D90-493F-8F96-00C12E012911}" srcOrd="2" destOrd="0" presId="urn:microsoft.com/office/officeart/2018/2/layout/IconVerticalSolidList"/>
    <dgm:cxn modelId="{A8766124-3C27-4F8C-8D51-84039FCC579A}" type="presParOf" srcId="{B637F0D6-4D90-493F-8F96-00C12E012911}" destId="{71386D8A-9895-4ED9-A4A9-E189EEEF3D17}" srcOrd="0" destOrd="0" presId="urn:microsoft.com/office/officeart/2018/2/layout/IconVerticalSolidList"/>
    <dgm:cxn modelId="{475815C6-14BC-48A9-A26F-0E6348A55809}" type="presParOf" srcId="{B637F0D6-4D90-493F-8F96-00C12E012911}" destId="{426BA4CC-EC8A-4BA8-921A-B7711E7ECA14}" srcOrd="1" destOrd="0" presId="urn:microsoft.com/office/officeart/2018/2/layout/IconVerticalSolidList"/>
    <dgm:cxn modelId="{3F12464A-BA6D-40C3-8E1C-281E8B9C6380}" type="presParOf" srcId="{B637F0D6-4D90-493F-8F96-00C12E012911}" destId="{C20F9B46-526E-4E5D-9760-7EBD40C215DF}" srcOrd="2" destOrd="0" presId="urn:microsoft.com/office/officeart/2018/2/layout/IconVerticalSolidList"/>
    <dgm:cxn modelId="{DCE6530C-507E-4D9C-B79C-056995902996}" type="presParOf" srcId="{B637F0D6-4D90-493F-8F96-00C12E012911}" destId="{A41217B8-0C85-4CF3-AD1E-1A1F6A39F9B8}" srcOrd="3" destOrd="0" presId="urn:microsoft.com/office/officeart/2018/2/layout/IconVerticalSolidList"/>
    <dgm:cxn modelId="{D5ECA307-2431-416C-9AC2-0062C6A76997}" type="presParOf" srcId="{06538714-F0DA-4A41-BA44-F238EF785171}" destId="{1F3AD408-BB0F-42F8-9134-E70AB58687A8}" srcOrd="3" destOrd="0" presId="urn:microsoft.com/office/officeart/2018/2/layout/IconVerticalSolidList"/>
    <dgm:cxn modelId="{E05AA840-63A2-4E1D-AA92-9E72778C7437}" type="presParOf" srcId="{06538714-F0DA-4A41-BA44-F238EF785171}" destId="{3D836F97-4356-4B49-9EE6-ED24D18ACCDC}" srcOrd="4" destOrd="0" presId="urn:microsoft.com/office/officeart/2018/2/layout/IconVerticalSolidList"/>
    <dgm:cxn modelId="{3234F2E4-23FA-4827-864D-916147383000}" type="presParOf" srcId="{3D836F97-4356-4B49-9EE6-ED24D18ACCDC}" destId="{740F8A0E-AAFA-4FDF-9F30-94C14790DABF}" srcOrd="0" destOrd="0" presId="urn:microsoft.com/office/officeart/2018/2/layout/IconVerticalSolidList"/>
    <dgm:cxn modelId="{84AEEB8B-60ED-4F22-B2A5-A14052EA430B}" type="presParOf" srcId="{3D836F97-4356-4B49-9EE6-ED24D18ACCDC}" destId="{4748F1E4-9DBE-41B6-8615-9142C080F08E}" srcOrd="1" destOrd="0" presId="urn:microsoft.com/office/officeart/2018/2/layout/IconVerticalSolidList"/>
    <dgm:cxn modelId="{B5D6129F-F6EC-46B8-A563-6F4E351627C7}" type="presParOf" srcId="{3D836F97-4356-4B49-9EE6-ED24D18ACCDC}" destId="{E5E1AEC1-DDE6-40CD-BDD8-CE88683EA928}" srcOrd="2" destOrd="0" presId="urn:microsoft.com/office/officeart/2018/2/layout/IconVerticalSolidList"/>
    <dgm:cxn modelId="{5A8F73C8-6B18-4324-9220-4D4E7C70D5F4}" type="presParOf" srcId="{3D836F97-4356-4B49-9EE6-ED24D18ACCDC}" destId="{8C9BDE3D-1D88-40A0-BCC5-B32A7B76AC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FD154C-BA58-45AF-88EC-F20FBE8E2056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6A09013-EFF7-4C7B-9503-B9161458D1A7}">
      <dgm:prSet/>
      <dgm:spPr/>
      <dgm:t>
        <a:bodyPr/>
        <a:lstStyle/>
        <a:p>
          <a:r>
            <a:rPr lang="cs-CZ" b="1"/>
            <a:t>Prevence</a:t>
          </a:r>
          <a:r>
            <a:rPr lang="cs-CZ"/>
            <a:t>: vakcinace živou vakcínou, opakování každých 6 měsíců</a:t>
          </a:r>
          <a:endParaRPr lang="en-US"/>
        </a:p>
      </dgm:t>
    </dgm:pt>
    <dgm:pt modelId="{3A4AFFA8-5A61-42D2-AC3D-032B9ECB882A}" type="parTrans" cxnId="{F0C74E60-3E87-456D-8D2E-3C80C0AC1CAF}">
      <dgm:prSet/>
      <dgm:spPr/>
      <dgm:t>
        <a:bodyPr/>
        <a:lstStyle/>
        <a:p>
          <a:endParaRPr lang="en-US"/>
        </a:p>
      </dgm:t>
    </dgm:pt>
    <dgm:pt modelId="{7DDE587D-67B3-4552-9255-DE660BAC0BF7}" type="sibTrans" cxnId="{F0C74E60-3E87-456D-8D2E-3C80C0AC1CAF}">
      <dgm:prSet/>
      <dgm:spPr/>
      <dgm:t>
        <a:bodyPr/>
        <a:lstStyle/>
        <a:p>
          <a:endParaRPr lang="en-US"/>
        </a:p>
      </dgm:t>
    </dgm:pt>
    <dgm:pt modelId="{D2ECDE89-0A72-4573-B262-768ADDE55819}">
      <dgm:prSet/>
      <dgm:spPr/>
      <dgm:t>
        <a:bodyPr/>
        <a:lstStyle/>
        <a:p>
          <a:r>
            <a:rPr lang="cs-CZ" b="1"/>
            <a:t>Léčba</a:t>
          </a:r>
          <a:r>
            <a:rPr lang="cs-CZ"/>
            <a:t>: antibiotika (Penicilin) injekčně</a:t>
          </a:r>
          <a:endParaRPr lang="en-US"/>
        </a:p>
      </dgm:t>
    </dgm:pt>
    <dgm:pt modelId="{D9742923-5F47-4F81-A90E-EE7CB0C2A0D5}" type="parTrans" cxnId="{DA365296-C9F9-4EFF-8E53-6C47B6A7B5B2}">
      <dgm:prSet/>
      <dgm:spPr/>
      <dgm:t>
        <a:bodyPr/>
        <a:lstStyle/>
        <a:p>
          <a:endParaRPr lang="en-US"/>
        </a:p>
      </dgm:t>
    </dgm:pt>
    <dgm:pt modelId="{8CF82EE7-6270-47FD-9B51-2DA4AFDECC63}" type="sibTrans" cxnId="{DA365296-C9F9-4EFF-8E53-6C47B6A7B5B2}">
      <dgm:prSet/>
      <dgm:spPr/>
      <dgm:t>
        <a:bodyPr/>
        <a:lstStyle/>
        <a:p>
          <a:endParaRPr lang="en-US"/>
        </a:p>
      </dgm:t>
    </dgm:pt>
    <dgm:pt modelId="{5ABEF143-DA12-435D-90E7-482220CC459D}">
      <dgm:prSet/>
      <dgm:spPr/>
      <dgm:t>
        <a:bodyPr/>
        <a:lstStyle/>
        <a:p>
          <a:r>
            <a:rPr lang="cs-CZ"/>
            <a:t>Chronické změny jsou nevyléčitelné – změny na srdci a kloubech jsou nevratné</a:t>
          </a:r>
          <a:endParaRPr lang="en-US"/>
        </a:p>
      </dgm:t>
    </dgm:pt>
    <dgm:pt modelId="{7F7E3E48-38C3-41B7-8540-DFB87A71DF1C}" type="parTrans" cxnId="{753EE3AA-72DE-43C1-BAC4-A71CFC388D33}">
      <dgm:prSet/>
      <dgm:spPr/>
      <dgm:t>
        <a:bodyPr/>
        <a:lstStyle/>
        <a:p>
          <a:endParaRPr lang="en-US"/>
        </a:p>
      </dgm:t>
    </dgm:pt>
    <dgm:pt modelId="{CD13F622-F957-4795-812B-648938C85C5A}" type="sibTrans" cxnId="{753EE3AA-72DE-43C1-BAC4-A71CFC388D33}">
      <dgm:prSet/>
      <dgm:spPr/>
      <dgm:t>
        <a:bodyPr/>
        <a:lstStyle/>
        <a:p>
          <a:endParaRPr lang="en-US"/>
        </a:p>
      </dgm:t>
    </dgm:pt>
    <dgm:pt modelId="{46A4C146-CC17-4624-8C7F-1AA79526E3E2}">
      <dgm:prSet/>
      <dgm:spPr/>
      <dgm:t>
        <a:bodyPr/>
        <a:lstStyle/>
        <a:p>
          <a:r>
            <a:rPr lang="cs-CZ" dirty="0"/>
            <a:t>Červenka je zoonóza</a:t>
          </a:r>
          <a:endParaRPr lang="en-US" dirty="0"/>
        </a:p>
      </dgm:t>
    </dgm:pt>
    <dgm:pt modelId="{111B796E-4C0B-475E-A868-AACEB599324E}" type="parTrans" cxnId="{C1254B3D-EB66-46F1-A927-1797C21D4276}">
      <dgm:prSet/>
      <dgm:spPr/>
      <dgm:t>
        <a:bodyPr/>
        <a:lstStyle/>
        <a:p>
          <a:endParaRPr lang="cs-CZ"/>
        </a:p>
      </dgm:t>
    </dgm:pt>
    <dgm:pt modelId="{A6006419-5CA3-43A4-8B29-6F423F3999E4}" type="sibTrans" cxnId="{C1254B3D-EB66-46F1-A927-1797C21D4276}">
      <dgm:prSet/>
      <dgm:spPr/>
      <dgm:t>
        <a:bodyPr/>
        <a:lstStyle/>
        <a:p>
          <a:endParaRPr lang="cs-CZ"/>
        </a:p>
      </dgm:t>
    </dgm:pt>
    <dgm:pt modelId="{B1F7A0CE-D3D2-4778-ABA4-875E81111A5A}" type="pres">
      <dgm:prSet presAssocID="{B1FD154C-BA58-45AF-88EC-F20FBE8E2056}" presName="vert0" presStyleCnt="0">
        <dgm:presLayoutVars>
          <dgm:dir/>
          <dgm:animOne val="branch"/>
          <dgm:animLvl val="lvl"/>
        </dgm:presLayoutVars>
      </dgm:prSet>
      <dgm:spPr/>
    </dgm:pt>
    <dgm:pt modelId="{74DD994A-98DB-4F70-9C05-F942CA8F6F08}" type="pres">
      <dgm:prSet presAssocID="{66A09013-EFF7-4C7B-9503-B9161458D1A7}" presName="thickLine" presStyleLbl="alignNode1" presStyleIdx="0" presStyleCnt="4"/>
      <dgm:spPr/>
    </dgm:pt>
    <dgm:pt modelId="{EB15F9D6-C38F-4633-9C39-19594BACAC71}" type="pres">
      <dgm:prSet presAssocID="{66A09013-EFF7-4C7B-9503-B9161458D1A7}" presName="horz1" presStyleCnt="0"/>
      <dgm:spPr/>
    </dgm:pt>
    <dgm:pt modelId="{BF040B97-ED0D-43E5-B2F5-219278D36EB5}" type="pres">
      <dgm:prSet presAssocID="{66A09013-EFF7-4C7B-9503-B9161458D1A7}" presName="tx1" presStyleLbl="revTx" presStyleIdx="0" presStyleCnt="4"/>
      <dgm:spPr/>
    </dgm:pt>
    <dgm:pt modelId="{9B1A6573-77D0-4A14-ACBF-B62CB1A37714}" type="pres">
      <dgm:prSet presAssocID="{66A09013-EFF7-4C7B-9503-B9161458D1A7}" presName="vert1" presStyleCnt="0"/>
      <dgm:spPr/>
    </dgm:pt>
    <dgm:pt modelId="{7677749B-4999-4C6F-845A-6C938CA7C2FF}" type="pres">
      <dgm:prSet presAssocID="{D2ECDE89-0A72-4573-B262-768ADDE55819}" presName="thickLine" presStyleLbl="alignNode1" presStyleIdx="1" presStyleCnt="4"/>
      <dgm:spPr/>
    </dgm:pt>
    <dgm:pt modelId="{15A4E6B5-3C54-4CC7-A33B-87F6C152DA9B}" type="pres">
      <dgm:prSet presAssocID="{D2ECDE89-0A72-4573-B262-768ADDE55819}" presName="horz1" presStyleCnt="0"/>
      <dgm:spPr/>
    </dgm:pt>
    <dgm:pt modelId="{B1836F8F-94DE-4EE8-9E01-2790AA443569}" type="pres">
      <dgm:prSet presAssocID="{D2ECDE89-0A72-4573-B262-768ADDE55819}" presName="tx1" presStyleLbl="revTx" presStyleIdx="1" presStyleCnt="4"/>
      <dgm:spPr/>
    </dgm:pt>
    <dgm:pt modelId="{39EB1AFE-A24F-4520-BFA3-B9F2A09B8168}" type="pres">
      <dgm:prSet presAssocID="{D2ECDE89-0A72-4573-B262-768ADDE55819}" presName="vert1" presStyleCnt="0"/>
      <dgm:spPr/>
    </dgm:pt>
    <dgm:pt modelId="{30436994-816B-4CD7-8D07-77AECE551FA4}" type="pres">
      <dgm:prSet presAssocID="{5ABEF143-DA12-435D-90E7-482220CC459D}" presName="thickLine" presStyleLbl="alignNode1" presStyleIdx="2" presStyleCnt="4"/>
      <dgm:spPr/>
    </dgm:pt>
    <dgm:pt modelId="{10548537-DB59-4203-96CD-03D05DFAEBBB}" type="pres">
      <dgm:prSet presAssocID="{5ABEF143-DA12-435D-90E7-482220CC459D}" presName="horz1" presStyleCnt="0"/>
      <dgm:spPr/>
    </dgm:pt>
    <dgm:pt modelId="{1E031927-9138-47F6-95D7-1538496F5C7E}" type="pres">
      <dgm:prSet presAssocID="{5ABEF143-DA12-435D-90E7-482220CC459D}" presName="tx1" presStyleLbl="revTx" presStyleIdx="2" presStyleCnt="4"/>
      <dgm:spPr/>
    </dgm:pt>
    <dgm:pt modelId="{009F1EB3-A54B-46CB-9921-2A8BB9CC3A79}" type="pres">
      <dgm:prSet presAssocID="{5ABEF143-DA12-435D-90E7-482220CC459D}" presName="vert1" presStyleCnt="0"/>
      <dgm:spPr/>
    </dgm:pt>
    <dgm:pt modelId="{F02D5E8F-ED81-4EE2-B729-09F16F9645B8}" type="pres">
      <dgm:prSet presAssocID="{46A4C146-CC17-4624-8C7F-1AA79526E3E2}" presName="thickLine" presStyleLbl="alignNode1" presStyleIdx="3" presStyleCnt="4"/>
      <dgm:spPr/>
    </dgm:pt>
    <dgm:pt modelId="{7A869BF1-4263-4271-AD63-929664EB26CD}" type="pres">
      <dgm:prSet presAssocID="{46A4C146-CC17-4624-8C7F-1AA79526E3E2}" presName="horz1" presStyleCnt="0"/>
      <dgm:spPr/>
    </dgm:pt>
    <dgm:pt modelId="{260A0C7B-0976-4F91-93B9-651E37AB9A6E}" type="pres">
      <dgm:prSet presAssocID="{46A4C146-CC17-4624-8C7F-1AA79526E3E2}" presName="tx1" presStyleLbl="revTx" presStyleIdx="3" presStyleCnt="4"/>
      <dgm:spPr/>
    </dgm:pt>
    <dgm:pt modelId="{6C822E6D-D424-41B1-BF9D-FF8BE1BC5642}" type="pres">
      <dgm:prSet presAssocID="{46A4C146-CC17-4624-8C7F-1AA79526E3E2}" presName="vert1" presStyleCnt="0"/>
      <dgm:spPr/>
    </dgm:pt>
  </dgm:ptLst>
  <dgm:cxnLst>
    <dgm:cxn modelId="{58FB1935-35A4-4CA2-B500-88056CF470EF}" type="presOf" srcId="{D2ECDE89-0A72-4573-B262-768ADDE55819}" destId="{B1836F8F-94DE-4EE8-9E01-2790AA443569}" srcOrd="0" destOrd="0" presId="urn:microsoft.com/office/officeart/2008/layout/LinedList"/>
    <dgm:cxn modelId="{5839093B-50D0-458E-9E63-058CB5B18B19}" type="presOf" srcId="{5ABEF143-DA12-435D-90E7-482220CC459D}" destId="{1E031927-9138-47F6-95D7-1538496F5C7E}" srcOrd="0" destOrd="0" presId="urn:microsoft.com/office/officeart/2008/layout/LinedList"/>
    <dgm:cxn modelId="{C1254B3D-EB66-46F1-A927-1797C21D4276}" srcId="{B1FD154C-BA58-45AF-88EC-F20FBE8E2056}" destId="{46A4C146-CC17-4624-8C7F-1AA79526E3E2}" srcOrd="3" destOrd="0" parTransId="{111B796E-4C0B-475E-A868-AACEB599324E}" sibTransId="{A6006419-5CA3-43A4-8B29-6F423F3999E4}"/>
    <dgm:cxn modelId="{F0C74E60-3E87-456D-8D2E-3C80C0AC1CAF}" srcId="{B1FD154C-BA58-45AF-88EC-F20FBE8E2056}" destId="{66A09013-EFF7-4C7B-9503-B9161458D1A7}" srcOrd="0" destOrd="0" parTransId="{3A4AFFA8-5A61-42D2-AC3D-032B9ECB882A}" sibTransId="{7DDE587D-67B3-4552-9255-DE660BAC0BF7}"/>
    <dgm:cxn modelId="{462C7761-6D9F-4111-B2B6-9C949C9C03D1}" type="presOf" srcId="{46A4C146-CC17-4624-8C7F-1AA79526E3E2}" destId="{260A0C7B-0976-4F91-93B9-651E37AB9A6E}" srcOrd="0" destOrd="0" presId="urn:microsoft.com/office/officeart/2008/layout/LinedList"/>
    <dgm:cxn modelId="{DA365296-C9F9-4EFF-8E53-6C47B6A7B5B2}" srcId="{B1FD154C-BA58-45AF-88EC-F20FBE8E2056}" destId="{D2ECDE89-0A72-4573-B262-768ADDE55819}" srcOrd="1" destOrd="0" parTransId="{D9742923-5F47-4F81-A90E-EE7CB0C2A0D5}" sibTransId="{8CF82EE7-6270-47FD-9B51-2DA4AFDECC63}"/>
    <dgm:cxn modelId="{753EE3AA-72DE-43C1-BAC4-A71CFC388D33}" srcId="{B1FD154C-BA58-45AF-88EC-F20FBE8E2056}" destId="{5ABEF143-DA12-435D-90E7-482220CC459D}" srcOrd="2" destOrd="0" parTransId="{7F7E3E48-38C3-41B7-8540-DFB87A71DF1C}" sibTransId="{CD13F622-F957-4795-812B-648938C85C5A}"/>
    <dgm:cxn modelId="{94A417EA-D657-4B73-A2DD-9E2FFD08E09A}" type="presOf" srcId="{66A09013-EFF7-4C7B-9503-B9161458D1A7}" destId="{BF040B97-ED0D-43E5-B2F5-219278D36EB5}" srcOrd="0" destOrd="0" presId="urn:microsoft.com/office/officeart/2008/layout/LinedList"/>
    <dgm:cxn modelId="{7ADA9DEF-F288-4D40-B2F3-3D8FD141663A}" type="presOf" srcId="{B1FD154C-BA58-45AF-88EC-F20FBE8E2056}" destId="{B1F7A0CE-D3D2-4778-ABA4-875E81111A5A}" srcOrd="0" destOrd="0" presId="urn:microsoft.com/office/officeart/2008/layout/LinedList"/>
    <dgm:cxn modelId="{7E4BAE6E-BA4B-408B-A4B5-BF43B707A3B3}" type="presParOf" srcId="{B1F7A0CE-D3D2-4778-ABA4-875E81111A5A}" destId="{74DD994A-98DB-4F70-9C05-F942CA8F6F08}" srcOrd="0" destOrd="0" presId="urn:microsoft.com/office/officeart/2008/layout/LinedList"/>
    <dgm:cxn modelId="{B134D294-2FA7-4316-9967-BC31088C3653}" type="presParOf" srcId="{B1F7A0CE-D3D2-4778-ABA4-875E81111A5A}" destId="{EB15F9D6-C38F-4633-9C39-19594BACAC71}" srcOrd="1" destOrd="0" presId="urn:microsoft.com/office/officeart/2008/layout/LinedList"/>
    <dgm:cxn modelId="{E4B2B015-232C-4DDC-B5B1-55CB0A209D98}" type="presParOf" srcId="{EB15F9D6-C38F-4633-9C39-19594BACAC71}" destId="{BF040B97-ED0D-43E5-B2F5-219278D36EB5}" srcOrd="0" destOrd="0" presId="urn:microsoft.com/office/officeart/2008/layout/LinedList"/>
    <dgm:cxn modelId="{EEBD7EE8-01A9-4D98-8811-15A6B7941F70}" type="presParOf" srcId="{EB15F9D6-C38F-4633-9C39-19594BACAC71}" destId="{9B1A6573-77D0-4A14-ACBF-B62CB1A37714}" srcOrd="1" destOrd="0" presId="urn:microsoft.com/office/officeart/2008/layout/LinedList"/>
    <dgm:cxn modelId="{A48739DD-88A3-42C1-B62E-73435E1C7CC9}" type="presParOf" srcId="{B1F7A0CE-D3D2-4778-ABA4-875E81111A5A}" destId="{7677749B-4999-4C6F-845A-6C938CA7C2FF}" srcOrd="2" destOrd="0" presId="urn:microsoft.com/office/officeart/2008/layout/LinedList"/>
    <dgm:cxn modelId="{44523FB5-4BBF-4334-84DB-57704404839E}" type="presParOf" srcId="{B1F7A0CE-D3D2-4778-ABA4-875E81111A5A}" destId="{15A4E6B5-3C54-4CC7-A33B-87F6C152DA9B}" srcOrd="3" destOrd="0" presId="urn:microsoft.com/office/officeart/2008/layout/LinedList"/>
    <dgm:cxn modelId="{63D9512A-7BE5-4F14-8C38-018F09D4D641}" type="presParOf" srcId="{15A4E6B5-3C54-4CC7-A33B-87F6C152DA9B}" destId="{B1836F8F-94DE-4EE8-9E01-2790AA443569}" srcOrd="0" destOrd="0" presId="urn:microsoft.com/office/officeart/2008/layout/LinedList"/>
    <dgm:cxn modelId="{27DD0600-19BD-48B7-B06C-DB2EB3D471C1}" type="presParOf" srcId="{15A4E6B5-3C54-4CC7-A33B-87F6C152DA9B}" destId="{39EB1AFE-A24F-4520-BFA3-B9F2A09B8168}" srcOrd="1" destOrd="0" presId="urn:microsoft.com/office/officeart/2008/layout/LinedList"/>
    <dgm:cxn modelId="{70931035-4C79-4339-B793-B106D3CA6996}" type="presParOf" srcId="{B1F7A0CE-D3D2-4778-ABA4-875E81111A5A}" destId="{30436994-816B-4CD7-8D07-77AECE551FA4}" srcOrd="4" destOrd="0" presId="urn:microsoft.com/office/officeart/2008/layout/LinedList"/>
    <dgm:cxn modelId="{A3089475-A555-46AC-AD0E-78F834A1512C}" type="presParOf" srcId="{B1F7A0CE-D3D2-4778-ABA4-875E81111A5A}" destId="{10548537-DB59-4203-96CD-03D05DFAEBBB}" srcOrd="5" destOrd="0" presId="urn:microsoft.com/office/officeart/2008/layout/LinedList"/>
    <dgm:cxn modelId="{7C5C7E32-CB90-42D5-A49C-056F1523297F}" type="presParOf" srcId="{10548537-DB59-4203-96CD-03D05DFAEBBB}" destId="{1E031927-9138-47F6-95D7-1538496F5C7E}" srcOrd="0" destOrd="0" presId="urn:microsoft.com/office/officeart/2008/layout/LinedList"/>
    <dgm:cxn modelId="{BA43A899-00EA-4D14-909D-609A46CADE7D}" type="presParOf" srcId="{10548537-DB59-4203-96CD-03D05DFAEBBB}" destId="{009F1EB3-A54B-46CB-9921-2A8BB9CC3A79}" srcOrd="1" destOrd="0" presId="urn:microsoft.com/office/officeart/2008/layout/LinedList"/>
    <dgm:cxn modelId="{170675DE-67DA-4C7C-8E6F-7D3A610451DF}" type="presParOf" srcId="{B1F7A0CE-D3D2-4778-ABA4-875E81111A5A}" destId="{F02D5E8F-ED81-4EE2-B729-09F16F9645B8}" srcOrd="6" destOrd="0" presId="urn:microsoft.com/office/officeart/2008/layout/LinedList"/>
    <dgm:cxn modelId="{766096C2-3408-4C64-A004-0C7B497FB521}" type="presParOf" srcId="{B1F7A0CE-D3D2-4778-ABA4-875E81111A5A}" destId="{7A869BF1-4263-4271-AD63-929664EB26CD}" srcOrd="7" destOrd="0" presId="urn:microsoft.com/office/officeart/2008/layout/LinedList"/>
    <dgm:cxn modelId="{EAD7EFCC-4054-432F-AEF9-84DD9084DD04}" type="presParOf" srcId="{7A869BF1-4263-4271-AD63-929664EB26CD}" destId="{260A0C7B-0976-4F91-93B9-651E37AB9A6E}" srcOrd="0" destOrd="0" presId="urn:microsoft.com/office/officeart/2008/layout/LinedList"/>
    <dgm:cxn modelId="{79E8C751-8DB3-4174-BC02-1AE874A19920}" type="presParOf" srcId="{7A869BF1-4263-4271-AD63-929664EB26CD}" destId="{6C822E6D-D424-41B1-BF9D-FF8BE1BC56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FD154C-BA58-45AF-88EC-F20FBE8E2056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6A09013-EFF7-4C7B-9503-B9161458D1A7}">
      <dgm:prSet/>
      <dgm:spPr/>
      <dgm:t>
        <a:bodyPr/>
        <a:lstStyle/>
        <a:p>
          <a:r>
            <a:rPr lang="cs-CZ" b="1" dirty="0"/>
            <a:t>Prevence</a:t>
          </a:r>
          <a:r>
            <a:rPr lang="cs-CZ" dirty="0"/>
            <a:t>: v minulosti vakcinace (od r. 1988 zákaz)</a:t>
          </a:r>
          <a:endParaRPr lang="en-US" dirty="0"/>
        </a:p>
      </dgm:t>
    </dgm:pt>
    <dgm:pt modelId="{3A4AFFA8-5A61-42D2-AC3D-032B9ECB882A}" type="parTrans" cxnId="{F0C74E60-3E87-456D-8D2E-3C80C0AC1CAF}">
      <dgm:prSet/>
      <dgm:spPr/>
      <dgm:t>
        <a:bodyPr/>
        <a:lstStyle/>
        <a:p>
          <a:endParaRPr lang="en-US"/>
        </a:p>
      </dgm:t>
    </dgm:pt>
    <dgm:pt modelId="{7DDE587D-67B3-4552-9255-DE660BAC0BF7}" type="sibTrans" cxnId="{F0C74E60-3E87-456D-8D2E-3C80C0AC1CAF}">
      <dgm:prSet/>
      <dgm:spPr/>
      <dgm:t>
        <a:bodyPr/>
        <a:lstStyle/>
        <a:p>
          <a:endParaRPr lang="en-US"/>
        </a:p>
      </dgm:t>
    </dgm:pt>
    <dgm:pt modelId="{D2ECDE89-0A72-4573-B262-768ADDE55819}">
      <dgm:prSet/>
      <dgm:spPr/>
      <dgm:t>
        <a:bodyPr/>
        <a:lstStyle/>
        <a:p>
          <a:r>
            <a:rPr lang="cs-CZ" b="1" dirty="0"/>
            <a:t>Léčba</a:t>
          </a:r>
          <a:r>
            <a:rPr lang="cs-CZ" dirty="0"/>
            <a:t>: neprovádí se, důraz je kladen na ochranu zdravých chovů</a:t>
          </a:r>
          <a:endParaRPr lang="en-US" dirty="0"/>
        </a:p>
      </dgm:t>
    </dgm:pt>
    <dgm:pt modelId="{D9742923-5F47-4F81-A90E-EE7CB0C2A0D5}" type="parTrans" cxnId="{DA365296-C9F9-4EFF-8E53-6C47B6A7B5B2}">
      <dgm:prSet/>
      <dgm:spPr/>
      <dgm:t>
        <a:bodyPr/>
        <a:lstStyle/>
        <a:p>
          <a:endParaRPr lang="en-US"/>
        </a:p>
      </dgm:t>
    </dgm:pt>
    <dgm:pt modelId="{8CF82EE7-6270-47FD-9B51-2DA4AFDECC63}" type="sibTrans" cxnId="{DA365296-C9F9-4EFF-8E53-6C47B6A7B5B2}">
      <dgm:prSet/>
      <dgm:spPr/>
      <dgm:t>
        <a:bodyPr/>
        <a:lstStyle/>
        <a:p>
          <a:endParaRPr lang="en-US"/>
        </a:p>
      </dgm:t>
    </dgm:pt>
    <dgm:pt modelId="{5ABEF143-DA12-435D-90E7-482220CC459D}">
      <dgm:prSet/>
      <dgm:spPr/>
      <dgm:t>
        <a:bodyPr/>
        <a:lstStyle/>
        <a:p>
          <a:r>
            <a:rPr lang="cs-CZ" dirty="0"/>
            <a:t>V českých chovech prasete domácího se nevyskytuje</a:t>
          </a:r>
          <a:endParaRPr lang="en-US" dirty="0"/>
        </a:p>
      </dgm:t>
    </dgm:pt>
    <dgm:pt modelId="{7F7E3E48-38C3-41B7-8540-DFB87A71DF1C}" type="parTrans" cxnId="{753EE3AA-72DE-43C1-BAC4-A71CFC388D33}">
      <dgm:prSet/>
      <dgm:spPr/>
      <dgm:t>
        <a:bodyPr/>
        <a:lstStyle/>
        <a:p>
          <a:endParaRPr lang="en-US"/>
        </a:p>
      </dgm:t>
    </dgm:pt>
    <dgm:pt modelId="{CD13F622-F957-4795-812B-648938C85C5A}" type="sibTrans" cxnId="{753EE3AA-72DE-43C1-BAC4-A71CFC388D33}">
      <dgm:prSet/>
      <dgm:spPr/>
      <dgm:t>
        <a:bodyPr/>
        <a:lstStyle/>
        <a:p>
          <a:endParaRPr lang="en-US"/>
        </a:p>
      </dgm:t>
    </dgm:pt>
    <dgm:pt modelId="{46A4C146-CC17-4624-8C7F-1AA79526E3E2}">
      <dgm:prSet/>
      <dgm:spPr/>
      <dgm:t>
        <a:bodyPr/>
        <a:lstStyle/>
        <a:p>
          <a:r>
            <a:rPr lang="cs-CZ" dirty="0"/>
            <a:t>Je nutné bránit se zavlečení prostřednictvím kontaminovaného materiálu od divokých prasat</a:t>
          </a:r>
          <a:endParaRPr lang="en-US" dirty="0"/>
        </a:p>
      </dgm:t>
    </dgm:pt>
    <dgm:pt modelId="{111B796E-4C0B-475E-A868-AACEB599324E}" type="parTrans" cxnId="{C1254B3D-EB66-46F1-A927-1797C21D4276}">
      <dgm:prSet/>
      <dgm:spPr/>
      <dgm:t>
        <a:bodyPr/>
        <a:lstStyle/>
        <a:p>
          <a:endParaRPr lang="cs-CZ"/>
        </a:p>
      </dgm:t>
    </dgm:pt>
    <dgm:pt modelId="{A6006419-5CA3-43A4-8B29-6F423F3999E4}" type="sibTrans" cxnId="{C1254B3D-EB66-46F1-A927-1797C21D4276}">
      <dgm:prSet/>
      <dgm:spPr/>
      <dgm:t>
        <a:bodyPr/>
        <a:lstStyle/>
        <a:p>
          <a:endParaRPr lang="cs-CZ"/>
        </a:p>
      </dgm:t>
    </dgm:pt>
    <dgm:pt modelId="{B1F7A0CE-D3D2-4778-ABA4-875E81111A5A}" type="pres">
      <dgm:prSet presAssocID="{B1FD154C-BA58-45AF-88EC-F20FBE8E2056}" presName="vert0" presStyleCnt="0">
        <dgm:presLayoutVars>
          <dgm:dir/>
          <dgm:animOne val="branch"/>
          <dgm:animLvl val="lvl"/>
        </dgm:presLayoutVars>
      </dgm:prSet>
      <dgm:spPr/>
    </dgm:pt>
    <dgm:pt modelId="{74DD994A-98DB-4F70-9C05-F942CA8F6F08}" type="pres">
      <dgm:prSet presAssocID="{66A09013-EFF7-4C7B-9503-B9161458D1A7}" presName="thickLine" presStyleLbl="alignNode1" presStyleIdx="0" presStyleCnt="4"/>
      <dgm:spPr/>
    </dgm:pt>
    <dgm:pt modelId="{EB15F9D6-C38F-4633-9C39-19594BACAC71}" type="pres">
      <dgm:prSet presAssocID="{66A09013-EFF7-4C7B-9503-B9161458D1A7}" presName="horz1" presStyleCnt="0"/>
      <dgm:spPr/>
    </dgm:pt>
    <dgm:pt modelId="{BF040B97-ED0D-43E5-B2F5-219278D36EB5}" type="pres">
      <dgm:prSet presAssocID="{66A09013-EFF7-4C7B-9503-B9161458D1A7}" presName="tx1" presStyleLbl="revTx" presStyleIdx="0" presStyleCnt="4"/>
      <dgm:spPr/>
    </dgm:pt>
    <dgm:pt modelId="{9B1A6573-77D0-4A14-ACBF-B62CB1A37714}" type="pres">
      <dgm:prSet presAssocID="{66A09013-EFF7-4C7B-9503-B9161458D1A7}" presName="vert1" presStyleCnt="0"/>
      <dgm:spPr/>
    </dgm:pt>
    <dgm:pt modelId="{7677749B-4999-4C6F-845A-6C938CA7C2FF}" type="pres">
      <dgm:prSet presAssocID="{D2ECDE89-0A72-4573-B262-768ADDE55819}" presName="thickLine" presStyleLbl="alignNode1" presStyleIdx="1" presStyleCnt="4"/>
      <dgm:spPr/>
    </dgm:pt>
    <dgm:pt modelId="{15A4E6B5-3C54-4CC7-A33B-87F6C152DA9B}" type="pres">
      <dgm:prSet presAssocID="{D2ECDE89-0A72-4573-B262-768ADDE55819}" presName="horz1" presStyleCnt="0"/>
      <dgm:spPr/>
    </dgm:pt>
    <dgm:pt modelId="{B1836F8F-94DE-4EE8-9E01-2790AA443569}" type="pres">
      <dgm:prSet presAssocID="{D2ECDE89-0A72-4573-B262-768ADDE55819}" presName="tx1" presStyleLbl="revTx" presStyleIdx="1" presStyleCnt="4"/>
      <dgm:spPr/>
    </dgm:pt>
    <dgm:pt modelId="{39EB1AFE-A24F-4520-BFA3-B9F2A09B8168}" type="pres">
      <dgm:prSet presAssocID="{D2ECDE89-0A72-4573-B262-768ADDE55819}" presName="vert1" presStyleCnt="0"/>
      <dgm:spPr/>
    </dgm:pt>
    <dgm:pt modelId="{30436994-816B-4CD7-8D07-77AECE551FA4}" type="pres">
      <dgm:prSet presAssocID="{5ABEF143-DA12-435D-90E7-482220CC459D}" presName="thickLine" presStyleLbl="alignNode1" presStyleIdx="2" presStyleCnt="4"/>
      <dgm:spPr/>
    </dgm:pt>
    <dgm:pt modelId="{10548537-DB59-4203-96CD-03D05DFAEBBB}" type="pres">
      <dgm:prSet presAssocID="{5ABEF143-DA12-435D-90E7-482220CC459D}" presName="horz1" presStyleCnt="0"/>
      <dgm:spPr/>
    </dgm:pt>
    <dgm:pt modelId="{1E031927-9138-47F6-95D7-1538496F5C7E}" type="pres">
      <dgm:prSet presAssocID="{5ABEF143-DA12-435D-90E7-482220CC459D}" presName="tx1" presStyleLbl="revTx" presStyleIdx="2" presStyleCnt="4"/>
      <dgm:spPr/>
    </dgm:pt>
    <dgm:pt modelId="{009F1EB3-A54B-46CB-9921-2A8BB9CC3A79}" type="pres">
      <dgm:prSet presAssocID="{5ABEF143-DA12-435D-90E7-482220CC459D}" presName="vert1" presStyleCnt="0"/>
      <dgm:spPr/>
    </dgm:pt>
    <dgm:pt modelId="{F02D5E8F-ED81-4EE2-B729-09F16F9645B8}" type="pres">
      <dgm:prSet presAssocID="{46A4C146-CC17-4624-8C7F-1AA79526E3E2}" presName="thickLine" presStyleLbl="alignNode1" presStyleIdx="3" presStyleCnt="4"/>
      <dgm:spPr/>
    </dgm:pt>
    <dgm:pt modelId="{7A869BF1-4263-4271-AD63-929664EB26CD}" type="pres">
      <dgm:prSet presAssocID="{46A4C146-CC17-4624-8C7F-1AA79526E3E2}" presName="horz1" presStyleCnt="0"/>
      <dgm:spPr/>
    </dgm:pt>
    <dgm:pt modelId="{260A0C7B-0976-4F91-93B9-651E37AB9A6E}" type="pres">
      <dgm:prSet presAssocID="{46A4C146-CC17-4624-8C7F-1AA79526E3E2}" presName="tx1" presStyleLbl="revTx" presStyleIdx="3" presStyleCnt="4"/>
      <dgm:spPr/>
    </dgm:pt>
    <dgm:pt modelId="{6C822E6D-D424-41B1-BF9D-FF8BE1BC5642}" type="pres">
      <dgm:prSet presAssocID="{46A4C146-CC17-4624-8C7F-1AA79526E3E2}" presName="vert1" presStyleCnt="0"/>
      <dgm:spPr/>
    </dgm:pt>
  </dgm:ptLst>
  <dgm:cxnLst>
    <dgm:cxn modelId="{58FB1935-35A4-4CA2-B500-88056CF470EF}" type="presOf" srcId="{D2ECDE89-0A72-4573-B262-768ADDE55819}" destId="{B1836F8F-94DE-4EE8-9E01-2790AA443569}" srcOrd="0" destOrd="0" presId="urn:microsoft.com/office/officeart/2008/layout/LinedList"/>
    <dgm:cxn modelId="{5839093B-50D0-458E-9E63-058CB5B18B19}" type="presOf" srcId="{5ABEF143-DA12-435D-90E7-482220CC459D}" destId="{1E031927-9138-47F6-95D7-1538496F5C7E}" srcOrd="0" destOrd="0" presId="urn:microsoft.com/office/officeart/2008/layout/LinedList"/>
    <dgm:cxn modelId="{C1254B3D-EB66-46F1-A927-1797C21D4276}" srcId="{B1FD154C-BA58-45AF-88EC-F20FBE8E2056}" destId="{46A4C146-CC17-4624-8C7F-1AA79526E3E2}" srcOrd="3" destOrd="0" parTransId="{111B796E-4C0B-475E-A868-AACEB599324E}" sibTransId="{A6006419-5CA3-43A4-8B29-6F423F3999E4}"/>
    <dgm:cxn modelId="{F0C74E60-3E87-456D-8D2E-3C80C0AC1CAF}" srcId="{B1FD154C-BA58-45AF-88EC-F20FBE8E2056}" destId="{66A09013-EFF7-4C7B-9503-B9161458D1A7}" srcOrd="0" destOrd="0" parTransId="{3A4AFFA8-5A61-42D2-AC3D-032B9ECB882A}" sibTransId="{7DDE587D-67B3-4552-9255-DE660BAC0BF7}"/>
    <dgm:cxn modelId="{462C7761-6D9F-4111-B2B6-9C949C9C03D1}" type="presOf" srcId="{46A4C146-CC17-4624-8C7F-1AA79526E3E2}" destId="{260A0C7B-0976-4F91-93B9-651E37AB9A6E}" srcOrd="0" destOrd="0" presId="urn:microsoft.com/office/officeart/2008/layout/LinedList"/>
    <dgm:cxn modelId="{DA365296-C9F9-4EFF-8E53-6C47B6A7B5B2}" srcId="{B1FD154C-BA58-45AF-88EC-F20FBE8E2056}" destId="{D2ECDE89-0A72-4573-B262-768ADDE55819}" srcOrd="1" destOrd="0" parTransId="{D9742923-5F47-4F81-A90E-EE7CB0C2A0D5}" sibTransId="{8CF82EE7-6270-47FD-9B51-2DA4AFDECC63}"/>
    <dgm:cxn modelId="{753EE3AA-72DE-43C1-BAC4-A71CFC388D33}" srcId="{B1FD154C-BA58-45AF-88EC-F20FBE8E2056}" destId="{5ABEF143-DA12-435D-90E7-482220CC459D}" srcOrd="2" destOrd="0" parTransId="{7F7E3E48-38C3-41B7-8540-DFB87A71DF1C}" sibTransId="{CD13F622-F957-4795-812B-648938C85C5A}"/>
    <dgm:cxn modelId="{94A417EA-D657-4B73-A2DD-9E2FFD08E09A}" type="presOf" srcId="{66A09013-EFF7-4C7B-9503-B9161458D1A7}" destId="{BF040B97-ED0D-43E5-B2F5-219278D36EB5}" srcOrd="0" destOrd="0" presId="urn:microsoft.com/office/officeart/2008/layout/LinedList"/>
    <dgm:cxn modelId="{7ADA9DEF-F288-4D40-B2F3-3D8FD141663A}" type="presOf" srcId="{B1FD154C-BA58-45AF-88EC-F20FBE8E2056}" destId="{B1F7A0CE-D3D2-4778-ABA4-875E81111A5A}" srcOrd="0" destOrd="0" presId="urn:microsoft.com/office/officeart/2008/layout/LinedList"/>
    <dgm:cxn modelId="{7E4BAE6E-BA4B-408B-A4B5-BF43B707A3B3}" type="presParOf" srcId="{B1F7A0CE-D3D2-4778-ABA4-875E81111A5A}" destId="{74DD994A-98DB-4F70-9C05-F942CA8F6F08}" srcOrd="0" destOrd="0" presId="urn:microsoft.com/office/officeart/2008/layout/LinedList"/>
    <dgm:cxn modelId="{B134D294-2FA7-4316-9967-BC31088C3653}" type="presParOf" srcId="{B1F7A0CE-D3D2-4778-ABA4-875E81111A5A}" destId="{EB15F9D6-C38F-4633-9C39-19594BACAC71}" srcOrd="1" destOrd="0" presId="urn:microsoft.com/office/officeart/2008/layout/LinedList"/>
    <dgm:cxn modelId="{E4B2B015-232C-4DDC-B5B1-55CB0A209D98}" type="presParOf" srcId="{EB15F9D6-C38F-4633-9C39-19594BACAC71}" destId="{BF040B97-ED0D-43E5-B2F5-219278D36EB5}" srcOrd="0" destOrd="0" presId="urn:microsoft.com/office/officeart/2008/layout/LinedList"/>
    <dgm:cxn modelId="{EEBD7EE8-01A9-4D98-8811-15A6B7941F70}" type="presParOf" srcId="{EB15F9D6-C38F-4633-9C39-19594BACAC71}" destId="{9B1A6573-77D0-4A14-ACBF-B62CB1A37714}" srcOrd="1" destOrd="0" presId="urn:microsoft.com/office/officeart/2008/layout/LinedList"/>
    <dgm:cxn modelId="{A48739DD-88A3-42C1-B62E-73435E1C7CC9}" type="presParOf" srcId="{B1F7A0CE-D3D2-4778-ABA4-875E81111A5A}" destId="{7677749B-4999-4C6F-845A-6C938CA7C2FF}" srcOrd="2" destOrd="0" presId="urn:microsoft.com/office/officeart/2008/layout/LinedList"/>
    <dgm:cxn modelId="{44523FB5-4BBF-4334-84DB-57704404839E}" type="presParOf" srcId="{B1F7A0CE-D3D2-4778-ABA4-875E81111A5A}" destId="{15A4E6B5-3C54-4CC7-A33B-87F6C152DA9B}" srcOrd="3" destOrd="0" presId="urn:microsoft.com/office/officeart/2008/layout/LinedList"/>
    <dgm:cxn modelId="{63D9512A-7BE5-4F14-8C38-018F09D4D641}" type="presParOf" srcId="{15A4E6B5-3C54-4CC7-A33B-87F6C152DA9B}" destId="{B1836F8F-94DE-4EE8-9E01-2790AA443569}" srcOrd="0" destOrd="0" presId="urn:microsoft.com/office/officeart/2008/layout/LinedList"/>
    <dgm:cxn modelId="{27DD0600-19BD-48B7-B06C-DB2EB3D471C1}" type="presParOf" srcId="{15A4E6B5-3C54-4CC7-A33B-87F6C152DA9B}" destId="{39EB1AFE-A24F-4520-BFA3-B9F2A09B8168}" srcOrd="1" destOrd="0" presId="urn:microsoft.com/office/officeart/2008/layout/LinedList"/>
    <dgm:cxn modelId="{70931035-4C79-4339-B793-B106D3CA6996}" type="presParOf" srcId="{B1F7A0CE-D3D2-4778-ABA4-875E81111A5A}" destId="{30436994-816B-4CD7-8D07-77AECE551FA4}" srcOrd="4" destOrd="0" presId="urn:microsoft.com/office/officeart/2008/layout/LinedList"/>
    <dgm:cxn modelId="{A3089475-A555-46AC-AD0E-78F834A1512C}" type="presParOf" srcId="{B1F7A0CE-D3D2-4778-ABA4-875E81111A5A}" destId="{10548537-DB59-4203-96CD-03D05DFAEBBB}" srcOrd="5" destOrd="0" presId="urn:microsoft.com/office/officeart/2008/layout/LinedList"/>
    <dgm:cxn modelId="{7C5C7E32-CB90-42D5-A49C-056F1523297F}" type="presParOf" srcId="{10548537-DB59-4203-96CD-03D05DFAEBBB}" destId="{1E031927-9138-47F6-95D7-1538496F5C7E}" srcOrd="0" destOrd="0" presId="urn:microsoft.com/office/officeart/2008/layout/LinedList"/>
    <dgm:cxn modelId="{BA43A899-00EA-4D14-909D-609A46CADE7D}" type="presParOf" srcId="{10548537-DB59-4203-96CD-03D05DFAEBBB}" destId="{009F1EB3-A54B-46CB-9921-2A8BB9CC3A79}" srcOrd="1" destOrd="0" presId="urn:microsoft.com/office/officeart/2008/layout/LinedList"/>
    <dgm:cxn modelId="{170675DE-67DA-4C7C-8E6F-7D3A610451DF}" type="presParOf" srcId="{B1F7A0CE-D3D2-4778-ABA4-875E81111A5A}" destId="{F02D5E8F-ED81-4EE2-B729-09F16F9645B8}" srcOrd="6" destOrd="0" presId="urn:microsoft.com/office/officeart/2008/layout/LinedList"/>
    <dgm:cxn modelId="{766096C2-3408-4C64-A004-0C7B497FB521}" type="presParOf" srcId="{B1F7A0CE-D3D2-4778-ABA4-875E81111A5A}" destId="{7A869BF1-4263-4271-AD63-929664EB26CD}" srcOrd="7" destOrd="0" presId="urn:microsoft.com/office/officeart/2008/layout/LinedList"/>
    <dgm:cxn modelId="{EAD7EFCC-4054-432F-AEF9-84DD9084DD04}" type="presParOf" srcId="{7A869BF1-4263-4271-AD63-929664EB26CD}" destId="{260A0C7B-0976-4F91-93B9-651E37AB9A6E}" srcOrd="0" destOrd="0" presId="urn:microsoft.com/office/officeart/2008/layout/LinedList"/>
    <dgm:cxn modelId="{79E8C751-8DB3-4174-BC02-1AE874A19920}" type="presParOf" srcId="{7A869BF1-4263-4271-AD63-929664EB26CD}" destId="{6C822E6D-D424-41B1-BF9D-FF8BE1BC56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BBA80-DD08-4D76-925A-89C0792F6843}">
      <dsp:nvSpPr>
        <dsp:cNvPr id="0" name=""/>
        <dsp:cNvSpPr/>
      </dsp:nvSpPr>
      <dsp:spPr>
        <a:xfrm>
          <a:off x="0" y="572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2BA38-B4D9-4DCF-A633-F852AEA0CFA7}">
      <dsp:nvSpPr>
        <dsp:cNvPr id="0" name=""/>
        <dsp:cNvSpPr/>
      </dsp:nvSpPr>
      <dsp:spPr>
        <a:xfrm>
          <a:off x="404961" y="301782"/>
          <a:ext cx="736292" cy="736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8272F-208E-4EC6-B583-BEFDF4DEB5AC}">
      <dsp:nvSpPr>
        <dsp:cNvPr id="0" name=""/>
        <dsp:cNvSpPr/>
      </dsp:nvSpPr>
      <dsp:spPr>
        <a:xfrm>
          <a:off x="1546215" y="572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Přenosné</a:t>
          </a:r>
          <a:endParaRPr lang="en-US" sz="2500" kern="1200"/>
        </a:p>
      </dsp:txBody>
      <dsp:txXfrm>
        <a:off x="1546215" y="572"/>
        <a:ext cx="4360112" cy="1338714"/>
      </dsp:txXfrm>
    </dsp:sp>
    <dsp:sp modelId="{71386D8A-9895-4ED9-A4A9-E189EEEF3D17}">
      <dsp:nvSpPr>
        <dsp:cNvPr id="0" name=""/>
        <dsp:cNvSpPr/>
      </dsp:nvSpPr>
      <dsp:spPr>
        <a:xfrm>
          <a:off x="0" y="1673965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BA4CC-EC8A-4BA8-921A-B7711E7ECA14}">
      <dsp:nvSpPr>
        <dsp:cNvPr id="0" name=""/>
        <dsp:cNvSpPr/>
      </dsp:nvSpPr>
      <dsp:spPr>
        <a:xfrm>
          <a:off x="404961" y="1975176"/>
          <a:ext cx="736292" cy="736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217B8-0C85-4CF3-AD1E-1A1F6A39F9B8}">
      <dsp:nvSpPr>
        <dsp:cNvPr id="0" name=""/>
        <dsp:cNvSpPr/>
      </dsp:nvSpPr>
      <dsp:spPr>
        <a:xfrm>
          <a:off x="1546215" y="1673965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Postihují více zvířat najednou</a:t>
          </a:r>
          <a:endParaRPr lang="en-US" sz="2500" kern="1200"/>
        </a:p>
      </dsp:txBody>
      <dsp:txXfrm>
        <a:off x="1546215" y="1673965"/>
        <a:ext cx="4360112" cy="1338714"/>
      </dsp:txXfrm>
    </dsp:sp>
    <dsp:sp modelId="{740F8A0E-AAFA-4FDF-9F30-94C14790DABF}">
      <dsp:nvSpPr>
        <dsp:cNvPr id="0" name=""/>
        <dsp:cNvSpPr/>
      </dsp:nvSpPr>
      <dsp:spPr>
        <a:xfrm>
          <a:off x="0" y="3347358"/>
          <a:ext cx="5906327" cy="13387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8F1E4-9DBE-41B6-8615-9142C080F08E}">
      <dsp:nvSpPr>
        <dsp:cNvPr id="0" name=""/>
        <dsp:cNvSpPr/>
      </dsp:nvSpPr>
      <dsp:spPr>
        <a:xfrm>
          <a:off x="404961" y="3648569"/>
          <a:ext cx="736292" cy="736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BDE3D-1D88-40A0-BCC5-B32A7B76ACCE}">
      <dsp:nvSpPr>
        <dsp:cNvPr id="0" name=""/>
        <dsp:cNvSpPr/>
      </dsp:nvSpPr>
      <dsp:spPr>
        <a:xfrm>
          <a:off x="1546215" y="3347358"/>
          <a:ext cx="4360112" cy="1338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81" tIns="141681" rIns="141681" bIns="141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Zvýšená teplota, svalový třes, malátnost zvířat, nechutenství</a:t>
          </a:r>
          <a:endParaRPr lang="en-US" sz="2500" kern="1200"/>
        </a:p>
      </dsp:txBody>
      <dsp:txXfrm>
        <a:off x="1546215" y="3347358"/>
        <a:ext cx="4360112" cy="1338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D994A-98DB-4F70-9C05-F942CA8F6F08}">
      <dsp:nvSpPr>
        <dsp:cNvPr id="0" name=""/>
        <dsp:cNvSpPr/>
      </dsp:nvSpPr>
      <dsp:spPr>
        <a:xfrm>
          <a:off x="0" y="0"/>
          <a:ext cx="59063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040B97-ED0D-43E5-B2F5-219278D36EB5}">
      <dsp:nvSpPr>
        <dsp:cNvPr id="0" name=""/>
        <dsp:cNvSpPr/>
      </dsp:nvSpPr>
      <dsp:spPr>
        <a:xfrm>
          <a:off x="0" y="0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/>
            <a:t>Prevence</a:t>
          </a:r>
          <a:r>
            <a:rPr lang="cs-CZ" sz="2300" kern="1200"/>
            <a:t>: vakcinace živou vakcínou, opakování každých 6 měsíců</a:t>
          </a:r>
          <a:endParaRPr lang="en-US" sz="2300" kern="1200"/>
        </a:p>
      </dsp:txBody>
      <dsp:txXfrm>
        <a:off x="0" y="0"/>
        <a:ext cx="5906327" cy="1171661"/>
      </dsp:txXfrm>
    </dsp:sp>
    <dsp:sp modelId="{7677749B-4999-4C6F-845A-6C938CA7C2FF}">
      <dsp:nvSpPr>
        <dsp:cNvPr id="0" name=""/>
        <dsp:cNvSpPr/>
      </dsp:nvSpPr>
      <dsp:spPr>
        <a:xfrm>
          <a:off x="0" y="1171661"/>
          <a:ext cx="5906327" cy="0"/>
        </a:xfrm>
        <a:prstGeom prst="line">
          <a:avLst/>
        </a:prstGeom>
        <a:solidFill>
          <a:schemeClr val="accent2">
            <a:hueOff val="-1292792"/>
            <a:satOff val="-2924"/>
            <a:lumOff val="-1895"/>
            <a:alphaOff val="0"/>
          </a:schemeClr>
        </a:solidFill>
        <a:ln w="15875" cap="rnd" cmpd="sng" algn="ctr">
          <a:solidFill>
            <a:schemeClr val="accent2">
              <a:hueOff val="-1292792"/>
              <a:satOff val="-2924"/>
              <a:lumOff val="-18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836F8F-94DE-4EE8-9E01-2790AA443569}">
      <dsp:nvSpPr>
        <dsp:cNvPr id="0" name=""/>
        <dsp:cNvSpPr/>
      </dsp:nvSpPr>
      <dsp:spPr>
        <a:xfrm>
          <a:off x="0" y="1171661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/>
            <a:t>Léčba</a:t>
          </a:r>
          <a:r>
            <a:rPr lang="cs-CZ" sz="2300" kern="1200"/>
            <a:t>: antibiotika (Penicilin) injekčně</a:t>
          </a:r>
          <a:endParaRPr lang="en-US" sz="2300" kern="1200"/>
        </a:p>
      </dsp:txBody>
      <dsp:txXfrm>
        <a:off x="0" y="1171661"/>
        <a:ext cx="5906327" cy="1171661"/>
      </dsp:txXfrm>
    </dsp:sp>
    <dsp:sp modelId="{30436994-816B-4CD7-8D07-77AECE551FA4}">
      <dsp:nvSpPr>
        <dsp:cNvPr id="0" name=""/>
        <dsp:cNvSpPr/>
      </dsp:nvSpPr>
      <dsp:spPr>
        <a:xfrm>
          <a:off x="0" y="2343322"/>
          <a:ext cx="5906327" cy="0"/>
        </a:xfrm>
        <a:prstGeom prst="line">
          <a:avLst/>
        </a:prstGeom>
        <a:solidFill>
          <a:schemeClr val="accent2">
            <a:hueOff val="-2585584"/>
            <a:satOff val="-5847"/>
            <a:lumOff val="-3791"/>
            <a:alphaOff val="0"/>
          </a:schemeClr>
        </a:solidFill>
        <a:ln w="15875" cap="rnd" cmpd="sng" algn="ctr">
          <a:solidFill>
            <a:schemeClr val="accent2">
              <a:hueOff val="-2585584"/>
              <a:satOff val="-5847"/>
              <a:lumOff val="-37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031927-9138-47F6-95D7-1538496F5C7E}">
      <dsp:nvSpPr>
        <dsp:cNvPr id="0" name=""/>
        <dsp:cNvSpPr/>
      </dsp:nvSpPr>
      <dsp:spPr>
        <a:xfrm>
          <a:off x="0" y="2343322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/>
            <a:t>Chronické změny jsou nevyléčitelné – změny na srdci a kloubech jsou nevratné</a:t>
          </a:r>
          <a:endParaRPr lang="en-US" sz="2300" kern="1200"/>
        </a:p>
      </dsp:txBody>
      <dsp:txXfrm>
        <a:off x="0" y="2343322"/>
        <a:ext cx="5906327" cy="1171661"/>
      </dsp:txXfrm>
    </dsp:sp>
    <dsp:sp modelId="{F02D5E8F-ED81-4EE2-B729-09F16F9645B8}">
      <dsp:nvSpPr>
        <dsp:cNvPr id="0" name=""/>
        <dsp:cNvSpPr/>
      </dsp:nvSpPr>
      <dsp:spPr>
        <a:xfrm>
          <a:off x="0" y="3514983"/>
          <a:ext cx="5906327" cy="0"/>
        </a:xfrm>
        <a:prstGeom prst="line">
          <a:avLst/>
        </a:prstGeom>
        <a:solidFill>
          <a:schemeClr val="accent2">
            <a:hueOff val="-3878375"/>
            <a:satOff val="-8771"/>
            <a:lumOff val="-5686"/>
            <a:alphaOff val="0"/>
          </a:schemeClr>
        </a:solidFill>
        <a:ln w="15875" cap="rnd" cmpd="sng" algn="ctr">
          <a:solidFill>
            <a:schemeClr val="accent2">
              <a:hueOff val="-3878375"/>
              <a:satOff val="-8771"/>
              <a:lumOff val="-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0A0C7B-0976-4F91-93B9-651E37AB9A6E}">
      <dsp:nvSpPr>
        <dsp:cNvPr id="0" name=""/>
        <dsp:cNvSpPr/>
      </dsp:nvSpPr>
      <dsp:spPr>
        <a:xfrm>
          <a:off x="0" y="3514983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Červenka je zoonóza</a:t>
          </a:r>
          <a:endParaRPr lang="en-US" sz="2300" kern="1200" dirty="0"/>
        </a:p>
      </dsp:txBody>
      <dsp:txXfrm>
        <a:off x="0" y="3514983"/>
        <a:ext cx="5906327" cy="11716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D994A-98DB-4F70-9C05-F942CA8F6F08}">
      <dsp:nvSpPr>
        <dsp:cNvPr id="0" name=""/>
        <dsp:cNvSpPr/>
      </dsp:nvSpPr>
      <dsp:spPr>
        <a:xfrm>
          <a:off x="0" y="0"/>
          <a:ext cx="590632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040B97-ED0D-43E5-B2F5-219278D36EB5}">
      <dsp:nvSpPr>
        <dsp:cNvPr id="0" name=""/>
        <dsp:cNvSpPr/>
      </dsp:nvSpPr>
      <dsp:spPr>
        <a:xfrm>
          <a:off x="0" y="0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/>
            <a:t>Prevence</a:t>
          </a:r>
          <a:r>
            <a:rPr lang="cs-CZ" sz="2300" kern="1200" dirty="0"/>
            <a:t>: v minulosti vakcinace (od r. 1988 zákaz)</a:t>
          </a:r>
          <a:endParaRPr lang="en-US" sz="2300" kern="1200" dirty="0"/>
        </a:p>
      </dsp:txBody>
      <dsp:txXfrm>
        <a:off x="0" y="0"/>
        <a:ext cx="5906327" cy="1171661"/>
      </dsp:txXfrm>
    </dsp:sp>
    <dsp:sp modelId="{7677749B-4999-4C6F-845A-6C938CA7C2FF}">
      <dsp:nvSpPr>
        <dsp:cNvPr id="0" name=""/>
        <dsp:cNvSpPr/>
      </dsp:nvSpPr>
      <dsp:spPr>
        <a:xfrm>
          <a:off x="0" y="1171661"/>
          <a:ext cx="5906327" cy="0"/>
        </a:xfrm>
        <a:prstGeom prst="line">
          <a:avLst/>
        </a:prstGeom>
        <a:solidFill>
          <a:schemeClr val="accent2">
            <a:hueOff val="-1292792"/>
            <a:satOff val="-2924"/>
            <a:lumOff val="-1895"/>
            <a:alphaOff val="0"/>
          </a:schemeClr>
        </a:solidFill>
        <a:ln w="15875" cap="rnd" cmpd="sng" algn="ctr">
          <a:solidFill>
            <a:schemeClr val="accent2">
              <a:hueOff val="-1292792"/>
              <a:satOff val="-2924"/>
              <a:lumOff val="-18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836F8F-94DE-4EE8-9E01-2790AA443569}">
      <dsp:nvSpPr>
        <dsp:cNvPr id="0" name=""/>
        <dsp:cNvSpPr/>
      </dsp:nvSpPr>
      <dsp:spPr>
        <a:xfrm>
          <a:off x="0" y="1171661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/>
            <a:t>Léčba</a:t>
          </a:r>
          <a:r>
            <a:rPr lang="cs-CZ" sz="2300" kern="1200" dirty="0"/>
            <a:t>: neprovádí se, důraz je kladen na ochranu zdravých chovů</a:t>
          </a:r>
          <a:endParaRPr lang="en-US" sz="2300" kern="1200" dirty="0"/>
        </a:p>
      </dsp:txBody>
      <dsp:txXfrm>
        <a:off x="0" y="1171661"/>
        <a:ext cx="5906327" cy="1171661"/>
      </dsp:txXfrm>
    </dsp:sp>
    <dsp:sp modelId="{30436994-816B-4CD7-8D07-77AECE551FA4}">
      <dsp:nvSpPr>
        <dsp:cNvPr id="0" name=""/>
        <dsp:cNvSpPr/>
      </dsp:nvSpPr>
      <dsp:spPr>
        <a:xfrm>
          <a:off x="0" y="2343322"/>
          <a:ext cx="5906327" cy="0"/>
        </a:xfrm>
        <a:prstGeom prst="line">
          <a:avLst/>
        </a:prstGeom>
        <a:solidFill>
          <a:schemeClr val="accent2">
            <a:hueOff val="-2585584"/>
            <a:satOff val="-5847"/>
            <a:lumOff val="-3791"/>
            <a:alphaOff val="0"/>
          </a:schemeClr>
        </a:solidFill>
        <a:ln w="15875" cap="rnd" cmpd="sng" algn="ctr">
          <a:solidFill>
            <a:schemeClr val="accent2">
              <a:hueOff val="-2585584"/>
              <a:satOff val="-5847"/>
              <a:lumOff val="-37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031927-9138-47F6-95D7-1538496F5C7E}">
      <dsp:nvSpPr>
        <dsp:cNvPr id="0" name=""/>
        <dsp:cNvSpPr/>
      </dsp:nvSpPr>
      <dsp:spPr>
        <a:xfrm>
          <a:off x="0" y="2343322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V českých chovech prasete domácího se nevyskytuje</a:t>
          </a:r>
          <a:endParaRPr lang="en-US" sz="2300" kern="1200" dirty="0"/>
        </a:p>
      </dsp:txBody>
      <dsp:txXfrm>
        <a:off x="0" y="2343322"/>
        <a:ext cx="5906327" cy="1171661"/>
      </dsp:txXfrm>
    </dsp:sp>
    <dsp:sp modelId="{F02D5E8F-ED81-4EE2-B729-09F16F9645B8}">
      <dsp:nvSpPr>
        <dsp:cNvPr id="0" name=""/>
        <dsp:cNvSpPr/>
      </dsp:nvSpPr>
      <dsp:spPr>
        <a:xfrm>
          <a:off x="0" y="3514983"/>
          <a:ext cx="5906327" cy="0"/>
        </a:xfrm>
        <a:prstGeom prst="line">
          <a:avLst/>
        </a:prstGeom>
        <a:solidFill>
          <a:schemeClr val="accent2">
            <a:hueOff val="-3878375"/>
            <a:satOff val="-8771"/>
            <a:lumOff val="-5686"/>
            <a:alphaOff val="0"/>
          </a:schemeClr>
        </a:solidFill>
        <a:ln w="15875" cap="rnd" cmpd="sng" algn="ctr">
          <a:solidFill>
            <a:schemeClr val="accent2">
              <a:hueOff val="-3878375"/>
              <a:satOff val="-8771"/>
              <a:lumOff val="-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0A0C7B-0976-4F91-93B9-651E37AB9A6E}">
      <dsp:nvSpPr>
        <dsp:cNvPr id="0" name=""/>
        <dsp:cNvSpPr/>
      </dsp:nvSpPr>
      <dsp:spPr>
        <a:xfrm>
          <a:off x="0" y="3514983"/>
          <a:ext cx="5906327" cy="117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dirty="0"/>
            <a:t>Je nutné bránit se zavlečení prostřednictvím kontaminovaného materiálu od divokých prasat</a:t>
          </a:r>
          <a:endParaRPr lang="en-US" sz="2300" kern="1200" dirty="0"/>
        </a:p>
      </dsp:txBody>
      <dsp:txXfrm>
        <a:off x="0" y="3514983"/>
        <a:ext cx="5906327" cy="1171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48ACD-AC2E-4A80-B96B-FEF7B385E0DA}" type="datetimeFigureOut">
              <a:rPr lang="cs-CZ" smtClean="0"/>
              <a:t>15.03.2023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342C9-3D83-4870-A1B8-2FD68366BFE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364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Nakažlivé (infekční) nemoci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postihují zpravidla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více zvířat najednou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Obecnými příznaky bývá zvýšená tělesná teplota, svalový třes, malátnost zvířat a nechutenství. Infekční nemoci jsou většinou značně nakažlivé, přenáší se buď samotnými nakaženými zvířaty nebo předměty, které s nimi přišly do styku.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9206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Červenka prasat: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původcem onemocnění je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bakterie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Erysipelothrix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rhusiopatie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Bakterie se běžně vyskytuje ve vnějším prostředí. Dále pak ve výkalech nakažených prasat, v kontaminované půdě či dokonce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žijí přímo uvnitř zdravých prasat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 mandlích, ve střevech) aniž by škodily.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 propuknutí onemocnění dochází až za určitých stresových podmínek, zejména za horka až dusna (tzn. v letním období). Mikroby pronikají do těla mandlemi, porušenou kůží nebo trávicím ústrojím.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890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po průniku bakterií do těla dochází do jednoho týdne k těžké infekci a někdy až velmi rychlému úhynu.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Zvýšená teplota, kopřivkové červené skvrny (podle nich červenka), které po čase čím dál tím víc tmavnou a slévají se, doprovázené dýchacími obtížemi.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Infekce se může usadit též v kloubech, prase pak kulhá.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7637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chronická forma nemoci - průběh nemoci v rámci několika měsíců, popř. nevratné trvalé následky – V případě červenky může dojít k nekróze (odumření) postižených částí kůže a jejímu odpadávání.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451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Léčba: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injekční podání antibiotik (penicilinu). Při nákaze více kusů lze podat penicilin ve vodě nebo v krmivu. Chronické změny se již vyléčit nedají, změny na srdci a kloubech jsou nevratné.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vakcinace avirulentní živou vakcínou (živé bakterie, které jsou zbaveny schopnosti vyvolat onemocnění). Imunita trvá pak okolo půl roku, kdy je nutná opětovná aplikace vakcíny.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Červenka je zoonóza – nemoc přenosná na člověka. Nakazit se mohou osoby, které přijdou do styku s kontaminovaným masem (typicky řezníci) či při jeho pozření.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1623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Lze se také setkat s názvem „</a:t>
            </a:r>
            <a:r>
              <a:rPr lang="cs-CZ" dirty="0" err="1"/>
              <a:t>pseudovzteklina</a:t>
            </a:r>
            <a:r>
              <a:rPr lang="cs-CZ" dirty="0"/>
              <a:t>“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5158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Aujezskyho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choroba: 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též se lze setkat s názvem „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pseudovzteklina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“, původcem je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prasečí </a:t>
            </a:r>
            <a:r>
              <a:rPr lang="cs-CZ" sz="18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herpesvirus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SHV-1.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Prasata jsou hlavním hostitelem této nemoci, nemoc je však přenosná na téměř všechny druhy zvířat, kromě člověka a primátů. Pro ostatní druhy zvířat je onemocnění vždy smrtelné, prasata mohou přežít. 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Virus je relativně odolný, šíří se aerosolem, ve vzduchu se udrží až 7 hodin. Prasata se nakazí jeho vdechnutím či pozřením. Zdrojem onemocnění jsou další infikovaná prasata, která jej vylučují v hlenu z dýchacích cest, poševním hlenu, v semeni, v mléce a někdy též v moči.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Herpesvirus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je obsažen v mase nakažených zvířat – takto dochází k přenosu na jiná zvířata (psi, kočky…).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046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Příznaky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 mladých prasat: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odstávčata a mladá prasata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ve výkrmu mají horečku spojenou se zánětem dýchacích cest, který může přejít v zápal plic. Někdy se vyskytují i nervové příznaky při postižení mozku – potácení se, epileptické záchvaty. Mortalita je nízká (1-2 %).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Sající selata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obvykle umírají – převažují neurologické příznaky – třes, nekoordinované pohyby.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Dospělá prasata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nemoc buď zcela bez příznaků nebo jako krátkodobé horečnaté onemocnění spojené s nechutenstvím. U prasnic jsou typickým příznakem poruchy reprodukce – časté potraty a poruchy zabřezávání.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7896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 jiných zvířat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typicky psi – vždy smrtelná, postihuje mozek. Inkubační doba 6 dní, nechutenství, apatie či naopak podrážděnost se záchvaty zuřivosti. Typickým příznakem je také svědění kůže, obrna hltanu – zvířata nemohou polykat, sliny vytékají z huby, brzy pak dochází k obrně hrtanu – zvíře ztratí hlas a schopnost vydávat zvuky, konečným příznakem jsou záškuby svalů a zvíře do 2 dnů umírá.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81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Prevence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U prasat byla v minulosti možná vakcinace, která byla V Československu prováděna do roku 1987, </a:t>
            </a:r>
            <a:r>
              <a:rPr lang="cs-CZ" sz="1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od r. 1988 je zakázaná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cs-CZ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Stát je v chovech domácích prasat prostý nákazy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Domácí chovy je nutné chránit před zavlečením nákazy zejména prostřednictvím kontaminovaných předmětů a materiálu infikovaného od divokých prasat.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7787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je nejvýraznější projev červenky? (kopřivkové červené skvrny)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jakém orgánu nejčastěji žije bakterie červenky? (mandle)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to chronické onemocnění? (průběh nemoci v rámci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nekolika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měsíců, obvykle nedojde k úplnému vyléčení, zůstávají trvalé následky)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Jakým způsobem se léčí červenka? (Penicilin – injekčně či v krmivu/vodě)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preventivní opatření lze udělat abychom předešli vzniku červenky? (vakcinace živou vakcínou, zbavenou schopnosti vyvolat onemocnění)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to zoonóza? (nemoc přenosná ze zvířete na člověka)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 jakou skupinu prasat je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Aujezskyho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choroba nejnebezpečnější? (sající selata)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342C9-3D83-4870-A1B8-2FD68366BFE5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149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3/15/2023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E79C2E-79FA-12B9-8AB1-B73DD66B3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9" y="885433"/>
            <a:ext cx="10261602" cy="3022257"/>
          </a:xfrm>
          <a:effectLst/>
        </p:spPr>
        <p:txBody>
          <a:bodyPr anchor="b">
            <a:normAutofit/>
          </a:bodyPr>
          <a:lstStyle/>
          <a:p>
            <a:pPr algn="ctr"/>
            <a:r>
              <a:rPr lang="cs-CZ" sz="7200" dirty="0">
                <a:solidFill>
                  <a:schemeClr val="tx1"/>
                </a:solidFill>
              </a:rPr>
              <a:t>Nemoci prasat II.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2C3CDD-0E2E-F93F-7BB3-6D76E200E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955" y="4033164"/>
            <a:ext cx="8378090" cy="1181206"/>
          </a:xfrm>
          <a:effectLst/>
        </p:spPr>
        <p:txBody>
          <a:bodyPr anchor="t">
            <a:normAutofit/>
          </a:bodyPr>
          <a:lstStyle/>
          <a:p>
            <a:pPr algn="ctr"/>
            <a:r>
              <a:rPr lang="cs-CZ" sz="2000"/>
              <a:t>Veterinářství a plemenářství</a:t>
            </a:r>
          </a:p>
          <a:p>
            <a:pPr algn="ctr"/>
            <a:r>
              <a:rPr lang="cs-CZ" sz="2000"/>
              <a:t>Kamila Bulušková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1387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3F63D40-9FB0-5EC7-8A19-69AA602A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Opakování parazitóz</a:t>
            </a:r>
          </a:p>
        </p:txBody>
      </p:sp>
      <p:pic>
        <p:nvPicPr>
          <p:cNvPr id="5" name="Zástupný obsah 4" descr="Otazník na zeleném pastelovém pozadí">
            <a:extLst>
              <a:ext uri="{FF2B5EF4-FFF2-40B4-BE49-F238E27FC236}">
                <a16:creationId xmlns:a16="http://schemas.microsoft.com/office/drawing/2014/main" id="{60F502A8-1FB5-7DCF-613B-E585E691DF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476" r="4664"/>
          <a:stretch/>
        </p:blipFill>
        <p:spPr>
          <a:xfrm>
            <a:off x="6584256" y="643465"/>
            <a:ext cx="3660493" cy="539789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992582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FE7335E-D603-E6F9-6B9E-AEEDF167B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cs-CZ" dirty="0"/>
              <a:t>Nakažlivé (infekční) nemoci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53FF82EC-D506-81FE-ACBD-C1D0F2DF82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1685159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32132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4B1D194-55B0-A2F0-E691-B3946B8F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7200" dirty="0">
                <a:solidFill>
                  <a:schemeClr val="tx1"/>
                </a:solidFill>
              </a:rPr>
              <a:t>Červenka prasat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07520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0556804-8B22-8D29-E4CB-932E93E82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/>
              <a:t>Červenka prasat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D46205-0F5F-9D86-2FC6-405CED26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Autofit/>
          </a:bodyPr>
          <a:lstStyle/>
          <a:p>
            <a:r>
              <a:rPr lang="cs-CZ" sz="2200" u="sng" dirty="0"/>
              <a:t>Bakterie červenky</a:t>
            </a:r>
          </a:p>
          <a:p>
            <a:r>
              <a:rPr lang="cs-CZ" sz="2200" dirty="0"/>
              <a:t>Výskyt ve vnějším prostředí, ve výkalech nakažených prasat, v kontaminované půdě</a:t>
            </a:r>
          </a:p>
          <a:p>
            <a:r>
              <a:rPr lang="cs-CZ" sz="2200" dirty="0"/>
              <a:t>Žijí též </a:t>
            </a:r>
            <a:r>
              <a:rPr lang="cs-CZ" sz="2200" u="sng" dirty="0"/>
              <a:t>uvnitř zdravých prasat </a:t>
            </a:r>
            <a:r>
              <a:rPr lang="cs-CZ" sz="2200" dirty="0"/>
              <a:t>– </a:t>
            </a:r>
            <a:r>
              <a:rPr lang="cs-CZ" sz="2200" u="sng" dirty="0"/>
              <a:t>mandle</a:t>
            </a:r>
            <a:r>
              <a:rPr lang="cs-CZ" sz="2200" dirty="0"/>
              <a:t>, střeva</a:t>
            </a:r>
          </a:p>
          <a:p>
            <a:r>
              <a:rPr lang="cs-CZ" sz="2200" dirty="0"/>
              <a:t>Nemoc propukne až za určitých stresových podmínek – </a:t>
            </a:r>
            <a:r>
              <a:rPr lang="cs-CZ" sz="2200" u="sng" dirty="0"/>
              <a:t>horko, dusno</a:t>
            </a:r>
          </a:p>
          <a:p>
            <a:r>
              <a:rPr lang="cs-CZ" sz="2200" dirty="0"/>
              <a:t>Bakterie pronikají do těla mandlemi, porušenou kůží či trávicím ústrojím</a:t>
            </a:r>
          </a:p>
          <a:p>
            <a:r>
              <a:rPr lang="cs-CZ" sz="2200" dirty="0"/>
              <a:t>Nejcitlivější k nákaze jsou prasata ve věku 3 – 12 měsíců</a:t>
            </a:r>
          </a:p>
        </p:txBody>
      </p:sp>
    </p:spTree>
    <p:extLst>
      <p:ext uri="{BB962C8B-B14F-4D97-AF65-F5344CB8AC3E}">
        <p14:creationId xmlns:p14="http://schemas.microsoft.com/office/powerpoint/2010/main" val="475753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40BBAD-529B-0E03-6163-B8D174D3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395817"/>
            <a:ext cx="10571998" cy="970450"/>
          </a:xfrm>
        </p:spPr>
        <p:txBody>
          <a:bodyPr/>
          <a:lstStyle/>
          <a:p>
            <a:r>
              <a:rPr lang="cs-CZ" dirty="0"/>
              <a:t>Červenka prasat - příznaky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44294A-CFAC-0010-E8F2-DBF31472C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solidFill>
                  <a:schemeClr val="bg1"/>
                </a:solidFill>
              </a:rPr>
              <a:t>Do týdne po průniku dochází k propuknutí infekce</a:t>
            </a:r>
          </a:p>
          <a:p>
            <a:r>
              <a:rPr lang="cs-CZ" sz="2400" dirty="0">
                <a:solidFill>
                  <a:schemeClr val="bg1"/>
                </a:solidFill>
              </a:rPr>
              <a:t>Zvýšená teplota (41°C a víc)</a:t>
            </a:r>
          </a:p>
          <a:p>
            <a:r>
              <a:rPr lang="cs-CZ" sz="2400" dirty="0">
                <a:solidFill>
                  <a:schemeClr val="bg1"/>
                </a:solidFill>
              </a:rPr>
              <a:t>Kopřivkové </a:t>
            </a:r>
            <a:r>
              <a:rPr lang="cs-CZ" sz="2400" u="sng" dirty="0">
                <a:solidFill>
                  <a:schemeClr val="bg1"/>
                </a:solidFill>
              </a:rPr>
              <a:t>červené skvrny</a:t>
            </a:r>
          </a:p>
          <a:p>
            <a:r>
              <a:rPr lang="cs-CZ" sz="2400" dirty="0">
                <a:solidFill>
                  <a:schemeClr val="bg1"/>
                </a:solidFill>
              </a:rPr>
              <a:t>Dýchací obtíže</a:t>
            </a:r>
          </a:p>
          <a:p>
            <a:r>
              <a:rPr lang="cs-CZ" sz="2400" dirty="0">
                <a:solidFill>
                  <a:schemeClr val="bg1"/>
                </a:solidFill>
              </a:rPr>
              <a:t>Může se stát, že se infekce usadí v kloubech - kulhání</a:t>
            </a:r>
          </a:p>
        </p:txBody>
      </p:sp>
    </p:spTree>
    <p:extLst>
      <p:ext uri="{BB962C8B-B14F-4D97-AF65-F5344CB8AC3E}">
        <p14:creationId xmlns:p14="http://schemas.microsoft.com/office/powerpoint/2010/main" val="3930175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reeform 6">
            <a:extLst>
              <a:ext uri="{FF2B5EF4-FFF2-40B4-BE49-F238E27FC236}">
                <a16:creationId xmlns:a16="http://schemas.microsoft.com/office/drawing/2014/main" id="{1C15120F-9461-475A-8AB7-D98BB53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6229804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33" name="Rounded Rectangle 16">
            <a:extLst>
              <a:ext uri="{FF2B5EF4-FFF2-40B4-BE49-F238E27FC236}">
                <a16:creationId xmlns:a16="http://schemas.microsoft.com/office/drawing/2014/main" id="{4E2A27DE-9CC7-4140-A976-61BD00B4E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643466"/>
            <a:ext cx="10905066" cy="4592561"/>
          </a:xfrm>
          <a:prstGeom prst="roundRect">
            <a:avLst>
              <a:gd name="adj" fmla="val 3513"/>
            </a:avLst>
          </a:prstGeom>
          <a:solidFill>
            <a:srgbClr val="FFFFFF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4030237-B17A-D61C-926A-5089A6DAE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4" y="1770774"/>
            <a:ext cx="3109142" cy="2337944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FE2B248-862C-4E79-9DFD-730626D5D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10528" y="1110953"/>
            <a:ext cx="0" cy="35977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emoci prasat: příznaky a symptomy, léčba a prevence">
            <a:extLst>
              <a:ext uri="{FF2B5EF4-FFF2-40B4-BE49-F238E27FC236}">
                <a16:creationId xmlns:a16="http://schemas.microsoft.com/office/drawing/2014/main" id="{ED921962-2AD4-0939-A472-DD7E8A39B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26677" y="870620"/>
            <a:ext cx="6286065" cy="413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51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9E55EB2-5836-2F56-B420-9E15529F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/>
              <a:t>Červenka prasat - východiska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4A15DC-CABB-792F-3B8D-626B8E55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r>
              <a:rPr lang="cs-CZ" sz="2800" dirty="0"/>
              <a:t>Úhyn</a:t>
            </a:r>
          </a:p>
          <a:p>
            <a:r>
              <a:rPr lang="cs-CZ" sz="2800" dirty="0"/>
              <a:t>Vyléčení se (a získání imunity)</a:t>
            </a:r>
          </a:p>
          <a:p>
            <a:r>
              <a:rPr lang="cs-CZ" sz="2800" dirty="0"/>
              <a:t>Přechod do chronické formy</a:t>
            </a:r>
          </a:p>
        </p:txBody>
      </p:sp>
    </p:spTree>
    <p:extLst>
      <p:ext uri="{BB962C8B-B14F-4D97-AF65-F5344CB8AC3E}">
        <p14:creationId xmlns:p14="http://schemas.microsoft.com/office/powerpoint/2010/main" val="2437750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568607A-B2B5-E4DF-E2F7-7A2246BD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cs-CZ" dirty="0"/>
              <a:t>Červenka prasat – prevence a léčba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85153186-7A58-E649-249B-58CE9E82F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523329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78624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4B1D194-55B0-A2F0-E691-B3946B8F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85433"/>
            <a:ext cx="10261602" cy="302225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7200" dirty="0" err="1">
                <a:solidFill>
                  <a:schemeClr val="tx1"/>
                </a:solidFill>
              </a:rPr>
              <a:t>Aujezskyho</a:t>
            </a:r>
            <a:r>
              <a:rPr lang="cs-CZ" sz="7200" dirty="0">
                <a:solidFill>
                  <a:schemeClr val="tx1"/>
                </a:solidFill>
              </a:rPr>
              <a:t> choroba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29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0556804-8B22-8D29-E4CB-932E93E82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 err="1"/>
              <a:t>Aujezskyho</a:t>
            </a:r>
            <a:r>
              <a:rPr lang="cs-CZ" dirty="0"/>
              <a:t> choroba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D46205-0F5F-9D86-2FC6-405CED26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Autofit/>
          </a:bodyPr>
          <a:lstStyle/>
          <a:p>
            <a:r>
              <a:rPr lang="cs-CZ" sz="2200" u="sng" dirty="0"/>
              <a:t>Prasečí </a:t>
            </a:r>
            <a:r>
              <a:rPr lang="cs-CZ" sz="2200" u="sng" dirty="0" err="1"/>
              <a:t>herpesvirus</a:t>
            </a:r>
            <a:r>
              <a:rPr lang="cs-CZ" sz="2200" u="sng" dirty="0"/>
              <a:t> SHV-1</a:t>
            </a:r>
          </a:p>
          <a:p>
            <a:r>
              <a:rPr lang="cs-CZ" sz="2200" dirty="0"/>
              <a:t>Virus je odolný, šíří se aerosolem, nákaza vdechnutím či pozřením</a:t>
            </a:r>
          </a:p>
          <a:p>
            <a:r>
              <a:rPr lang="cs-CZ" sz="2200" dirty="0"/>
              <a:t>Virus žije uvnitř zdravých prasat, která jsou hostitelem</a:t>
            </a:r>
          </a:p>
          <a:p>
            <a:r>
              <a:rPr lang="cs-CZ" sz="2200" dirty="0"/>
              <a:t>Nemoc je přenosná na téměř všechny druhy zvířat (člověk a primáti ne)</a:t>
            </a:r>
            <a:endParaRPr lang="cs-CZ" sz="2200" u="sng" dirty="0"/>
          </a:p>
          <a:p>
            <a:r>
              <a:rPr lang="cs-CZ" sz="2200" dirty="0"/>
              <a:t>Zdrojem nákazy jsou nakažená prasata – vylučování viru v hlenu z dýchacích cest, poševním hlenu, semeni, mléce, moči</a:t>
            </a:r>
          </a:p>
          <a:p>
            <a:r>
              <a:rPr lang="cs-CZ" sz="2200" dirty="0"/>
              <a:t>Virus je obsažen v mase nakažených zvířat</a:t>
            </a:r>
          </a:p>
        </p:txBody>
      </p:sp>
    </p:spTree>
    <p:extLst>
      <p:ext uri="{BB962C8B-B14F-4D97-AF65-F5344CB8AC3E}">
        <p14:creationId xmlns:p14="http://schemas.microsoft.com/office/powerpoint/2010/main" val="29321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25AD4B-37C1-8161-E071-5F55C12B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Aujezskyho</a:t>
            </a:r>
            <a:r>
              <a:rPr lang="cs-CZ" dirty="0"/>
              <a:t> choroba - příznaky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499EB7-0685-6292-AEE1-3EFE72563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200" dirty="0">
                <a:solidFill>
                  <a:schemeClr val="bg1"/>
                </a:solidFill>
              </a:rPr>
              <a:t>Příznaky závisí na stáří nakaženého prasete</a:t>
            </a:r>
          </a:p>
          <a:p>
            <a:r>
              <a:rPr lang="cs-CZ" sz="2200" u="sng" dirty="0">
                <a:solidFill>
                  <a:schemeClr val="bg1"/>
                </a:solidFill>
              </a:rPr>
              <a:t>Sající selata</a:t>
            </a:r>
            <a:r>
              <a:rPr lang="cs-CZ" sz="2200" dirty="0">
                <a:solidFill>
                  <a:schemeClr val="bg1"/>
                </a:solidFill>
              </a:rPr>
              <a:t>: neurologické příznaky – třes, nekoordinované pohyby – obvykle úhyn</a:t>
            </a:r>
          </a:p>
          <a:p>
            <a:r>
              <a:rPr lang="cs-CZ" sz="2200" u="sng" dirty="0">
                <a:solidFill>
                  <a:schemeClr val="bg1"/>
                </a:solidFill>
              </a:rPr>
              <a:t>Mladá prasata</a:t>
            </a:r>
            <a:r>
              <a:rPr lang="cs-CZ" sz="2200" dirty="0">
                <a:solidFill>
                  <a:schemeClr val="bg1"/>
                </a:solidFill>
              </a:rPr>
              <a:t>: horečka spojená se zánětem dýchacích cest, někdy nervové příznaky při postižení mozku – potácení se, epileptické záchvaty – mortalita 1-2%</a:t>
            </a:r>
          </a:p>
          <a:p>
            <a:r>
              <a:rPr lang="cs-CZ" sz="2200" u="sng" dirty="0">
                <a:solidFill>
                  <a:schemeClr val="bg1"/>
                </a:solidFill>
              </a:rPr>
              <a:t>Dospělá prasata</a:t>
            </a:r>
            <a:r>
              <a:rPr lang="cs-CZ" sz="2200" dirty="0">
                <a:solidFill>
                  <a:schemeClr val="bg1"/>
                </a:solidFill>
              </a:rPr>
              <a:t>: může být zcela bez příznaků (přenašeč), krátkodobé horečnaté onemocnění spojené s nechutenstvím</a:t>
            </a:r>
          </a:p>
          <a:p>
            <a:r>
              <a:rPr lang="cs-CZ" sz="2200" u="sng" dirty="0">
                <a:solidFill>
                  <a:schemeClr val="bg1"/>
                </a:solidFill>
              </a:rPr>
              <a:t>Prasnice</a:t>
            </a:r>
            <a:r>
              <a:rPr lang="cs-CZ" sz="2200" dirty="0">
                <a:solidFill>
                  <a:schemeClr val="bg1"/>
                </a:solidFill>
              </a:rPr>
              <a:t>: poruchy reprodukce, potraty</a:t>
            </a:r>
          </a:p>
        </p:txBody>
      </p:sp>
    </p:spTree>
    <p:extLst>
      <p:ext uri="{BB962C8B-B14F-4D97-AF65-F5344CB8AC3E}">
        <p14:creationId xmlns:p14="http://schemas.microsoft.com/office/powerpoint/2010/main" val="3887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74A309B-00F9-94C9-7786-11680DA8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cs-CZ" dirty="0" err="1"/>
              <a:t>Aujezskyho</a:t>
            </a:r>
            <a:r>
              <a:rPr lang="cs-CZ" dirty="0"/>
              <a:t> choroba – výskyt u jiných zvířat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8B288D7C-2FAD-94AF-E7E2-48E944C2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r>
              <a:rPr lang="cs-CZ" sz="2000" dirty="0"/>
              <a:t>U jiných zvířat je nemoc vždy smrtelná</a:t>
            </a:r>
          </a:p>
          <a:p>
            <a:r>
              <a:rPr lang="cs-CZ" sz="2000" dirty="0"/>
              <a:t>Postihuje mozek</a:t>
            </a:r>
          </a:p>
          <a:p>
            <a:r>
              <a:rPr lang="cs-CZ" sz="2000" dirty="0"/>
              <a:t>Nechutenství, apatie, podrážděnost se záchvaty zuřivosti, svědění kůže, záchvaty drbání se, ochrnutí hltanu – nemožnost polykat, ochrnutí hrtanu – nemožnost vydávat zvuky, záškuby svalů, smrt</a:t>
            </a:r>
          </a:p>
          <a:p>
            <a:r>
              <a:rPr lang="cs-CZ" sz="2000" dirty="0"/>
              <a:t>Typicky se pozřením nakaženého masa nakazí kočky a psi</a:t>
            </a:r>
          </a:p>
          <a:p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2903049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568607A-B2B5-E4DF-E2F7-7A2246BD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cs-CZ" dirty="0" err="1"/>
              <a:t>Aujezskyho</a:t>
            </a:r>
            <a:r>
              <a:rPr lang="cs-CZ" dirty="0"/>
              <a:t> choroba – prevence a léčba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85153186-7A58-E649-249B-58CE9E82F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1627506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83496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FA4E5A-E1FA-350B-3449-04994E23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 err="1"/>
              <a:t>Opakování</a:t>
            </a:r>
            <a:endParaRPr lang="en-US" sz="4400" dirty="0"/>
          </a:p>
        </p:txBody>
      </p:sp>
      <p:pic>
        <p:nvPicPr>
          <p:cNvPr id="5" name="Grafický objekt 4" descr="Zaškrtnutí v odznáčku 1 se souvislou výplní">
            <a:extLst>
              <a:ext uri="{FF2B5EF4-FFF2-40B4-BE49-F238E27FC236}">
                <a16:creationId xmlns:a16="http://schemas.microsoft.com/office/drawing/2014/main" id="{9A265EB3-961C-F4F7-AD05-54EFEA84E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1279" y="1352763"/>
            <a:ext cx="4152473" cy="415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0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ty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TM03457503[[fn=Citáty]]</Template>
  <TotalTime>80</TotalTime>
  <Words>1233</Words>
  <Application>Microsoft Office PowerPoint</Application>
  <PresentationFormat>Širokoúhlá obrazovka</PresentationFormat>
  <Paragraphs>93</Paragraphs>
  <Slides>15</Slides>
  <Notes>11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2</vt:lpstr>
      <vt:lpstr>Citáty</vt:lpstr>
      <vt:lpstr>Nemoci prasat II.</vt:lpstr>
      <vt:lpstr>Opakování parazitóz</vt:lpstr>
      <vt:lpstr>Nakažlivé (infekční) nemoci</vt:lpstr>
      <vt:lpstr>Červenka prasat</vt:lpstr>
      <vt:lpstr>Červenka prasat</vt:lpstr>
      <vt:lpstr>Červenka prasat - příznaky</vt:lpstr>
      <vt:lpstr>Prezentace aplikace PowerPoint</vt:lpstr>
      <vt:lpstr>Červenka prasat - východiska</vt:lpstr>
      <vt:lpstr>Červenka prasat – prevence a léčba</vt:lpstr>
      <vt:lpstr>Aujezskyho choroba</vt:lpstr>
      <vt:lpstr>Aujezskyho choroba</vt:lpstr>
      <vt:lpstr>Aujezskyho choroba - příznaky</vt:lpstr>
      <vt:lpstr>Aujezskyho choroba – výskyt u jiných zvířat</vt:lpstr>
      <vt:lpstr>Aujezskyho choroba – prevence a léčba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Nemoci prasat II.</dc:title>
  <dc:creator>Bulušková Kamila</dc:creator>
  <cp:lastModifiedBy>Bulušková Kamila</cp:lastModifiedBy>
  <cp:revision>1</cp:revision>
  <dcterms:created xsi:type="dcterms:W3CDTF">2023-03-15T19:50:31Z</dcterms:created>
  <dcterms:modified xsi:type="dcterms:W3CDTF">2023-03-15T21:11:13Z</dcterms:modified>
</cp:coreProperties>
</file>