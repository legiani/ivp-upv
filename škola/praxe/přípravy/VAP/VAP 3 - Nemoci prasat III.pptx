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58" r:id="rId5"/>
    <p:sldId id="259" r:id="rId6"/>
    <p:sldId id="261" r:id="rId7"/>
    <p:sldId id="264" r:id="rId8"/>
    <p:sldId id="263" r:id="rId9"/>
    <p:sldId id="262" r:id="rId10"/>
    <p:sldId id="265" r:id="rId11"/>
    <p:sldId id="266" r:id="rId12"/>
    <p:sldId id="268" r:id="rId13"/>
    <p:sldId id="267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3A03E4-F032-44C1-86C5-ECA9A2C8EF34}" v="28" dt="2023-03-19T18:34:52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-68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ušková Kamila" userId="b14598a1-bbdf-4794-a95a-12c2c16168d9" providerId="ADAL" clId="{C63A03E4-F032-44C1-86C5-ECA9A2C8EF34}"/>
    <pc:docChg chg="undo custSel addSld modSld sldOrd">
      <pc:chgData name="Bulušková Kamila" userId="b14598a1-bbdf-4794-a95a-12c2c16168d9" providerId="ADAL" clId="{C63A03E4-F032-44C1-86C5-ECA9A2C8EF34}" dt="2023-03-19T19:02:57.679" v="1316"/>
      <pc:docMkLst>
        <pc:docMk/>
      </pc:docMkLst>
      <pc:sldChg chg="addSp delSp modSp mod setBg setClrOvrMap">
        <pc:chgData name="Bulušková Kamila" userId="b14598a1-bbdf-4794-a95a-12c2c16168d9" providerId="ADAL" clId="{C63A03E4-F032-44C1-86C5-ECA9A2C8EF34}" dt="2023-03-19T18:01:14.618" v="1147" actId="26606"/>
        <pc:sldMkLst>
          <pc:docMk/>
          <pc:sldMk cId="906237926" sldId="256"/>
        </pc:sldMkLst>
        <pc:spChg chg="mod">
          <ac:chgData name="Bulušková Kamila" userId="b14598a1-bbdf-4794-a95a-12c2c16168d9" providerId="ADAL" clId="{C63A03E4-F032-44C1-86C5-ECA9A2C8EF34}" dt="2023-03-19T18:01:14.618" v="1147" actId="26606"/>
          <ac:spMkLst>
            <pc:docMk/>
            <pc:sldMk cId="906237926" sldId="256"/>
            <ac:spMk id="2" creationId="{D329EE05-CE41-1A82-CE0E-8DC4AF1BAE4C}"/>
          </ac:spMkLst>
        </pc:spChg>
        <pc:spChg chg="mod">
          <ac:chgData name="Bulušková Kamila" userId="b14598a1-bbdf-4794-a95a-12c2c16168d9" providerId="ADAL" clId="{C63A03E4-F032-44C1-86C5-ECA9A2C8EF34}" dt="2023-03-19T18:01:14.618" v="1147" actId="26606"/>
          <ac:spMkLst>
            <pc:docMk/>
            <pc:sldMk cId="906237926" sldId="256"/>
            <ac:spMk id="3" creationId="{A39E3E37-273A-DC49-3D0A-C2E965808DB0}"/>
          </ac:spMkLst>
        </pc:spChg>
        <pc:spChg chg="add del">
          <ac:chgData name="Bulušková Kamila" userId="b14598a1-bbdf-4794-a95a-12c2c16168d9" providerId="ADAL" clId="{C63A03E4-F032-44C1-86C5-ECA9A2C8EF34}" dt="2023-03-19T18:01:14.618" v="1147" actId="26606"/>
          <ac:spMkLst>
            <pc:docMk/>
            <pc:sldMk cId="906237926" sldId="256"/>
            <ac:spMk id="15" creationId="{597EA66B-2AAB-42B0-9F9D-38920D8D82D7}"/>
          </ac:spMkLst>
        </pc:spChg>
        <pc:spChg chg="add del">
          <ac:chgData name="Bulušková Kamila" userId="b14598a1-bbdf-4794-a95a-12c2c16168d9" providerId="ADAL" clId="{C63A03E4-F032-44C1-86C5-ECA9A2C8EF34}" dt="2023-03-19T18:01:14.618" v="1147" actId="26606"/>
          <ac:spMkLst>
            <pc:docMk/>
            <pc:sldMk cId="906237926" sldId="256"/>
            <ac:spMk id="17" creationId="{D360EBE3-31BB-422F-AA87-FA3873DAE484}"/>
          </ac:spMkLst>
        </pc:spChg>
        <pc:spChg chg="add del">
          <ac:chgData name="Bulušková Kamila" userId="b14598a1-bbdf-4794-a95a-12c2c16168d9" providerId="ADAL" clId="{C63A03E4-F032-44C1-86C5-ECA9A2C8EF34}" dt="2023-03-19T18:01:14.618" v="1147" actId="26606"/>
          <ac:spMkLst>
            <pc:docMk/>
            <pc:sldMk cId="906237926" sldId="256"/>
            <ac:spMk id="23" creationId="{54047A07-72EC-41BC-A55F-C264F639FB20}"/>
          </ac:spMkLst>
        </pc:spChg>
        <pc:picChg chg="add del">
          <ac:chgData name="Bulušková Kamila" userId="b14598a1-bbdf-4794-a95a-12c2c16168d9" providerId="ADAL" clId="{C63A03E4-F032-44C1-86C5-ECA9A2C8EF34}" dt="2023-03-19T18:01:14.618" v="1147" actId="26606"/>
          <ac:picMkLst>
            <pc:docMk/>
            <pc:sldMk cId="906237926" sldId="256"/>
            <ac:picMk id="19" creationId="{39E61355-E305-0EC1-6624-2B7B38E79908}"/>
          </ac:picMkLst>
        </pc:picChg>
      </pc:sldChg>
      <pc:sldChg chg="modNotesTx">
        <pc:chgData name="Bulušková Kamila" userId="b14598a1-bbdf-4794-a95a-12c2c16168d9" providerId="ADAL" clId="{C63A03E4-F032-44C1-86C5-ECA9A2C8EF34}" dt="2023-03-19T18:20:37.615" v="1148"/>
        <pc:sldMkLst>
          <pc:docMk/>
          <pc:sldMk cId="457980889" sldId="257"/>
        </pc:sldMkLst>
      </pc:sldChg>
      <pc:sldChg chg="modSp">
        <pc:chgData name="Bulušková Kamila" userId="b14598a1-bbdf-4794-a95a-12c2c16168d9" providerId="ADAL" clId="{C63A03E4-F032-44C1-86C5-ECA9A2C8EF34}" dt="2023-03-19T18:34:52.783" v="1171" actId="20577"/>
        <pc:sldMkLst>
          <pc:docMk/>
          <pc:sldMk cId="3413551620" sldId="259"/>
        </pc:sldMkLst>
        <pc:graphicFrameChg chg="mod">
          <ac:chgData name="Bulušková Kamila" userId="b14598a1-bbdf-4794-a95a-12c2c16168d9" providerId="ADAL" clId="{C63A03E4-F032-44C1-86C5-ECA9A2C8EF34}" dt="2023-03-19T18:34:52.783" v="1171" actId="20577"/>
          <ac:graphicFrameMkLst>
            <pc:docMk/>
            <pc:sldMk cId="3413551620" sldId="259"/>
            <ac:graphicFrameMk id="5" creationId="{C2B27F08-F5C8-6611-27CD-7B0B5373A764}"/>
          </ac:graphicFrameMkLst>
        </pc:graphicFrameChg>
      </pc:sldChg>
      <pc:sldChg chg="modSp mod">
        <pc:chgData name="Bulušková Kamila" userId="b14598a1-bbdf-4794-a95a-12c2c16168d9" providerId="ADAL" clId="{C63A03E4-F032-44C1-86C5-ECA9A2C8EF34}" dt="2023-03-19T18:41:15.571" v="1275" actId="20577"/>
        <pc:sldMkLst>
          <pc:docMk/>
          <pc:sldMk cId="2041200550" sldId="262"/>
        </pc:sldMkLst>
        <pc:spChg chg="mod">
          <ac:chgData name="Bulušková Kamila" userId="b14598a1-bbdf-4794-a95a-12c2c16168d9" providerId="ADAL" clId="{C63A03E4-F032-44C1-86C5-ECA9A2C8EF34}" dt="2023-03-19T18:41:15.571" v="1275" actId="20577"/>
          <ac:spMkLst>
            <pc:docMk/>
            <pc:sldMk cId="2041200550" sldId="262"/>
            <ac:spMk id="3" creationId="{67311292-89E8-F647-5552-9169D85CE9FD}"/>
          </ac:spMkLst>
        </pc:spChg>
      </pc:sldChg>
      <pc:sldChg chg="addSp modSp new mod setBg setClrOvrMap modNotesTx">
        <pc:chgData name="Bulušková Kamila" userId="b14598a1-bbdf-4794-a95a-12c2c16168d9" providerId="ADAL" clId="{C63A03E4-F032-44C1-86C5-ECA9A2C8EF34}" dt="2023-03-19T18:50:20.059" v="1315" actId="113"/>
        <pc:sldMkLst>
          <pc:docMk/>
          <pc:sldMk cId="4294767981" sldId="267"/>
        </pc:sldMkLst>
        <pc:spChg chg="mod">
          <ac:chgData name="Bulušková Kamila" userId="b14598a1-bbdf-4794-a95a-12c2c16168d9" providerId="ADAL" clId="{C63A03E4-F032-44C1-86C5-ECA9A2C8EF34}" dt="2023-03-19T08:21:26.664" v="476" actId="26606"/>
          <ac:spMkLst>
            <pc:docMk/>
            <pc:sldMk cId="4294767981" sldId="267"/>
            <ac:spMk id="2" creationId="{52BA4832-B3C6-D1E4-DB26-A49DC5EFCF05}"/>
          </ac:spMkLst>
        </pc:spChg>
        <pc:spChg chg="mod">
          <ac:chgData name="Bulušková Kamila" userId="b14598a1-bbdf-4794-a95a-12c2c16168d9" providerId="ADAL" clId="{C63A03E4-F032-44C1-86C5-ECA9A2C8EF34}" dt="2023-03-19T18:50:20.059" v="1315" actId="113"/>
          <ac:spMkLst>
            <pc:docMk/>
            <pc:sldMk cId="4294767981" sldId="267"/>
            <ac:spMk id="3" creationId="{A9D435C7-7BF0-342D-62A5-A4268EAAEF7E}"/>
          </ac:spMkLst>
        </pc:spChg>
        <pc:spChg chg="add">
          <ac:chgData name="Bulušková Kamila" userId="b14598a1-bbdf-4794-a95a-12c2c16168d9" providerId="ADAL" clId="{C63A03E4-F032-44C1-86C5-ECA9A2C8EF34}" dt="2023-03-19T08:21:26.664" v="476" actId="26606"/>
          <ac:spMkLst>
            <pc:docMk/>
            <pc:sldMk cId="4294767981" sldId="267"/>
            <ac:spMk id="8" creationId="{089A69AF-D57B-49B4-886C-D4A5DC194421}"/>
          </ac:spMkLst>
        </pc:spChg>
        <pc:spChg chg="add">
          <ac:chgData name="Bulušková Kamila" userId="b14598a1-bbdf-4794-a95a-12c2c16168d9" providerId="ADAL" clId="{C63A03E4-F032-44C1-86C5-ECA9A2C8EF34}" dt="2023-03-19T08:21:26.664" v="476" actId="26606"/>
          <ac:spMkLst>
            <pc:docMk/>
            <pc:sldMk cId="4294767981" sldId="267"/>
            <ac:spMk id="10" creationId="{CABDC08D-6093-4397-92D4-54D00E2BB1C2}"/>
          </ac:spMkLst>
        </pc:spChg>
      </pc:sldChg>
      <pc:sldChg chg="modSp add mod ord">
        <pc:chgData name="Bulušková Kamila" userId="b14598a1-bbdf-4794-a95a-12c2c16168d9" providerId="ADAL" clId="{C63A03E4-F032-44C1-86C5-ECA9A2C8EF34}" dt="2023-03-19T08:21:44.613" v="495" actId="20577"/>
        <pc:sldMkLst>
          <pc:docMk/>
          <pc:sldMk cId="2764872053" sldId="268"/>
        </pc:sldMkLst>
        <pc:spChg chg="mod">
          <ac:chgData name="Bulušková Kamila" userId="b14598a1-bbdf-4794-a95a-12c2c16168d9" providerId="ADAL" clId="{C63A03E4-F032-44C1-86C5-ECA9A2C8EF34}" dt="2023-03-19T08:21:44.613" v="495" actId="20577"/>
          <ac:spMkLst>
            <pc:docMk/>
            <pc:sldMk cId="2764872053" sldId="268"/>
            <ac:spMk id="2" creationId="{5E21A475-A9B2-A9D1-42ED-CC36297C7E17}"/>
          </ac:spMkLst>
        </pc:spChg>
      </pc:sldChg>
      <pc:sldChg chg="addSp delSp modSp new mod setBg setClrOvrMap">
        <pc:chgData name="Bulušková Kamila" userId="b14598a1-bbdf-4794-a95a-12c2c16168d9" providerId="ADAL" clId="{C63A03E4-F032-44C1-86C5-ECA9A2C8EF34}" dt="2023-03-19T08:25:22.282" v="752"/>
        <pc:sldMkLst>
          <pc:docMk/>
          <pc:sldMk cId="1005294164" sldId="269"/>
        </pc:sldMkLst>
        <pc:spChg chg="mod">
          <ac:chgData name="Bulušková Kamila" userId="b14598a1-bbdf-4794-a95a-12c2c16168d9" providerId="ADAL" clId="{C63A03E4-F032-44C1-86C5-ECA9A2C8EF34}" dt="2023-03-19T08:24:43.505" v="748" actId="26606"/>
          <ac:spMkLst>
            <pc:docMk/>
            <pc:sldMk cId="1005294164" sldId="269"/>
            <ac:spMk id="2" creationId="{E8712DCF-F682-0819-2947-66956677C015}"/>
          </ac:spMkLst>
        </pc:spChg>
        <pc:spChg chg="del mod">
          <ac:chgData name="Bulušková Kamila" userId="b14598a1-bbdf-4794-a95a-12c2c16168d9" providerId="ADAL" clId="{C63A03E4-F032-44C1-86C5-ECA9A2C8EF34}" dt="2023-03-19T08:24:43.505" v="748" actId="26606"/>
          <ac:spMkLst>
            <pc:docMk/>
            <pc:sldMk cId="1005294164" sldId="269"/>
            <ac:spMk id="3" creationId="{DF221372-C6F7-6129-B005-B88596FD9EEF}"/>
          </ac:spMkLst>
        </pc:spChg>
        <pc:spChg chg="add">
          <ac:chgData name="Bulušková Kamila" userId="b14598a1-bbdf-4794-a95a-12c2c16168d9" providerId="ADAL" clId="{C63A03E4-F032-44C1-86C5-ECA9A2C8EF34}" dt="2023-03-19T08:24:43.505" v="748" actId="26606"/>
          <ac:spMkLst>
            <pc:docMk/>
            <pc:sldMk cId="1005294164" sldId="269"/>
            <ac:spMk id="9" creationId="{D0D45553-91A4-480A-9577-0E0FC0D919B9}"/>
          </ac:spMkLst>
        </pc:spChg>
        <pc:spChg chg="add">
          <ac:chgData name="Bulušková Kamila" userId="b14598a1-bbdf-4794-a95a-12c2c16168d9" providerId="ADAL" clId="{C63A03E4-F032-44C1-86C5-ECA9A2C8EF34}" dt="2023-03-19T08:24:43.505" v="748" actId="26606"/>
          <ac:spMkLst>
            <pc:docMk/>
            <pc:sldMk cId="1005294164" sldId="269"/>
            <ac:spMk id="11" creationId="{D240F8A8-FEA1-42C2-B259-27A9351279BD}"/>
          </ac:spMkLst>
        </pc:spChg>
        <pc:graphicFrameChg chg="add mod">
          <ac:chgData name="Bulušková Kamila" userId="b14598a1-bbdf-4794-a95a-12c2c16168d9" providerId="ADAL" clId="{C63A03E4-F032-44C1-86C5-ECA9A2C8EF34}" dt="2023-03-19T08:25:22.282" v="752"/>
          <ac:graphicFrameMkLst>
            <pc:docMk/>
            <pc:sldMk cId="1005294164" sldId="269"/>
            <ac:graphicFrameMk id="5" creationId="{C0FD7506-48F4-017E-34FA-0ECD11ECE89E}"/>
          </ac:graphicFrameMkLst>
        </pc:graphicFrameChg>
      </pc:sldChg>
      <pc:sldChg chg="addSp delSp modSp new mod setBg setClrOvrMap">
        <pc:chgData name="Bulušková Kamila" userId="b14598a1-bbdf-4794-a95a-12c2c16168d9" providerId="ADAL" clId="{C63A03E4-F032-44C1-86C5-ECA9A2C8EF34}" dt="2023-03-19T08:31:26.532" v="1131" actId="115"/>
        <pc:sldMkLst>
          <pc:docMk/>
          <pc:sldMk cId="342034096" sldId="270"/>
        </pc:sldMkLst>
        <pc:spChg chg="mod">
          <ac:chgData name="Bulušková Kamila" userId="b14598a1-bbdf-4794-a95a-12c2c16168d9" providerId="ADAL" clId="{C63A03E4-F032-44C1-86C5-ECA9A2C8EF34}" dt="2023-03-19T08:31:18.990" v="1130" actId="26606"/>
          <ac:spMkLst>
            <pc:docMk/>
            <pc:sldMk cId="342034096" sldId="270"/>
            <ac:spMk id="2" creationId="{665124E9-31D6-23DC-7266-AA1F6F8A2E33}"/>
          </ac:spMkLst>
        </pc:spChg>
        <pc:spChg chg="add del mod">
          <ac:chgData name="Bulušková Kamila" userId="b14598a1-bbdf-4794-a95a-12c2c16168d9" providerId="ADAL" clId="{C63A03E4-F032-44C1-86C5-ECA9A2C8EF34}" dt="2023-03-19T08:31:18.990" v="1130" actId="26606"/>
          <ac:spMkLst>
            <pc:docMk/>
            <pc:sldMk cId="342034096" sldId="270"/>
            <ac:spMk id="3" creationId="{0FCAA2FB-8582-E2F5-B392-78D73CA8F7D3}"/>
          </ac:spMkLst>
        </pc:spChg>
        <pc:spChg chg="add">
          <ac:chgData name="Bulušková Kamila" userId="b14598a1-bbdf-4794-a95a-12c2c16168d9" providerId="ADAL" clId="{C63A03E4-F032-44C1-86C5-ECA9A2C8EF34}" dt="2023-03-19T08:31:18.990" v="1130" actId="26606"/>
          <ac:spMkLst>
            <pc:docMk/>
            <pc:sldMk cId="342034096" sldId="270"/>
            <ac:spMk id="8" creationId="{089A69AF-D57B-49B4-886C-D4A5DC194421}"/>
          </ac:spMkLst>
        </pc:spChg>
        <pc:spChg chg="add del">
          <ac:chgData name="Bulušková Kamila" userId="b14598a1-bbdf-4794-a95a-12c2c16168d9" providerId="ADAL" clId="{C63A03E4-F032-44C1-86C5-ECA9A2C8EF34}" dt="2023-03-19T08:31:18.958" v="1129" actId="26606"/>
          <ac:spMkLst>
            <pc:docMk/>
            <pc:sldMk cId="342034096" sldId="270"/>
            <ac:spMk id="9" creationId="{C3DB5541-D156-4B14-AD5E-D54317AEA0D2}"/>
          </ac:spMkLst>
        </pc:spChg>
        <pc:spChg chg="add">
          <ac:chgData name="Bulušková Kamila" userId="b14598a1-bbdf-4794-a95a-12c2c16168d9" providerId="ADAL" clId="{C63A03E4-F032-44C1-86C5-ECA9A2C8EF34}" dt="2023-03-19T08:31:18.990" v="1130" actId="26606"/>
          <ac:spMkLst>
            <pc:docMk/>
            <pc:sldMk cId="342034096" sldId="270"/>
            <ac:spMk id="10" creationId="{CABDC08D-6093-4397-92D4-54D00E2BB1C2}"/>
          </ac:spMkLst>
        </pc:spChg>
        <pc:spChg chg="add del">
          <ac:chgData name="Bulušková Kamila" userId="b14598a1-bbdf-4794-a95a-12c2c16168d9" providerId="ADAL" clId="{C63A03E4-F032-44C1-86C5-ECA9A2C8EF34}" dt="2023-03-19T08:31:18.958" v="1129" actId="26606"/>
          <ac:spMkLst>
            <pc:docMk/>
            <pc:sldMk cId="342034096" sldId="270"/>
            <ac:spMk id="11" creationId="{1425B494-7EBC-49BB-B941-CDD9B7042FBD}"/>
          </ac:spMkLst>
        </pc:spChg>
        <pc:spChg chg="add mod">
          <ac:chgData name="Bulušková Kamila" userId="b14598a1-bbdf-4794-a95a-12c2c16168d9" providerId="ADAL" clId="{C63A03E4-F032-44C1-86C5-ECA9A2C8EF34}" dt="2023-03-19T08:31:26.532" v="1131" actId="115"/>
          <ac:spMkLst>
            <pc:docMk/>
            <pc:sldMk cId="342034096" sldId="270"/>
            <ac:spMk id="13" creationId="{0FCAA2FB-8582-E2F5-B392-78D73CA8F7D3}"/>
          </ac:spMkLst>
        </pc:spChg>
        <pc:graphicFrameChg chg="add del">
          <ac:chgData name="Bulušková Kamila" userId="b14598a1-bbdf-4794-a95a-12c2c16168d9" providerId="ADAL" clId="{C63A03E4-F032-44C1-86C5-ECA9A2C8EF34}" dt="2023-03-19T08:31:18.958" v="1129" actId="26606"/>
          <ac:graphicFrameMkLst>
            <pc:docMk/>
            <pc:sldMk cId="342034096" sldId="270"/>
            <ac:graphicFrameMk id="5" creationId="{3F2DA3EA-B588-2EDB-FCBB-DDD0FF26609F}"/>
          </ac:graphicFrameMkLst>
        </pc:graphicFrameChg>
      </pc:sldChg>
      <pc:sldChg chg="addSp delSp modSp new mod setBg modNotesTx">
        <pc:chgData name="Bulušková Kamila" userId="b14598a1-bbdf-4794-a95a-12c2c16168d9" providerId="ADAL" clId="{C63A03E4-F032-44C1-86C5-ECA9A2C8EF34}" dt="2023-03-19T19:02:57.679" v="1316"/>
        <pc:sldMkLst>
          <pc:docMk/>
          <pc:sldMk cId="405604479" sldId="271"/>
        </pc:sldMkLst>
        <pc:spChg chg="mod ord">
          <ac:chgData name="Bulušková Kamila" userId="b14598a1-bbdf-4794-a95a-12c2c16168d9" providerId="ADAL" clId="{C63A03E4-F032-44C1-86C5-ECA9A2C8EF34}" dt="2023-03-19T08:32:14.261" v="1145" actId="26606"/>
          <ac:spMkLst>
            <pc:docMk/>
            <pc:sldMk cId="405604479" sldId="271"/>
            <ac:spMk id="2" creationId="{EDD2DABF-5ECE-B66E-CAFE-AC86764118D1}"/>
          </ac:spMkLst>
        </pc:spChg>
        <pc:spChg chg="del mod">
          <ac:chgData name="Bulušková Kamila" userId="b14598a1-bbdf-4794-a95a-12c2c16168d9" providerId="ADAL" clId="{C63A03E4-F032-44C1-86C5-ECA9A2C8EF34}" dt="2023-03-19T08:31:49.433" v="1143" actId="478"/>
          <ac:spMkLst>
            <pc:docMk/>
            <pc:sldMk cId="405604479" sldId="271"/>
            <ac:spMk id="3" creationId="{27746F43-A261-28FB-4674-9A93909958D7}"/>
          </ac:spMkLst>
        </pc:spChg>
        <pc:spChg chg="add">
          <ac:chgData name="Bulušková Kamila" userId="b14598a1-bbdf-4794-a95a-12c2c16168d9" providerId="ADAL" clId="{C63A03E4-F032-44C1-86C5-ECA9A2C8EF34}" dt="2023-03-19T08:32:14.261" v="1145" actId="26606"/>
          <ac:spMkLst>
            <pc:docMk/>
            <pc:sldMk cId="405604479" sldId="271"/>
            <ac:spMk id="2055" creationId="{A14CE2B0-0F0F-433D-8ED6-770921C984DF}"/>
          </ac:spMkLst>
        </pc:spChg>
        <pc:spChg chg="add">
          <ac:chgData name="Bulušková Kamila" userId="b14598a1-bbdf-4794-a95a-12c2c16168d9" providerId="ADAL" clId="{C63A03E4-F032-44C1-86C5-ECA9A2C8EF34}" dt="2023-03-19T08:32:14.261" v="1145" actId="26606"/>
          <ac:spMkLst>
            <pc:docMk/>
            <pc:sldMk cId="405604479" sldId="271"/>
            <ac:spMk id="2057" creationId="{69940863-4978-4847-B7D1-069195BAB25F}"/>
          </ac:spMkLst>
        </pc:spChg>
        <pc:picChg chg="add mod">
          <ac:chgData name="Bulušková Kamila" userId="b14598a1-bbdf-4794-a95a-12c2c16168d9" providerId="ADAL" clId="{C63A03E4-F032-44C1-86C5-ECA9A2C8EF34}" dt="2023-03-19T08:32:14.261" v="1145" actId="26606"/>
          <ac:picMkLst>
            <pc:docMk/>
            <pc:sldMk cId="405604479" sldId="271"/>
            <ac:picMk id="2050" creationId="{6181140F-DC17-6068-CCB2-3A46B9F3256A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136873-611A-412E-8F56-83568F70735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00072F0-E4A0-4BEA-BC3D-E5F9738A72B0}">
      <dgm:prSet/>
      <dgm:spPr/>
      <dgm:t>
        <a:bodyPr/>
        <a:lstStyle/>
        <a:p>
          <a:pPr>
            <a:defRPr cap="all"/>
          </a:pPr>
          <a:r>
            <a:rPr lang="cs-CZ"/>
            <a:t>Červenka prasat</a:t>
          </a:r>
          <a:endParaRPr lang="en-US"/>
        </a:p>
      </dgm:t>
    </dgm:pt>
    <dgm:pt modelId="{935887B8-874F-45F0-A5B9-FB0D57B9E87B}" type="parTrans" cxnId="{27F4300B-83E4-4D09-A76A-44C5CAC1CA52}">
      <dgm:prSet/>
      <dgm:spPr/>
      <dgm:t>
        <a:bodyPr/>
        <a:lstStyle/>
        <a:p>
          <a:endParaRPr lang="en-US"/>
        </a:p>
      </dgm:t>
    </dgm:pt>
    <dgm:pt modelId="{6A28A9AA-176A-41D3-8492-1C0F30D3CD12}" type="sibTrans" cxnId="{27F4300B-83E4-4D09-A76A-44C5CAC1CA52}">
      <dgm:prSet/>
      <dgm:spPr/>
      <dgm:t>
        <a:bodyPr/>
        <a:lstStyle/>
        <a:p>
          <a:endParaRPr lang="en-US"/>
        </a:p>
      </dgm:t>
    </dgm:pt>
    <dgm:pt modelId="{C645AFC5-CC8D-4EB1-B774-A367D25E67BF}">
      <dgm:prSet/>
      <dgm:spPr/>
      <dgm:t>
        <a:bodyPr/>
        <a:lstStyle/>
        <a:p>
          <a:pPr>
            <a:defRPr cap="all"/>
          </a:pPr>
          <a:r>
            <a:rPr lang="cs-CZ"/>
            <a:t>Aujezskyho choroba</a:t>
          </a:r>
          <a:endParaRPr lang="en-US"/>
        </a:p>
      </dgm:t>
    </dgm:pt>
    <dgm:pt modelId="{62399BF2-317B-48B9-9647-228BB96C4ED6}" type="parTrans" cxnId="{0665601F-4D82-4F49-B7CB-6582CD60D728}">
      <dgm:prSet/>
      <dgm:spPr/>
      <dgm:t>
        <a:bodyPr/>
        <a:lstStyle/>
        <a:p>
          <a:endParaRPr lang="en-US"/>
        </a:p>
      </dgm:t>
    </dgm:pt>
    <dgm:pt modelId="{BD128265-519A-4C7C-A3E5-FE48091E4DBD}" type="sibTrans" cxnId="{0665601F-4D82-4F49-B7CB-6582CD60D728}">
      <dgm:prSet/>
      <dgm:spPr/>
      <dgm:t>
        <a:bodyPr/>
        <a:lstStyle/>
        <a:p>
          <a:endParaRPr lang="en-US"/>
        </a:p>
      </dgm:t>
    </dgm:pt>
    <dgm:pt modelId="{AC92B253-50BA-4EF0-B773-C355F1847689}" type="pres">
      <dgm:prSet presAssocID="{FC136873-611A-412E-8F56-83568F707355}" presName="root" presStyleCnt="0">
        <dgm:presLayoutVars>
          <dgm:dir/>
          <dgm:resizeHandles val="exact"/>
        </dgm:presLayoutVars>
      </dgm:prSet>
      <dgm:spPr/>
    </dgm:pt>
    <dgm:pt modelId="{EB175856-68F8-4F54-A99A-FEF20B803A0B}" type="pres">
      <dgm:prSet presAssocID="{F00072F0-E4A0-4BEA-BC3D-E5F9738A72B0}" presName="compNode" presStyleCnt="0"/>
      <dgm:spPr/>
    </dgm:pt>
    <dgm:pt modelId="{12A66A3B-4857-4575-A0EF-DB6335C4E00C}" type="pres">
      <dgm:prSet presAssocID="{F00072F0-E4A0-4BEA-BC3D-E5F9738A72B0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  <a:solidFill>
          <a:srgbClr val="92D050"/>
        </a:solidFill>
      </dgm:spPr>
    </dgm:pt>
    <dgm:pt modelId="{10830F17-9EE0-4BB0-950B-0C143A3DFFAE}" type="pres">
      <dgm:prSet presAssocID="{F00072F0-E4A0-4BEA-BC3D-E5F9738A72B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se"/>
        </a:ext>
      </dgm:extLst>
    </dgm:pt>
    <dgm:pt modelId="{2D51C2DF-4AE4-4C29-885C-ECEC2C61CE42}" type="pres">
      <dgm:prSet presAssocID="{F00072F0-E4A0-4BEA-BC3D-E5F9738A72B0}" presName="spaceRect" presStyleCnt="0"/>
      <dgm:spPr/>
    </dgm:pt>
    <dgm:pt modelId="{28C539D0-991D-4CAA-A12C-B1ABDB3A37D4}" type="pres">
      <dgm:prSet presAssocID="{F00072F0-E4A0-4BEA-BC3D-E5F9738A72B0}" presName="textRect" presStyleLbl="revTx" presStyleIdx="0" presStyleCnt="2">
        <dgm:presLayoutVars>
          <dgm:chMax val="1"/>
          <dgm:chPref val="1"/>
        </dgm:presLayoutVars>
      </dgm:prSet>
      <dgm:spPr/>
    </dgm:pt>
    <dgm:pt modelId="{FA9CB48E-6D00-4598-A2D6-55B235DFB5B3}" type="pres">
      <dgm:prSet presAssocID="{6A28A9AA-176A-41D3-8492-1C0F30D3CD12}" presName="sibTrans" presStyleCnt="0"/>
      <dgm:spPr/>
    </dgm:pt>
    <dgm:pt modelId="{AACD69D3-F9A5-452D-977A-1984ED84EDE9}" type="pres">
      <dgm:prSet presAssocID="{C645AFC5-CC8D-4EB1-B774-A367D25E67BF}" presName="compNode" presStyleCnt="0"/>
      <dgm:spPr/>
    </dgm:pt>
    <dgm:pt modelId="{1538B7A7-19FB-4462-9630-CDC91176F95D}" type="pres">
      <dgm:prSet presAssocID="{C645AFC5-CC8D-4EB1-B774-A367D25E67BF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  <a:solidFill>
          <a:schemeClr val="accent1">
            <a:lumMod val="75000"/>
          </a:schemeClr>
        </a:solidFill>
      </dgm:spPr>
    </dgm:pt>
    <dgm:pt modelId="{4DDC1D72-8BE0-4EAF-B0B3-E0A6F0720C15}" type="pres">
      <dgm:prSet presAssocID="{C645AFC5-CC8D-4EB1-B774-A367D25E67B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s se souvislou výplní"/>
        </a:ext>
      </dgm:extLst>
    </dgm:pt>
    <dgm:pt modelId="{20A9E5ED-5EE6-43B4-879F-47A281B9AEBE}" type="pres">
      <dgm:prSet presAssocID="{C645AFC5-CC8D-4EB1-B774-A367D25E67BF}" presName="spaceRect" presStyleCnt="0"/>
      <dgm:spPr/>
    </dgm:pt>
    <dgm:pt modelId="{BF4387BF-B75A-4C36-8810-3B908FB32531}" type="pres">
      <dgm:prSet presAssocID="{C645AFC5-CC8D-4EB1-B774-A367D25E67B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B088C04-445E-49AD-8956-49102FDA43A0}" type="presOf" srcId="{F00072F0-E4A0-4BEA-BC3D-E5F9738A72B0}" destId="{28C539D0-991D-4CAA-A12C-B1ABDB3A37D4}" srcOrd="0" destOrd="0" presId="urn:microsoft.com/office/officeart/2018/5/layout/IconLeafLabelList"/>
    <dgm:cxn modelId="{27F4300B-83E4-4D09-A76A-44C5CAC1CA52}" srcId="{FC136873-611A-412E-8F56-83568F707355}" destId="{F00072F0-E4A0-4BEA-BC3D-E5F9738A72B0}" srcOrd="0" destOrd="0" parTransId="{935887B8-874F-45F0-A5B9-FB0D57B9E87B}" sibTransId="{6A28A9AA-176A-41D3-8492-1C0F30D3CD12}"/>
    <dgm:cxn modelId="{0665601F-4D82-4F49-B7CB-6582CD60D728}" srcId="{FC136873-611A-412E-8F56-83568F707355}" destId="{C645AFC5-CC8D-4EB1-B774-A367D25E67BF}" srcOrd="1" destOrd="0" parTransId="{62399BF2-317B-48B9-9647-228BB96C4ED6}" sibTransId="{BD128265-519A-4C7C-A3E5-FE48091E4DBD}"/>
    <dgm:cxn modelId="{4F98F551-FF3A-4473-98CD-DB0CEF24A44C}" type="presOf" srcId="{C645AFC5-CC8D-4EB1-B774-A367D25E67BF}" destId="{BF4387BF-B75A-4C36-8810-3B908FB32531}" srcOrd="0" destOrd="0" presId="urn:microsoft.com/office/officeart/2018/5/layout/IconLeafLabelList"/>
    <dgm:cxn modelId="{8ACE2D59-C5C0-4F57-94E2-B3FA2DC9F3B3}" type="presOf" srcId="{FC136873-611A-412E-8F56-83568F707355}" destId="{AC92B253-50BA-4EF0-B773-C355F1847689}" srcOrd="0" destOrd="0" presId="urn:microsoft.com/office/officeart/2018/5/layout/IconLeafLabelList"/>
    <dgm:cxn modelId="{83EB46CA-2C76-4518-853C-6C89E4F859F9}" type="presParOf" srcId="{AC92B253-50BA-4EF0-B773-C355F1847689}" destId="{EB175856-68F8-4F54-A99A-FEF20B803A0B}" srcOrd="0" destOrd="0" presId="urn:microsoft.com/office/officeart/2018/5/layout/IconLeafLabelList"/>
    <dgm:cxn modelId="{9D6187F7-4A24-425E-ACBB-5AEFC1A99C55}" type="presParOf" srcId="{EB175856-68F8-4F54-A99A-FEF20B803A0B}" destId="{12A66A3B-4857-4575-A0EF-DB6335C4E00C}" srcOrd="0" destOrd="0" presId="urn:microsoft.com/office/officeart/2018/5/layout/IconLeafLabelList"/>
    <dgm:cxn modelId="{0F526B90-CE65-4EEB-A52D-B5D2D49D3D27}" type="presParOf" srcId="{EB175856-68F8-4F54-A99A-FEF20B803A0B}" destId="{10830F17-9EE0-4BB0-950B-0C143A3DFFAE}" srcOrd="1" destOrd="0" presId="urn:microsoft.com/office/officeart/2018/5/layout/IconLeafLabelList"/>
    <dgm:cxn modelId="{63F86997-045F-48A0-977F-8B7E99F2A8CE}" type="presParOf" srcId="{EB175856-68F8-4F54-A99A-FEF20B803A0B}" destId="{2D51C2DF-4AE4-4C29-885C-ECEC2C61CE42}" srcOrd="2" destOrd="0" presId="urn:microsoft.com/office/officeart/2018/5/layout/IconLeafLabelList"/>
    <dgm:cxn modelId="{07BA65A7-E61B-400F-A6FF-EADAAD6F5EB6}" type="presParOf" srcId="{EB175856-68F8-4F54-A99A-FEF20B803A0B}" destId="{28C539D0-991D-4CAA-A12C-B1ABDB3A37D4}" srcOrd="3" destOrd="0" presId="urn:microsoft.com/office/officeart/2018/5/layout/IconLeafLabelList"/>
    <dgm:cxn modelId="{56EEF12B-B38C-4BA8-80D5-207E350F9EB7}" type="presParOf" srcId="{AC92B253-50BA-4EF0-B773-C355F1847689}" destId="{FA9CB48E-6D00-4598-A2D6-55B235DFB5B3}" srcOrd="1" destOrd="0" presId="urn:microsoft.com/office/officeart/2018/5/layout/IconLeafLabelList"/>
    <dgm:cxn modelId="{0EAB8788-F1CB-481B-AD68-BA7F17D78DB1}" type="presParOf" srcId="{AC92B253-50BA-4EF0-B773-C355F1847689}" destId="{AACD69D3-F9A5-452D-977A-1984ED84EDE9}" srcOrd="2" destOrd="0" presId="urn:microsoft.com/office/officeart/2018/5/layout/IconLeafLabelList"/>
    <dgm:cxn modelId="{7234D29E-5101-469D-8CD7-FD9E3BDD94C2}" type="presParOf" srcId="{AACD69D3-F9A5-452D-977A-1984ED84EDE9}" destId="{1538B7A7-19FB-4462-9630-CDC91176F95D}" srcOrd="0" destOrd="0" presId="urn:microsoft.com/office/officeart/2018/5/layout/IconLeafLabelList"/>
    <dgm:cxn modelId="{0DB999B9-1525-4014-B6A7-4E279D630A7E}" type="presParOf" srcId="{AACD69D3-F9A5-452D-977A-1984ED84EDE9}" destId="{4DDC1D72-8BE0-4EAF-B0B3-E0A6F0720C15}" srcOrd="1" destOrd="0" presId="urn:microsoft.com/office/officeart/2018/5/layout/IconLeafLabelList"/>
    <dgm:cxn modelId="{23FAD4B3-198A-4223-B799-7FE64799CBA8}" type="presParOf" srcId="{AACD69D3-F9A5-452D-977A-1984ED84EDE9}" destId="{20A9E5ED-5EE6-43B4-879F-47A281B9AEBE}" srcOrd="2" destOrd="0" presId="urn:microsoft.com/office/officeart/2018/5/layout/IconLeafLabelList"/>
    <dgm:cxn modelId="{948E082D-4A48-44E6-929C-12972A0B8EEC}" type="presParOf" srcId="{AACD69D3-F9A5-452D-977A-1984ED84EDE9}" destId="{BF4387BF-B75A-4C36-8810-3B908FB3253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0C1671-85A0-458D-8D09-37C0795117D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4DB2AF8-04A9-4348-A448-A1D3A36498C2}">
      <dgm:prSet/>
      <dgm:spPr/>
      <dgm:t>
        <a:bodyPr/>
        <a:lstStyle/>
        <a:p>
          <a:r>
            <a:rPr lang="cs-CZ" u="sng"/>
            <a:t>Nejakutnější forma</a:t>
          </a:r>
          <a:r>
            <a:rPr lang="cs-CZ"/>
            <a:t>: prasata hromadně hynou bez zjevných příznaků</a:t>
          </a:r>
          <a:endParaRPr lang="en-US"/>
        </a:p>
      </dgm:t>
    </dgm:pt>
    <dgm:pt modelId="{43131621-802E-49E2-A532-20E7956B6451}" type="parTrans" cxnId="{B8997CF2-DA11-4993-B6E2-6410725DB023}">
      <dgm:prSet/>
      <dgm:spPr/>
      <dgm:t>
        <a:bodyPr/>
        <a:lstStyle/>
        <a:p>
          <a:endParaRPr lang="en-US"/>
        </a:p>
      </dgm:t>
    </dgm:pt>
    <dgm:pt modelId="{04C5D79B-4CB6-44E2-B374-95A5D158883E}" type="sibTrans" cxnId="{B8997CF2-DA11-4993-B6E2-6410725DB023}">
      <dgm:prSet/>
      <dgm:spPr/>
      <dgm:t>
        <a:bodyPr/>
        <a:lstStyle/>
        <a:p>
          <a:endParaRPr lang="en-US"/>
        </a:p>
      </dgm:t>
    </dgm:pt>
    <dgm:pt modelId="{688ED67C-2C3B-4726-A152-D78818BFF01D}">
      <dgm:prSet/>
      <dgm:spPr/>
      <dgm:t>
        <a:bodyPr/>
        <a:lstStyle/>
        <a:p>
          <a:r>
            <a:rPr lang="cs-CZ" u="sng" dirty="0"/>
            <a:t>Akutní forma</a:t>
          </a:r>
          <a:r>
            <a:rPr lang="cs-CZ" dirty="0"/>
            <a:t>: malátnost, vysoká horečka (42), zánět spojivek, </a:t>
          </a:r>
          <a:r>
            <a:rPr lang="cs-CZ" dirty="0" err="1"/>
            <a:t>krváceniny</a:t>
          </a:r>
          <a:r>
            <a:rPr lang="cs-CZ" dirty="0"/>
            <a:t> na sliznicích a kůži, nechutenství, zácpa a pak náhlý průjem, neochota k pohybu, dýchací obtíže, křeče, ochrnutí končetin, zmetání, úhyn</a:t>
          </a:r>
          <a:endParaRPr lang="en-US" dirty="0"/>
        </a:p>
      </dgm:t>
    </dgm:pt>
    <dgm:pt modelId="{B42810F2-8E79-469E-A65C-92BBB6EDADFD}" type="parTrans" cxnId="{FA51C3F5-AEAE-4F68-BD05-DF68527949CE}">
      <dgm:prSet/>
      <dgm:spPr/>
      <dgm:t>
        <a:bodyPr/>
        <a:lstStyle/>
        <a:p>
          <a:endParaRPr lang="en-US"/>
        </a:p>
      </dgm:t>
    </dgm:pt>
    <dgm:pt modelId="{0C864E62-2498-4E75-B887-3B91C47F0892}" type="sibTrans" cxnId="{FA51C3F5-AEAE-4F68-BD05-DF68527949CE}">
      <dgm:prSet/>
      <dgm:spPr/>
      <dgm:t>
        <a:bodyPr/>
        <a:lstStyle/>
        <a:p>
          <a:endParaRPr lang="en-US"/>
        </a:p>
      </dgm:t>
    </dgm:pt>
    <dgm:pt modelId="{F3EE2DD7-6F6F-4B79-B380-35F23ED351C7}">
      <dgm:prSet/>
      <dgm:spPr/>
      <dgm:t>
        <a:bodyPr/>
        <a:lstStyle/>
        <a:p>
          <a:r>
            <a:rPr lang="cs-CZ" u="sng" dirty="0"/>
            <a:t>Chronická forma</a:t>
          </a:r>
          <a:r>
            <a:rPr lang="cs-CZ" dirty="0"/>
            <a:t>: méně výrazné příznaky, porucha dýchacího a trávicího traktu, vyhublost, v rámci několika týdnů úhyn</a:t>
          </a:r>
          <a:endParaRPr lang="en-US" dirty="0"/>
        </a:p>
      </dgm:t>
    </dgm:pt>
    <dgm:pt modelId="{E38DF237-096C-4805-BCEA-4C6C0653EAEE}" type="parTrans" cxnId="{9E748451-C486-4411-A005-6F6D363BADA7}">
      <dgm:prSet/>
      <dgm:spPr/>
      <dgm:t>
        <a:bodyPr/>
        <a:lstStyle/>
        <a:p>
          <a:endParaRPr lang="en-US"/>
        </a:p>
      </dgm:t>
    </dgm:pt>
    <dgm:pt modelId="{06A37CFE-26A5-4791-B218-8771B313147C}" type="sibTrans" cxnId="{9E748451-C486-4411-A005-6F6D363BADA7}">
      <dgm:prSet/>
      <dgm:spPr/>
      <dgm:t>
        <a:bodyPr/>
        <a:lstStyle/>
        <a:p>
          <a:endParaRPr lang="en-US"/>
        </a:p>
      </dgm:t>
    </dgm:pt>
    <dgm:pt modelId="{F7DD6A98-7D3C-4650-9F61-AC8EDEC2E638}" type="pres">
      <dgm:prSet presAssocID="{400C1671-85A0-458D-8D09-37C0795117D0}" presName="linear" presStyleCnt="0">
        <dgm:presLayoutVars>
          <dgm:animLvl val="lvl"/>
          <dgm:resizeHandles val="exact"/>
        </dgm:presLayoutVars>
      </dgm:prSet>
      <dgm:spPr/>
    </dgm:pt>
    <dgm:pt modelId="{C3494A32-FFD0-4A28-A4C4-BDA073B6AD37}" type="pres">
      <dgm:prSet presAssocID="{B4DB2AF8-04A9-4348-A448-A1D3A36498C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EC8D18-D9D7-424E-8790-27F0EAD1087F}" type="pres">
      <dgm:prSet presAssocID="{04C5D79B-4CB6-44E2-B374-95A5D158883E}" presName="spacer" presStyleCnt="0"/>
      <dgm:spPr/>
    </dgm:pt>
    <dgm:pt modelId="{A33BC655-1B6B-4014-AC43-D4E9731FC995}" type="pres">
      <dgm:prSet presAssocID="{688ED67C-2C3B-4726-A152-D78818BFF01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278F58-40BA-431B-97CA-78C44ADD7202}" type="pres">
      <dgm:prSet presAssocID="{0C864E62-2498-4E75-B887-3B91C47F0892}" presName="spacer" presStyleCnt="0"/>
      <dgm:spPr/>
    </dgm:pt>
    <dgm:pt modelId="{71A21C25-535F-4F1C-B48B-F8CC94458C5A}" type="pres">
      <dgm:prSet presAssocID="{F3EE2DD7-6F6F-4B79-B380-35F23ED351C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5580E1F-B782-459C-939D-8B4D3DA9A0CA}" type="presOf" srcId="{400C1671-85A0-458D-8D09-37C0795117D0}" destId="{F7DD6A98-7D3C-4650-9F61-AC8EDEC2E638}" srcOrd="0" destOrd="0" presId="urn:microsoft.com/office/officeart/2005/8/layout/vList2"/>
    <dgm:cxn modelId="{3C3BEF35-EB60-45C1-98AD-215C586DF684}" type="presOf" srcId="{F3EE2DD7-6F6F-4B79-B380-35F23ED351C7}" destId="{71A21C25-535F-4F1C-B48B-F8CC94458C5A}" srcOrd="0" destOrd="0" presId="urn:microsoft.com/office/officeart/2005/8/layout/vList2"/>
    <dgm:cxn modelId="{D111D463-82BC-40AB-8CF7-587616FCAB91}" type="presOf" srcId="{688ED67C-2C3B-4726-A152-D78818BFF01D}" destId="{A33BC655-1B6B-4014-AC43-D4E9731FC995}" srcOrd="0" destOrd="0" presId="urn:microsoft.com/office/officeart/2005/8/layout/vList2"/>
    <dgm:cxn modelId="{9E748451-C486-4411-A005-6F6D363BADA7}" srcId="{400C1671-85A0-458D-8D09-37C0795117D0}" destId="{F3EE2DD7-6F6F-4B79-B380-35F23ED351C7}" srcOrd="2" destOrd="0" parTransId="{E38DF237-096C-4805-BCEA-4C6C0653EAEE}" sibTransId="{06A37CFE-26A5-4791-B218-8771B313147C}"/>
    <dgm:cxn modelId="{588235B4-83BA-488F-BC02-205E8035691D}" type="presOf" srcId="{B4DB2AF8-04A9-4348-A448-A1D3A36498C2}" destId="{C3494A32-FFD0-4A28-A4C4-BDA073B6AD37}" srcOrd="0" destOrd="0" presId="urn:microsoft.com/office/officeart/2005/8/layout/vList2"/>
    <dgm:cxn modelId="{B8997CF2-DA11-4993-B6E2-6410725DB023}" srcId="{400C1671-85A0-458D-8D09-37C0795117D0}" destId="{B4DB2AF8-04A9-4348-A448-A1D3A36498C2}" srcOrd="0" destOrd="0" parTransId="{43131621-802E-49E2-A532-20E7956B6451}" sibTransId="{04C5D79B-4CB6-44E2-B374-95A5D158883E}"/>
    <dgm:cxn modelId="{FA51C3F5-AEAE-4F68-BD05-DF68527949CE}" srcId="{400C1671-85A0-458D-8D09-37C0795117D0}" destId="{688ED67C-2C3B-4726-A152-D78818BFF01D}" srcOrd="1" destOrd="0" parTransId="{B42810F2-8E79-469E-A65C-92BBB6EDADFD}" sibTransId="{0C864E62-2498-4E75-B887-3B91C47F0892}"/>
    <dgm:cxn modelId="{0415D07C-719C-42C5-BA48-A66AAA19717A}" type="presParOf" srcId="{F7DD6A98-7D3C-4650-9F61-AC8EDEC2E638}" destId="{C3494A32-FFD0-4A28-A4C4-BDA073B6AD37}" srcOrd="0" destOrd="0" presId="urn:microsoft.com/office/officeart/2005/8/layout/vList2"/>
    <dgm:cxn modelId="{7D721E58-5673-4F8E-A409-32469D12DA98}" type="presParOf" srcId="{F7DD6A98-7D3C-4650-9F61-AC8EDEC2E638}" destId="{13EC8D18-D9D7-424E-8790-27F0EAD1087F}" srcOrd="1" destOrd="0" presId="urn:microsoft.com/office/officeart/2005/8/layout/vList2"/>
    <dgm:cxn modelId="{514668C6-0898-4813-B138-E9795D1ABDE9}" type="presParOf" srcId="{F7DD6A98-7D3C-4650-9F61-AC8EDEC2E638}" destId="{A33BC655-1B6B-4014-AC43-D4E9731FC995}" srcOrd="2" destOrd="0" presId="urn:microsoft.com/office/officeart/2005/8/layout/vList2"/>
    <dgm:cxn modelId="{92556D92-ACF1-44D0-AD68-911B1E87F1F6}" type="presParOf" srcId="{F7DD6A98-7D3C-4650-9F61-AC8EDEC2E638}" destId="{F5278F58-40BA-431B-97CA-78C44ADD7202}" srcOrd="3" destOrd="0" presId="urn:microsoft.com/office/officeart/2005/8/layout/vList2"/>
    <dgm:cxn modelId="{D744CF4F-C6E9-46EB-9420-D61AACB6ED2D}" type="presParOf" srcId="{F7DD6A98-7D3C-4650-9F61-AC8EDEC2E638}" destId="{71A21C25-535F-4F1C-B48B-F8CC94458C5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BB1CA3-1C00-4516-B64D-8B2C02AD860A}" type="doc">
      <dgm:prSet loTypeId="urn:microsoft.com/office/officeart/2005/8/layout/hierarchy3" loCatId="hierarchy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E67257D-7DEC-4A27-9899-12A88022637B}">
      <dgm:prSet/>
      <dgm:spPr/>
      <dgm:t>
        <a:bodyPr/>
        <a:lstStyle/>
        <a:p>
          <a:r>
            <a:rPr lang="cs-CZ"/>
            <a:t>Většina nakažených prasat do 10 dnů umírá</a:t>
          </a:r>
          <a:endParaRPr lang="en-US"/>
        </a:p>
      </dgm:t>
    </dgm:pt>
    <dgm:pt modelId="{8414FA82-5277-43F6-A5DE-3B91764AD9C7}" type="parTrans" cxnId="{7621D309-C691-4AE9-BA33-4F0AC4584C19}">
      <dgm:prSet/>
      <dgm:spPr/>
      <dgm:t>
        <a:bodyPr/>
        <a:lstStyle/>
        <a:p>
          <a:endParaRPr lang="en-US"/>
        </a:p>
      </dgm:t>
    </dgm:pt>
    <dgm:pt modelId="{92C82966-477F-4887-B44A-A60898A3F2F4}" type="sibTrans" cxnId="{7621D309-C691-4AE9-BA33-4F0AC4584C19}">
      <dgm:prSet/>
      <dgm:spPr/>
      <dgm:t>
        <a:bodyPr/>
        <a:lstStyle/>
        <a:p>
          <a:endParaRPr lang="en-US"/>
        </a:p>
      </dgm:t>
    </dgm:pt>
    <dgm:pt modelId="{4CD7C3DA-5E4A-4E30-9A44-FBE7C94831D0}">
      <dgm:prSet/>
      <dgm:spPr/>
      <dgm:t>
        <a:bodyPr/>
        <a:lstStyle/>
        <a:p>
          <a:r>
            <a:rPr lang="cs-CZ" u="sng"/>
            <a:t>Léčba</a:t>
          </a:r>
          <a:r>
            <a:rPr lang="cs-CZ"/>
            <a:t>: neexistuje – nakažená prasata se poráží</a:t>
          </a:r>
          <a:endParaRPr lang="en-US"/>
        </a:p>
      </dgm:t>
    </dgm:pt>
    <dgm:pt modelId="{D688B92A-4911-42E4-B687-739A8AC865D0}" type="parTrans" cxnId="{ECA05DFC-12DC-409C-B9C8-FA95EB4EBCD5}">
      <dgm:prSet/>
      <dgm:spPr/>
      <dgm:t>
        <a:bodyPr/>
        <a:lstStyle/>
        <a:p>
          <a:endParaRPr lang="en-US"/>
        </a:p>
      </dgm:t>
    </dgm:pt>
    <dgm:pt modelId="{C70DF91A-7DAB-44DB-AED0-7F3AD0D49DE5}" type="sibTrans" cxnId="{ECA05DFC-12DC-409C-B9C8-FA95EB4EBCD5}">
      <dgm:prSet/>
      <dgm:spPr/>
      <dgm:t>
        <a:bodyPr/>
        <a:lstStyle/>
        <a:p>
          <a:endParaRPr lang="en-US"/>
        </a:p>
      </dgm:t>
    </dgm:pt>
    <dgm:pt modelId="{92A5B0A4-3760-418A-B78B-1648A83ACE53}">
      <dgm:prSet/>
      <dgm:spPr/>
      <dgm:t>
        <a:bodyPr/>
        <a:lstStyle/>
        <a:p>
          <a:r>
            <a:rPr lang="cs-CZ" u="sng" dirty="0"/>
            <a:t>Prevence</a:t>
          </a:r>
          <a:r>
            <a:rPr lang="cs-CZ" dirty="0"/>
            <a:t>: karanténa dovezených prasat, při podezření rozbor krve</a:t>
          </a:r>
          <a:endParaRPr lang="en-US" dirty="0"/>
        </a:p>
      </dgm:t>
    </dgm:pt>
    <dgm:pt modelId="{029E2054-EA13-4D6F-B723-9DC25E376B95}" type="parTrans" cxnId="{E55678AF-3019-4E50-8D87-968CD90B8D79}">
      <dgm:prSet/>
      <dgm:spPr/>
      <dgm:t>
        <a:bodyPr/>
        <a:lstStyle/>
        <a:p>
          <a:endParaRPr lang="en-US"/>
        </a:p>
      </dgm:t>
    </dgm:pt>
    <dgm:pt modelId="{56F5F6A2-DC0B-4DD1-97BC-8A7A4EFEBF87}" type="sibTrans" cxnId="{E55678AF-3019-4E50-8D87-968CD90B8D79}">
      <dgm:prSet/>
      <dgm:spPr/>
      <dgm:t>
        <a:bodyPr/>
        <a:lstStyle/>
        <a:p>
          <a:endParaRPr lang="en-US"/>
        </a:p>
      </dgm:t>
    </dgm:pt>
    <dgm:pt modelId="{83CCCFD5-CBAC-4B9E-893B-BDBDA1AECC19}" type="pres">
      <dgm:prSet presAssocID="{BABB1CA3-1C00-4516-B64D-8B2C02AD860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7BEE1A9-F7FB-4981-AB10-50510BD4E93D}" type="pres">
      <dgm:prSet presAssocID="{3E67257D-7DEC-4A27-9899-12A88022637B}" presName="root" presStyleCnt="0"/>
      <dgm:spPr/>
    </dgm:pt>
    <dgm:pt modelId="{C28A0B04-1335-4957-AA78-18DCEAF0EA13}" type="pres">
      <dgm:prSet presAssocID="{3E67257D-7DEC-4A27-9899-12A88022637B}" presName="rootComposite" presStyleCnt="0"/>
      <dgm:spPr/>
    </dgm:pt>
    <dgm:pt modelId="{3F40709D-BE79-4DC5-B977-6D4BACA2A3CC}" type="pres">
      <dgm:prSet presAssocID="{3E67257D-7DEC-4A27-9899-12A88022637B}" presName="rootText" presStyleLbl="node1" presStyleIdx="0" presStyleCnt="3"/>
      <dgm:spPr/>
    </dgm:pt>
    <dgm:pt modelId="{3E9BF24F-DCC9-403E-9975-80585BA44474}" type="pres">
      <dgm:prSet presAssocID="{3E67257D-7DEC-4A27-9899-12A88022637B}" presName="rootConnector" presStyleLbl="node1" presStyleIdx="0" presStyleCnt="3"/>
      <dgm:spPr/>
    </dgm:pt>
    <dgm:pt modelId="{12F5A4A1-107B-416F-B7BE-22F04A2205CF}" type="pres">
      <dgm:prSet presAssocID="{3E67257D-7DEC-4A27-9899-12A88022637B}" presName="childShape" presStyleCnt="0"/>
      <dgm:spPr/>
    </dgm:pt>
    <dgm:pt modelId="{6996F2F6-9151-466A-BE30-2334092C0254}" type="pres">
      <dgm:prSet presAssocID="{4CD7C3DA-5E4A-4E30-9A44-FBE7C94831D0}" presName="root" presStyleCnt="0"/>
      <dgm:spPr/>
    </dgm:pt>
    <dgm:pt modelId="{CE39D567-DEB9-4BE0-A636-A8BFE96428B1}" type="pres">
      <dgm:prSet presAssocID="{4CD7C3DA-5E4A-4E30-9A44-FBE7C94831D0}" presName="rootComposite" presStyleCnt="0"/>
      <dgm:spPr/>
    </dgm:pt>
    <dgm:pt modelId="{616F8553-6848-4CFE-943F-F27E2747582B}" type="pres">
      <dgm:prSet presAssocID="{4CD7C3DA-5E4A-4E30-9A44-FBE7C94831D0}" presName="rootText" presStyleLbl="node1" presStyleIdx="1" presStyleCnt="3"/>
      <dgm:spPr/>
    </dgm:pt>
    <dgm:pt modelId="{47AF3F07-5F36-4FB6-AE42-0F8A6ED86580}" type="pres">
      <dgm:prSet presAssocID="{4CD7C3DA-5E4A-4E30-9A44-FBE7C94831D0}" presName="rootConnector" presStyleLbl="node1" presStyleIdx="1" presStyleCnt="3"/>
      <dgm:spPr/>
    </dgm:pt>
    <dgm:pt modelId="{BA819DB2-97D8-4F6D-8DF7-7DF31A42B20D}" type="pres">
      <dgm:prSet presAssocID="{4CD7C3DA-5E4A-4E30-9A44-FBE7C94831D0}" presName="childShape" presStyleCnt="0"/>
      <dgm:spPr/>
    </dgm:pt>
    <dgm:pt modelId="{8743E319-AACE-47F3-A4C9-D7A454845111}" type="pres">
      <dgm:prSet presAssocID="{92A5B0A4-3760-418A-B78B-1648A83ACE53}" presName="root" presStyleCnt="0"/>
      <dgm:spPr/>
    </dgm:pt>
    <dgm:pt modelId="{FFC7CD14-C89A-4A15-97FD-8042547B00A0}" type="pres">
      <dgm:prSet presAssocID="{92A5B0A4-3760-418A-B78B-1648A83ACE53}" presName="rootComposite" presStyleCnt="0"/>
      <dgm:spPr/>
    </dgm:pt>
    <dgm:pt modelId="{65C6A213-F57D-4152-9CCD-DD976E2D982D}" type="pres">
      <dgm:prSet presAssocID="{92A5B0A4-3760-418A-B78B-1648A83ACE53}" presName="rootText" presStyleLbl="node1" presStyleIdx="2" presStyleCnt="3"/>
      <dgm:spPr/>
    </dgm:pt>
    <dgm:pt modelId="{09588B34-E154-4B9F-9769-E98B3C8AFA05}" type="pres">
      <dgm:prSet presAssocID="{92A5B0A4-3760-418A-B78B-1648A83ACE53}" presName="rootConnector" presStyleLbl="node1" presStyleIdx="2" presStyleCnt="3"/>
      <dgm:spPr/>
    </dgm:pt>
    <dgm:pt modelId="{9D148103-8998-4B16-8D23-63201EAC07F1}" type="pres">
      <dgm:prSet presAssocID="{92A5B0A4-3760-418A-B78B-1648A83ACE53}" presName="childShape" presStyleCnt="0"/>
      <dgm:spPr/>
    </dgm:pt>
  </dgm:ptLst>
  <dgm:cxnLst>
    <dgm:cxn modelId="{7621D309-C691-4AE9-BA33-4F0AC4584C19}" srcId="{BABB1CA3-1C00-4516-B64D-8B2C02AD860A}" destId="{3E67257D-7DEC-4A27-9899-12A88022637B}" srcOrd="0" destOrd="0" parTransId="{8414FA82-5277-43F6-A5DE-3B91764AD9C7}" sibTransId="{92C82966-477F-4887-B44A-A60898A3F2F4}"/>
    <dgm:cxn modelId="{9FAA5550-667D-4BD9-8F59-AD7C4B426047}" type="presOf" srcId="{3E67257D-7DEC-4A27-9899-12A88022637B}" destId="{3F40709D-BE79-4DC5-B977-6D4BACA2A3CC}" srcOrd="0" destOrd="0" presId="urn:microsoft.com/office/officeart/2005/8/layout/hierarchy3"/>
    <dgm:cxn modelId="{4A639879-6464-4A03-AD18-5B506ADA4B84}" type="presOf" srcId="{3E67257D-7DEC-4A27-9899-12A88022637B}" destId="{3E9BF24F-DCC9-403E-9975-80585BA44474}" srcOrd="1" destOrd="0" presId="urn:microsoft.com/office/officeart/2005/8/layout/hierarchy3"/>
    <dgm:cxn modelId="{93CC1693-4AEC-49DF-90A9-A13F651C97F2}" type="presOf" srcId="{4CD7C3DA-5E4A-4E30-9A44-FBE7C94831D0}" destId="{47AF3F07-5F36-4FB6-AE42-0F8A6ED86580}" srcOrd="1" destOrd="0" presId="urn:microsoft.com/office/officeart/2005/8/layout/hierarchy3"/>
    <dgm:cxn modelId="{DADB2A93-FE5A-4FF2-8544-4D61B3DDDE99}" type="presOf" srcId="{BABB1CA3-1C00-4516-B64D-8B2C02AD860A}" destId="{83CCCFD5-CBAC-4B9E-893B-BDBDA1AECC19}" srcOrd="0" destOrd="0" presId="urn:microsoft.com/office/officeart/2005/8/layout/hierarchy3"/>
    <dgm:cxn modelId="{9FB72194-8A46-464C-92FC-E8658D93114E}" type="presOf" srcId="{4CD7C3DA-5E4A-4E30-9A44-FBE7C94831D0}" destId="{616F8553-6848-4CFE-943F-F27E2747582B}" srcOrd="0" destOrd="0" presId="urn:microsoft.com/office/officeart/2005/8/layout/hierarchy3"/>
    <dgm:cxn modelId="{E55678AF-3019-4E50-8D87-968CD90B8D79}" srcId="{BABB1CA3-1C00-4516-B64D-8B2C02AD860A}" destId="{92A5B0A4-3760-418A-B78B-1648A83ACE53}" srcOrd="2" destOrd="0" parTransId="{029E2054-EA13-4D6F-B723-9DC25E376B95}" sibTransId="{56F5F6A2-DC0B-4DD1-97BC-8A7A4EFEBF87}"/>
    <dgm:cxn modelId="{4F6AD5BA-F5C5-4411-8D11-352CA8CFE391}" type="presOf" srcId="{92A5B0A4-3760-418A-B78B-1648A83ACE53}" destId="{09588B34-E154-4B9F-9769-E98B3C8AFA05}" srcOrd="1" destOrd="0" presId="urn:microsoft.com/office/officeart/2005/8/layout/hierarchy3"/>
    <dgm:cxn modelId="{EF1B26D0-941B-4A12-8B04-6983CD7D3CF5}" type="presOf" srcId="{92A5B0A4-3760-418A-B78B-1648A83ACE53}" destId="{65C6A213-F57D-4152-9CCD-DD976E2D982D}" srcOrd="0" destOrd="0" presId="urn:microsoft.com/office/officeart/2005/8/layout/hierarchy3"/>
    <dgm:cxn modelId="{ECA05DFC-12DC-409C-B9C8-FA95EB4EBCD5}" srcId="{BABB1CA3-1C00-4516-B64D-8B2C02AD860A}" destId="{4CD7C3DA-5E4A-4E30-9A44-FBE7C94831D0}" srcOrd="1" destOrd="0" parTransId="{D688B92A-4911-42E4-B687-739A8AC865D0}" sibTransId="{C70DF91A-7DAB-44DB-AED0-7F3AD0D49DE5}"/>
    <dgm:cxn modelId="{45498CF9-4142-43AF-9780-7CA8555ED741}" type="presParOf" srcId="{83CCCFD5-CBAC-4B9E-893B-BDBDA1AECC19}" destId="{17BEE1A9-F7FB-4981-AB10-50510BD4E93D}" srcOrd="0" destOrd="0" presId="urn:microsoft.com/office/officeart/2005/8/layout/hierarchy3"/>
    <dgm:cxn modelId="{A6B62BEB-AA5F-4512-8FE4-954430675734}" type="presParOf" srcId="{17BEE1A9-F7FB-4981-AB10-50510BD4E93D}" destId="{C28A0B04-1335-4957-AA78-18DCEAF0EA13}" srcOrd="0" destOrd="0" presId="urn:microsoft.com/office/officeart/2005/8/layout/hierarchy3"/>
    <dgm:cxn modelId="{F744BD0D-162C-4F3C-8B85-7ED3EDDA293D}" type="presParOf" srcId="{C28A0B04-1335-4957-AA78-18DCEAF0EA13}" destId="{3F40709D-BE79-4DC5-B977-6D4BACA2A3CC}" srcOrd="0" destOrd="0" presId="urn:microsoft.com/office/officeart/2005/8/layout/hierarchy3"/>
    <dgm:cxn modelId="{25527332-B073-4410-9891-48B75A07361C}" type="presParOf" srcId="{C28A0B04-1335-4957-AA78-18DCEAF0EA13}" destId="{3E9BF24F-DCC9-403E-9975-80585BA44474}" srcOrd="1" destOrd="0" presId="urn:microsoft.com/office/officeart/2005/8/layout/hierarchy3"/>
    <dgm:cxn modelId="{FDBBDBBE-F21D-47EE-98F3-EF8ACADFEDF6}" type="presParOf" srcId="{17BEE1A9-F7FB-4981-AB10-50510BD4E93D}" destId="{12F5A4A1-107B-416F-B7BE-22F04A2205CF}" srcOrd="1" destOrd="0" presId="urn:microsoft.com/office/officeart/2005/8/layout/hierarchy3"/>
    <dgm:cxn modelId="{3F5CA42B-1DA8-4982-BB8F-BCD5CECB6C0B}" type="presParOf" srcId="{83CCCFD5-CBAC-4B9E-893B-BDBDA1AECC19}" destId="{6996F2F6-9151-466A-BE30-2334092C0254}" srcOrd="1" destOrd="0" presId="urn:microsoft.com/office/officeart/2005/8/layout/hierarchy3"/>
    <dgm:cxn modelId="{B6B3D608-C7BE-4C7E-A349-1261E8304D66}" type="presParOf" srcId="{6996F2F6-9151-466A-BE30-2334092C0254}" destId="{CE39D567-DEB9-4BE0-A636-A8BFE96428B1}" srcOrd="0" destOrd="0" presId="urn:microsoft.com/office/officeart/2005/8/layout/hierarchy3"/>
    <dgm:cxn modelId="{254FE41A-2E1D-493C-A176-CBE7C7D4D540}" type="presParOf" srcId="{CE39D567-DEB9-4BE0-A636-A8BFE96428B1}" destId="{616F8553-6848-4CFE-943F-F27E2747582B}" srcOrd="0" destOrd="0" presId="urn:microsoft.com/office/officeart/2005/8/layout/hierarchy3"/>
    <dgm:cxn modelId="{9C728D53-4D91-4CD4-96F7-5A1B82DEACA0}" type="presParOf" srcId="{CE39D567-DEB9-4BE0-A636-A8BFE96428B1}" destId="{47AF3F07-5F36-4FB6-AE42-0F8A6ED86580}" srcOrd="1" destOrd="0" presId="urn:microsoft.com/office/officeart/2005/8/layout/hierarchy3"/>
    <dgm:cxn modelId="{4243DA87-1C2A-43A0-AA2C-0A1566C636AB}" type="presParOf" srcId="{6996F2F6-9151-466A-BE30-2334092C0254}" destId="{BA819DB2-97D8-4F6D-8DF7-7DF31A42B20D}" srcOrd="1" destOrd="0" presId="urn:microsoft.com/office/officeart/2005/8/layout/hierarchy3"/>
    <dgm:cxn modelId="{DBB81F23-12BD-4D07-8195-E10361D39E72}" type="presParOf" srcId="{83CCCFD5-CBAC-4B9E-893B-BDBDA1AECC19}" destId="{8743E319-AACE-47F3-A4C9-D7A454845111}" srcOrd="2" destOrd="0" presId="urn:microsoft.com/office/officeart/2005/8/layout/hierarchy3"/>
    <dgm:cxn modelId="{8E696D10-D469-4C17-8E24-CEDF7E1E3088}" type="presParOf" srcId="{8743E319-AACE-47F3-A4C9-D7A454845111}" destId="{FFC7CD14-C89A-4A15-97FD-8042547B00A0}" srcOrd="0" destOrd="0" presId="urn:microsoft.com/office/officeart/2005/8/layout/hierarchy3"/>
    <dgm:cxn modelId="{3D2E5638-D792-4B33-A70A-A175E6D45514}" type="presParOf" srcId="{FFC7CD14-C89A-4A15-97FD-8042547B00A0}" destId="{65C6A213-F57D-4152-9CCD-DD976E2D982D}" srcOrd="0" destOrd="0" presId="urn:microsoft.com/office/officeart/2005/8/layout/hierarchy3"/>
    <dgm:cxn modelId="{F53D0366-C538-4C07-8CF8-1359E360EB94}" type="presParOf" srcId="{FFC7CD14-C89A-4A15-97FD-8042547B00A0}" destId="{09588B34-E154-4B9F-9769-E98B3C8AFA05}" srcOrd="1" destOrd="0" presId="urn:microsoft.com/office/officeart/2005/8/layout/hierarchy3"/>
    <dgm:cxn modelId="{13267ADC-AE21-437B-A08C-C18740126C4E}" type="presParOf" srcId="{8743E319-AACE-47F3-A4C9-D7A454845111}" destId="{9D148103-8998-4B16-8D23-63201EAC07F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C342F24-F898-4143-AC3F-3F0B7D4A21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EFDE3B0-03F2-4CB3-A2A4-9BCE4799D693}">
      <dgm:prSet/>
      <dgm:spPr/>
      <dgm:t>
        <a:bodyPr/>
        <a:lstStyle/>
        <a:p>
          <a:r>
            <a:rPr lang="cs-CZ"/>
            <a:t>Prudký, akutní průběh</a:t>
          </a:r>
          <a:endParaRPr lang="en-US"/>
        </a:p>
      </dgm:t>
    </dgm:pt>
    <dgm:pt modelId="{F9E3F9D3-209A-4BD9-94FD-F80AD0C0F58D}" type="parTrans" cxnId="{698B8346-231E-46C4-8FF1-26FCCEB9A754}">
      <dgm:prSet/>
      <dgm:spPr/>
      <dgm:t>
        <a:bodyPr/>
        <a:lstStyle/>
        <a:p>
          <a:endParaRPr lang="en-US"/>
        </a:p>
      </dgm:t>
    </dgm:pt>
    <dgm:pt modelId="{E758EA7D-7843-4CD4-90AE-A29DD6ACDA5D}" type="sibTrans" cxnId="{698B8346-231E-46C4-8FF1-26FCCEB9A754}">
      <dgm:prSet/>
      <dgm:spPr/>
      <dgm:t>
        <a:bodyPr/>
        <a:lstStyle/>
        <a:p>
          <a:endParaRPr lang="en-US"/>
        </a:p>
      </dgm:t>
    </dgm:pt>
    <dgm:pt modelId="{0082CFD8-7A9A-4664-9A3A-66B8D7EF8AC4}">
      <dgm:prSet/>
      <dgm:spPr/>
      <dgm:t>
        <a:bodyPr/>
        <a:lstStyle/>
        <a:p>
          <a:r>
            <a:rPr lang="cs-CZ"/>
            <a:t>Po 4 denní inkubační době onemocní téměř všechna prasata</a:t>
          </a:r>
          <a:endParaRPr lang="en-US"/>
        </a:p>
      </dgm:t>
    </dgm:pt>
    <dgm:pt modelId="{A5A15658-D91B-4015-B673-8F425ADBDFD9}" type="parTrans" cxnId="{C2EB2CF1-7438-42DA-9CB7-A69B9D8EF2F0}">
      <dgm:prSet/>
      <dgm:spPr/>
      <dgm:t>
        <a:bodyPr/>
        <a:lstStyle/>
        <a:p>
          <a:endParaRPr lang="en-US"/>
        </a:p>
      </dgm:t>
    </dgm:pt>
    <dgm:pt modelId="{BC41E27C-6443-4BCC-B851-81377BD846EF}" type="sibTrans" cxnId="{C2EB2CF1-7438-42DA-9CB7-A69B9D8EF2F0}">
      <dgm:prSet/>
      <dgm:spPr/>
      <dgm:t>
        <a:bodyPr/>
        <a:lstStyle/>
        <a:p>
          <a:endParaRPr lang="en-US"/>
        </a:p>
      </dgm:t>
    </dgm:pt>
    <dgm:pt modelId="{99609731-785B-4567-8C36-947BB6CB8A25}">
      <dgm:prSet/>
      <dgm:spPr/>
      <dgm:t>
        <a:bodyPr/>
        <a:lstStyle/>
        <a:p>
          <a:r>
            <a:rPr lang="cs-CZ"/>
            <a:t>Nechutenství, dýchací obtíže, ležení na hrudníku s roztaženými končetinami, psí posed</a:t>
          </a:r>
          <a:endParaRPr lang="en-US"/>
        </a:p>
      </dgm:t>
    </dgm:pt>
    <dgm:pt modelId="{78B22578-8723-4C97-9C64-153414B0FC6E}" type="parTrans" cxnId="{695ADBCA-AB55-4088-BA83-4353B7D8C68A}">
      <dgm:prSet/>
      <dgm:spPr/>
      <dgm:t>
        <a:bodyPr/>
        <a:lstStyle/>
        <a:p>
          <a:endParaRPr lang="en-US"/>
        </a:p>
      </dgm:t>
    </dgm:pt>
    <dgm:pt modelId="{A7867517-726D-4B7A-9175-E0ABD612B3B1}" type="sibTrans" cxnId="{695ADBCA-AB55-4088-BA83-4353B7D8C68A}">
      <dgm:prSet/>
      <dgm:spPr/>
      <dgm:t>
        <a:bodyPr/>
        <a:lstStyle/>
        <a:p>
          <a:endParaRPr lang="en-US"/>
        </a:p>
      </dgm:t>
    </dgm:pt>
    <dgm:pt modelId="{E43D5B08-1D81-42CC-8F35-5F213C3EE637}">
      <dgm:prSet/>
      <dgm:spPr/>
      <dgm:t>
        <a:bodyPr/>
        <a:lstStyle/>
        <a:p>
          <a:r>
            <a:rPr lang="cs-CZ"/>
            <a:t>Záchvaty kašle, vykašlávání hlenu, teplota (40-41)</a:t>
          </a:r>
          <a:endParaRPr lang="en-US"/>
        </a:p>
      </dgm:t>
    </dgm:pt>
    <dgm:pt modelId="{23AA8248-CBBD-4D3B-85DF-22565876D146}" type="parTrans" cxnId="{A2BC09C9-4BA8-4593-B601-D3BD2C2EE3F4}">
      <dgm:prSet/>
      <dgm:spPr/>
      <dgm:t>
        <a:bodyPr/>
        <a:lstStyle/>
        <a:p>
          <a:endParaRPr lang="en-US"/>
        </a:p>
      </dgm:t>
    </dgm:pt>
    <dgm:pt modelId="{5C3DEDC4-5466-4A01-BB5A-D73C443A76EB}" type="sibTrans" cxnId="{A2BC09C9-4BA8-4593-B601-D3BD2C2EE3F4}">
      <dgm:prSet/>
      <dgm:spPr/>
      <dgm:t>
        <a:bodyPr/>
        <a:lstStyle/>
        <a:p>
          <a:endParaRPr lang="en-US"/>
        </a:p>
      </dgm:t>
    </dgm:pt>
    <dgm:pt modelId="{D5FA3855-8F23-4FCD-A405-76B9B1F6706C}" type="pres">
      <dgm:prSet presAssocID="{5C342F24-F898-4143-AC3F-3F0B7D4A219C}" presName="root" presStyleCnt="0">
        <dgm:presLayoutVars>
          <dgm:dir/>
          <dgm:resizeHandles val="exact"/>
        </dgm:presLayoutVars>
      </dgm:prSet>
      <dgm:spPr/>
    </dgm:pt>
    <dgm:pt modelId="{4C050298-9930-4BC1-8768-45B72C7FA62A}" type="pres">
      <dgm:prSet presAssocID="{5EFDE3B0-03F2-4CB3-A2A4-9BCE4799D693}" presName="compNode" presStyleCnt="0"/>
      <dgm:spPr/>
    </dgm:pt>
    <dgm:pt modelId="{7A0B197D-5DD8-41B9-B551-CF3394834B1F}" type="pres">
      <dgm:prSet presAssocID="{5EFDE3B0-03F2-4CB3-A2A4-9BCE4799D693}" presName="bgRect" presStyleLbl="bgShp" presStyleIdx="0" presStyleCnt="4"/>
      <dgm:spPr/>
    </dgm:pt>
    <dgm:pt modelId="{6BEA92AB-4008-493B-B282-AB8A81D100CB}" type="pres">
      <dgm:prSet presAssocID="{5EFDE3B0-03F2-4CB3-A2A4-9BCE4799D69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oskop"/>
        </a:ext>
      </dgm:extLst>
    </dgm:pt>
    <dgm:pt modelId="{ECBF2AF9-1B56-4961-8ACC-D22EF374C37A}" type="pres">
      <dgm:prSet presAssocID="{5EFDE3B0-03F2-4CB3-A2A4-9BCE4799D693}" presName="spaceRect" presStyleCnt="0"/>
      <dgm:spPr/>
    </dgm:pt>
    <dgm:pt modelId="{C6BF157A-A10B-44EF-BD1F-E8DB900DB48B}" type="pres">
      <dgm:prSet presAssocID="{5EFDE3B0-03F2-4CB3-A2A4-9BCE4799D693}" presName="parTx" presStyleLbl="revTx" presStyleIdx="0" presStyleCnt="4">
        <dgm:presLayoutVars>
          <dgm:chMax val="0"/>
          <dgm:chPref val="0"/>
        </dgm:presLayoutVars>
      </dgm:prSet>
      <dgm:spPr/>
    </dgm:pt>
    <dgm:pt modelId="{C4B78F5B-88BC-4AA5-8BEB-710D2AE947DF}" type="pres">
      <dgm:prSet presAssocID="{E758EA7D-7843-4CD4-90AE-A29DD6ACDA5D}" presName="sibTrans" presStyleCnt="0"/>
      <dgm:spPr/>
    </dgm:pt>
    <dgm:pt modelId="{997A0646-BCE8-4F19-9C23-2FE513F42198}" type="pres">
      <dgm:prSet presAssocID="{0082CFD8-7A9A-4664-9A3A-66B8D7EF8AC4}" presName="compNode" presStyleCnt="0"/>
      <dgm:spPr/>
    </dgm:pt>
    <dgm:pt modelId="{D4D440A5-73B2-43EC-94CF-983AFFD69511}" type="pres">
      <dgm:prSet presAssocID="{0082CFD8-7A9A-4664-9A3A-66B8D7EF8AC4}" presName="bgRect" presStyleLbl="bgShp" presStyleIdx="1" presStyleCnt="4"/>
      <dgm:spPr/>
    </dgm:pt>
    <dgm:pt modelId="{28ED3651-B9DB-412C-8DD9-2F6ACD95522D}" type="pres">
      <dgm:prSet presAssocID="{0082CFD8-7A9A-4664-9A3A-66B8D7EF8AC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se"/>
        </a:ext>
      </dgm:extLst>
    </dgm:pt>
    <dgm:pt modelId="{4294E551-C572-47B5-9372-A0B177C6092A}" type="pres">
      <dgm:prSet presAssocID="{0082CFD8-7A9A-4664-9A3A-66B8D7EF8AC4}" presName="spaceRect" presStyleCnt="0"/>
      <dgm:spPr/>
    </dgm:pt>
    <dgm:pt modelId="{76B4CD7A-278F-4410-88D9-791791AD2C8B}" type="pres">
      <dgm:prSet presAssocID="{0082CFD8-7A9A-4664-9A3A-66B8D7EF8AC4}" presName="parTx" presStyleLbl="revTx" presStyleIdx="1" presStyleCnt="4">
        <dgm:presLayoutVars>
          <dgm:chMax val="0"/>
          <dgm:chPref val="0"/>
        </dgm:presLayoutVars>
      </dgm:prSet>
      <dgm:spPr/>
    </dgm:pt>
    <dgm:pt modelId="{BCD16F1E-3315-4999-A47C-92E9D07B6881}" type="pres">
      <dgm:prSet presAssocID="{BC41E27C-6443-4BCC-B851-81377BD846EF}" presName="sibTrans" presStyleCnt="0"/>
      <dgm:spPr/>
    </dgm:pt>
    <dgm:pt modelId="{B1A3C0E7-1AF8-40B3-9A83-7B41F2335083}" type="pres">
      <dgm:prSet presAssocID="{99609731-785B-4567-8C36-947BB6CB8A25}" presName="compNode" presStyleCnt="0"/>
      <dgm:spPr/>
    </dgm:pt>
    <dgm:pt modelId="{E30477D3-D293-43C5-A4D0-5CB619FB3E4A}" type="pres">
      <dgm:prSet presAssocID="{99609731-785B-4567-8C36-947BB6CB8A25}" presName="bgRect" presStyleLbl="bgShp" presStyleIdx="2" presStyleCnt="4"/>
      <dgm:spPr/>
    </dgm:pt>
    <dgm:pt modelId="{EF1C6C23-CCE4-48E6-8D9E-B4AA15DCD2AC}" type="pres">
      <dgm:prSet presAssocID="{99609731-785B-4567-8C36-947BB6CB8A2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kterie se souvislou výplní"/>
        </a:ext>
      </dgm:extLst>
    </dgm:pt>
    <dgm:pt modelId="{E4AACA4C-71DD-48C0-98D3-3B79EA2B5D1E}" type="pres">
      <dgm:prSet presAssocID="{99609731-785B-4567-8C36-947BB6CB8A25}" presName="spaceRect" presStyleCnt="0"/>
      <dgm:spPr/>
    </dgm:pt>
    <dgm:pt modelId="{A0486170-1050-44B1-BDBA-9A8422EE1B10}" type="pres">
      <dgm:prSet presAssocID="{99609731-785B-4567-8C36-947BB6CB8A25}" presName="parTx" presStyleLbl="revTx" presStyleIdx="2" presStyleCnt="4">
        <dgm:presLayoutVars>
          <dgm:chMax val="0"/>
          <dgm:chPref val="0"/>
        </dgm:presLayoutVars>
      </dgm:prSet>
      <dgm:spPr/>
    </dgm:pt>
    <dgm:pt modelId="{69B2921C-030D-4930-B014-10FD2AAA1BE8}" type="pres">
      <dgm:prSet presAssocID="{A7867517-726D-4B7A-9175-E0ABD612B3B1}" presName="sibTrans" presStyleCnt="0"/>
      <dgm:spPr/>
    </dgm:pt>
    <dgm:pt modelId="{50161A3C-A6CB-460D-8D9E-983ACC7B74EE}" type="pres">
      <dgm:prSet presAssocID="{E43D5B08-1D81-42CC-8F35-5F213C3EE637}" presName="compNode" presStyleCnt="0"/>
      <dgm:spPr/>
    </dgm:pt>
    <dgm:pt modelId="{8E8373B3-99C6-4819-8089-588B4E2C536D}" type="pres">
      <dgm:prSet presAssocID="{E43D5B08-1D81-42CC-8F35-5F213C3EE637}" presName="bgRect" presStyleLbl="bgShp" presStyleIdx="3" presStyleCnt="4"/>
      <dgm:spPr/>
    </dgm:pt>
    <dgm:pt modelId="{C71B44E1-BC94-41BE-93A7-DE80BEC8DB8B}" type="pres">
      <dgm:prSet presAssocID="{E43D5B08-1D81-42CC-8F35-5F213C3EE63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ploměr se souvislou výplní"/>
        </a:ext>
      </dgm:extLst>
    </dgm:pt>
    <dgm:pt modelId="{003DB527-FE32-4DD3-B4A6-4F7B91FA6CCC}" type="pres">
      <dgm:prSet presAssocID="{E43D5B08-1D81-42CC-8F35-5F213C3EE637}" presName="spaceRect" presStyleCnt="0"/>
      <dgm:spPr/>
    </dgm:pt>
    <dgm:pt modelId="{CCFFC940-78B8-4734-96FA-3F7CC6929B5F}" type="pres">
      <dgm:prSet presAssocID="{E43D5B08-1D81-42CC-8F35-5F213C3EE63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D62D418-7935-486E-A421-8EDC611F460B}" type="presOf" srcId="{5EFDE3B0-03F2-4CB3-A2A4-9BCE4799D693}" destId="{C6BF157A-A10B-44EF-BD1F-E8DB900DB48B}" srcOrd="0" destOrd="0" presId="urn:microsoft.com/office/officeart/2018/2/layout/IconVerticalSolidList"/>
    <dgm:cxn modelId="{6793F31D-BA69-40AC-A4C4-639289981A45}" type="presOf" srcId="{99609731-785B-4567-8C36-947BB6CB8A25}" destId="{A0486170-1050-44B1-BDBA-9A8422EE1B10}" srcOrd="0" destOrd="0" presId="urn:microsoft.com/office/officeart/2018/2/layout/IconVerticalSolidList"/>
    <dgm:cxn modelId="{698B8346-231E-46C4-8FF1-26FCCEB9A754}" srcId="{5C342F24-F898-4143-AC3F-3F0B7D4A219C}" destId="{5EFDE3B0-03F2-4CB3-A2A4-9BCE4799D693}" srcOrd="0" destOrd="0" parTransId="{F9E3F9D3-209A-4BD9-94FD-F80AD0C0F58D}" sibTransId="{E758EA7D-7843-4CD4-90AE-A29DD6ACDA5D}"/>
    <dgm:cxn modelId="{B087D4B4-FD7E-4F92-8115-E45C5A20FE5B}" type="presOf" srcId="{5C342F24-F898-4143-AC3F-3F0B7D4A219C}" destId="{D5FA3855-8F23-4FCD-A405-76B9B1F6706C}" srcOrd="0" destOrd="0" presId="urn:microsoft.com/office/officeart/2018/2/layout/IconVerticalSolidList"/>
    <dgm:cxn modelId="{5EBA8CC1-0D93-45A4-9520-0DB6A2357484}" type="presOf" srcId="{0082CFD8-7A9A-4664-9A3A-66B8D7EF8AC4}" destId="{76B4CD7A-278F-4410-88D9-791791AD2C8B}" srcOrd="0" destOrd="0" presId="urn:microsoft.com/office/officeart/2018/2/layout/IconVerticalSolidList"/>
    <dgm:cxn modelId="{A2BC09C9-4BA8-4593-B601-D3BD2C2EE3F4}" srcId="{5C342F24-F898-4143-AC3F-3F0B7D4A219C}" destId="{E43D5B08-1D81-42CC-8F35-5F213C3EE637}" srcOrd="3" destOrd="0" parTransId="{23AA8248-CBBD-4D3B-85DF-22565876D146}" sibTransId="{5C3DEDC4-5466-4A01-BB5A-D73C443A76EB}"/>
    <dgm:cxn modelId="{695ADBCA-AB55-4088-BA83-4353B7D8C68A}" srcId="{5C342F24-F898-4143-AC3F-3F0B7D4A219C}" destId="{99609731-785B-4567-8C36-947BB6CB8A25}" srcOrd="2" destOrd="0" parTransId="{78B22578-8723-4C97-9C64-153414B0FC6E}" sibTransId="{A7867517-726D-4B7A-9175-E0ABD612B3B1}"/>
    <dgm:cxn modelId="{84A16BEA-DBE9-4021-A478-291C350B850E}" type="presOf" srcId="{E43D5B08-1D81-42CC-8F35-5F213C3EE637}" destId="{CCFFC940-78B8-4734-96FA-3F7CC6929B5F}" srcOrd="0" destOrd="0" presId="urn:microsoft.com/office/officeart/2018/2/layout/IconVerticalSolidList"/>
    <dgm:cxn modelId="{C2EB2CF1-7438-42DA-9CB7-A69B9D8EF2F0}" srcId="{5C342F24-F898-4143-AC3F-3F0B7D4A219C}" destId="{0082CFD8-7A9A-4664-9A3A-66B8D7EF8AC4}" srcOrd="1" destOrd="0" parTransId="{A5A15658-D91B-4015-B673-8F425ADBDFD9}" sibTransId="{BC41E27C-6443-4BCC-B851-81377BD846EF}"/>
    <dgm:cxn modelId="{2C1A7B3D-747F-4F64-8181-176BEA2C3377}" type="presParOf" srcId="{D5FA3855-8F23-4FCD-A405-76B9B1F6706C}" destId="{4C050298-9930-4BC1-8768-45B72C7FA62A}" srcOrd="0" destOrd="0" presId="urn:microsoft.com/office/officeart/2018/2/layout/IconVerticalSolidList"/>
    <dgm:cxn modelId="{2487ACF8-E165-45D2-9436-13EE45CABF8F}" type="presParOf" srcId="{4C050298-9930-4BC1-8768-45B72C7FA62A}" destId="{7A0B197D-5DD8-41B9-B551-CF3394834B1F}" srcOrd="0" destOrd="0" presId="urn:microsoft.com/office/officeart/2018/2/layout/IconVerticalSolidList"/>
    <dgm:cxn modelId="{4C2AD875-867A-462D-BE6F-EFB051718280}" type="presParOf" srcId="{4C050298-9930-4BC1-8768-45B72C7FA62A}" destId="{6BEA92AB-4008-493B-B282-AB8A81D100CB}" srcOrd="1" destOrd="0" presId="urn:microsoft.com/office/officeart/2018/2/layout/IconVerticalSolidList"/>
    <dgm:cxn modelId="{A604CFD2-0A9D-413C-A9F5-518116996CF8}" type="presParOf" srcId="{4C050298-9930-4BC1-8768-45B72C7FA62A}" destId="{ECBF2AF9-1B56-4961-8ACC-D22EF374C37A}" srcOrd="2" destOrd="0" presId="urn:microsoft.com/office/officeart/2018/2/layout/IconVerticalSolidList"/>
    <dgm:cxn modelId="{0F6CD28A-B799-42EC-AA40-CF9578157F8A}" type="presParOf" srcId="{4C050298-9930-4BC1-8768-45B72C7FA62A}" destId="{C6BF157A-A10B-44EF-BD1F-E8DB900DB48B}" srcOrd="3" destOrd="0" presId="urn:microsoft.com/office/officeart/2018/2/layout/IconVerticalSolidList"/>
    <dgm:cxn modelId="{88FB0378-B4FC-4AE5-A383-80678640C072}" type="presParOf" srcId="{D5FA3855-8F23-4FCD-A405-76B9B1F6706C}" destId="{C4B78F5B-88BC-4AA5-8BEB-710D2AE947DF}" srcOrd="1" destOrd="0" presId="urn:microsoft.com/office/officeart/2018/2/layout/IconVerticalSolidList"/>
    <dgm:cxn modelId="{72E026C1-3FDF-4CF2-9154-AB9B6F5F6C43}" type="presParOf" srcId="{D5FA3855-8F23-4FCD-A405-76B9B1F6706C}" destId="{997A0646-BCE8-4F19-9C23-2FE513F42198}" srcOrd="2" destOrd="0" presId="urn:microsoft.com/office/officeart/2018/2/layout/IconVerticalSolidList"/>
    <dgm:cxn modelId="{D6AEA37F-EEC9-4224-BC89-FE302D6A7E9C}" type="presParOf" srcId="{997A0646-BCE8-4F19-9C23-2FE513F42198}" destId="{D4D440A5-73B2-43EC-94CF-983AFFD69511}" srcOrd="0" destOrd="0" presId="urn:microsoft.com/office/officeart/2018/2/layout/IconVerticalSolidList"/>
    <dgm:cxn modelId="{7FE2143D-CD4C-4661-AB48-97A1E305BE92}" type="presParOf" srcId="{997A0646-BCE8-4F19-9C23-2FE513F42198}" destId="{28ED3651-B9DB-412C-8DD9-2F6ACD95522D}" srcOrd="1" destOrd="0" presId="urn:microsoft.com/office/officeart/2018/2/layout/IconVerticalSolidList"/>
    <dgm:cxn modelId="{FFBD713F-8CA9-4890-AC02-F5BD7999BA83}" type="presParOf" srcId="{997A0646-BCE8-4F19-9C23-2FE513F42198}" destId="{4294E551-C572-47B5-9372-A0B177C6092A}" srcOrd="2" destOrd="0" presId="urn:microsoft.com/office/officeart/2018/2/layout/IconVerticalSolidList"/>
    <dgm:cxn modelId="{5EAFE895-454C-4837-A09C-9349F532A0C5}" type="presParOf" srcId="{997A0646-BCE8-4F19-9C23-2FE513F42198}" destId="{76B4CD7A-278F-4410-88D9-791791AD2C8B}" srcOrd="3" destOrd="0" presId="urn:microsoft.com/office/officeart/2018/2/layout/IconVerticalSolidList"/>
    <dgm:cxn modelId="{6DEB4AD3-C838-40D8-8D20-4622B681D9DA}" type="presParOf" srcId="{D5FA3855-8F23-4FCD-A405-76B9B1F6706C}" destId="{BCD16F1E-3315-4999-A47C-92E9D07B6881}" srcOrd="3" destOrd="0" presId="urn:microsoft.com/office/officeart/2018/2/layout/IconVerticalSolidList"/>
    <dgm:cxn modelId="{26DF3956-96F0-4611-810C-BF42958EC45A}" type="presParOf" srcId="{D5FA3855-8F23-4FCD-A405-76B9B1F6706C}" destId="{B1A3C0E7-1AF8-40B3-9A83-7B41F2335083}" srcOrd="4" destOrd="0" presId="urn:microsoft.com/office/officeart/2018/2/layout/IconVerticalSolidList"/>
    <dgm:cxn modelId="{5A27B3A5-180C-49DA-8D73-2FE0DCCA5E5A}" type="presParOf" srcId="{B1A3C0E7-1AF8-40B3-9A83-7B41F2335083}" destId="{E30477D3-D293-43C5-A4D0-5CB619FB3E4A}" srcOrd="0" destOrd="0" presId="urn:microsoft.com/office/officeart/2018/2/layout/IconVerticalSolidList"/>
    <dgm:cxn modelId="{8D9E9808-BB6C-4116-8815-1D2ED0127D76}" type="presParOf" srcId="{B1A3C0E7-1AF8-40B3-9A83-7B41F2335083}" destId="{EF1C6C23-CCE4-48E6-8D9E-B4AA15DCD2AC}" srcOrd="1" destOrd="0" presId="urn:microsoft.com/office/officeart/2018/2/layout/IconVerticalSolidList"/>
    <dgm:cxn modelId="{5A6EF950-9A62-4C79-895B-E9CE1E702FF0}" type="presParOf" srcId="{B1A3C0E7-1AF8-40B3-9A83-7B41F2335083}" destId="{E4AACA4C-71DD-48C0-98D3-3B79EA2B5D1E}" srcOrd="2" destOrd="0" presId="urn:microsoft.com/office/officeart/2018/2/layout/IconVerticalSolidList"/>
    <dgm:cxn modelId="{3E4EDC04-BFE3-4B49-89FC-4C0296C831CF}" type="presParOf" srcId="{B1A3C0E7-1AF8-40B3-9A83-7B41F2335083}" destId="{A0486170-1050-44B1-BDBA-9A8422EE1B10}" srcOrd="3" destOrd="0" presId="urn:microsoft.com/office/officeart/2018/2/layout/IconVerticalSolidList"/>
    <dgm:cxn modelId="{F0D16B79-70ED-46A5-8C8C-E13D62226A9D}" type="presParOf" srcId="{D5FA3855-8F23-4FCD-A405-76B9B1F6706C}" destId="{69B2921C-030D-4930-B014-10FD2AAA1BE8}" srcOrd="5" destOrd="0" presId="urn:microsoft.com/office/officeart/2018/2/layout/IconVerticalSolidList"/>
    <dgm:cxn modelId="{FB29941F-B058-40EE-8706-DB5D201F5F19}" type="presParOf" srcId="{D5FA3855-8F23-4FCD-A405-76B9B1F6706C}" destId="{50161A3C-A6CB-460D-8D9E-983ACC7B74EE}" srcOrd="6" destOrd="0" presId="urn:microsoft.com/office/officeart/2018/2/layout/IconVerticalSolidList"/>
    <dgm:cxn modelId="{2DEDCADE-6524-4B57-9907-AE3CF8E71189}" type="presParOf" srcId="{50161A3C-A6CB-460D-8D9E-983ACC7B74EE}" destId="{8E8373B3-99C6-4819-8089-588B4E2C536D}" srcOrd="0" destOrd="0" presId="urn:microsoft.com/office/officeart/2018/2/layout/IconVerticalSolidList"/>
    <dgm:cxn modelId="{2AE90767-D621-46D4-A88E-A10D97DA2CCC}" type="presParOf" srcId="{50161A3C-A6CB-460D-8D9E-983ACC7B74EE}" destId="{C71B44E1-BC94-41BE-93A7-DE80BEC8DB8B}" srcOrd="1" destOrd="0" presId="urn:microsoft.com/office/officeart/2018/2/layout/IconVerticalSolidList"/>
    <dgm:cxn modelId="{0C5B400C-E38B-4641-8318-40A234D010AF}" type="presParOf" srcId="{50161A3C-A6CB-460D-8D9E-983ACC7B74EE}" destId="{003DB527-FE32-4DD3-B4A6-4F7B91FA6CCC}" srcOrd="2" destOrd="0" presId="urn:microsoft.com/office/officeart/2018/2/layout/IconVerticalSolidList"/>
    <dgm:cxn modelId="{BA08B51D-D7C4-422E-A67F-68B9481FD29A}" type="presParOf" srcId="{50161A3C-A6CB-460D-8D9E-983ACC7B74EE}" destId="{CCFFC940-78B8-4734-96FA-3F7CC6929B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66A3B-4857-4575-A0EF-DB6335C4E00C}">
      <dsp:nvSpPr>
        <dsp:cNvPr id="0" name=""/>
        <dsp:cNvSpPr/>
      </dsp:nvSpPr>
      <dsp:spPr>
        <a:xfrm>
          <a:off x="2365068" y="17370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830F17-9EE0-4BB0-950B-0C143A3DFFAE}">
      <dsp:nvSpPr>
        <dsp:cNvPr id="0" name=""/>
        <dsp:cNvSpPr/>
      </dsp:nvSpPr>
      <dsp:spPr>
        <a:xfrm>
          <a:off x="2789193" y="441495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C539D0-991D-4CAA-A12C-B1ABDB3A37D4}">
      <dsp:nvSpPr>
        <dsp:cNvPr id="0" name=""/>
        <dsp:cNvSpPr/>
      </dsp:nvSpPr>
      <dsp:spPr>
        <a:xfrm>
          <a:off x="1728881" y="2627370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2500" kern="1200"/>
            <a:t>Červenka prasat</a:t>
          </a:r>
          <a:endParaRPr lang="en-US" sz="2500" kern="1200"/>
        </a:p>
      </dsp:txBody>
      <dsp:txXfrm>
        <a:off x="1728881" y="2627370"/>
        <a:ext cx="3262500" cy="720000"/>
      </dsp:txXfrm>
    </dsp:sp>
    <dsp:sp modelId="{1538B7A7-19FB-4462-9630-CDC91176F95D}">
      <dsp:nvSpPr>
        <dsp:cNvPr id="0" name=""/>
        <dsp:cNvSpPr/>
      </dsp:nvSpPr>
      <dsp:spPr>
        <a:xfrm>
          <a:off x="6198506" y="17370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DC1D72-8BE0-4EAF-B0B3-E0A6F0720C15}">
      <dsp:nvSpPr>
        <dsp:cNvPr id="0" name=""/>
        <dsp:cNvSpPr/>
      </dsp:nvSpPr>
      <dsp:spPr>
        <a:xfrm>
          <a:off x="6622631" y="441495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387BF-B75A-4C36-8810-3B908FB32531}">
      <dsp:nvSpPr>
        <dsp:cNvPr id="0" name=""/>
        <dsp:cNvSpPr/>
      </dsp:nvSpPr>
      <dsp:spPr>
        <a:xfrm>
          <a:off x="5562318" y="2627370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2500" kern="1200"/>
            <a:t>Aujezskyho choroba</a:t>
          </a:r>
          <a:endParaRPr lang="en-US" sz="2500" kern="1200"/>
        </a:p>
      </dsp:txBody>
      <dsp:txXfrm>
        <a:off x="5562318" y="2627370"/>
        <a:ext cx="3262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94A32-FFD0-4A28-A4C4-BDA073B6AD37}">
      <dsp:nvSpPr>
        <dsp:cNvPr id="0" name=""/>
        <dsp:cNvSpPr/>
      </dsp:nvSpPr>
      <dsp:spPr>
        <a:xfrm>
          <a:off x="0" y="70853"/>
          <a:ext cx="6432988" cy="1653356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5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u="sng" kern="1200"/>
            <a:t>Nejakutnější forma</a:t>
          </a:r>
          <a:r>
            <a:rPr lang="cs-CZ" sz="1900" kern="1200"/>
            <a:t>: prasata hromadně hynou bez zjevných příznaků</a:t>
          </a:r>
          <a:endParaRPr lang="en-US" sz="1900" kern="1200"/>
        </a:p>
      </dsp:txBody>
      <dsp:txXfrm>
        <a:off x="80710" y="151563"/>
        <a:ext cx="6271568" cy="1491936"/>
      </dsp:txXfrm>
    </dsp:sp>
    <dsp:sp modelId="{A33BC655-1B6B-4014-AC43-D4E9731FC995}">
      <dsp:nvSpPr>
        <dsp:cNvPr id="0" name=""/>
        <dsp:cNvSpPr/>
      </dsp:nvSpPr>
      <dsp:spPr>
        <a:xfrm>
          <a:off x="0" y="1778929"/>
          <a:ext cx="6432988" cy="1653356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-1103540"/>
                <a:satOff val="-8358"/>
                <a:lumOff val="-5588"/>
                <a:alphaOff val="0"/>
                <a:tint val="98000"/>
                <a:lumMod val="102000"/>
              </a:schemeClr>
              <a:schemeClr val="accent5">
                <a:hueOff val="-1103540"/>
                <a:satOff val="-8358"/>
                <a:lumOff val="-5588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u="sng" kern="1200" dirty="0"/>
            <a:t>Akutní forma</a:t>
          </a:r>
          <a:r>
            <a:rPr lang="cs-CZ" sz="1900" kern="1200" dirty="0"/>
            <a:t>: malátnost, vysoká horečka (42), zánět spojivek, </a:t>
          </a:r>
          <a:r>
            <a:rPr lang="cs-CZ" sz="1900" kern="1200" dirty="0" err="1"/>
            <a:t>krváceniny</a:t>
          </a:r>
          <a:r>
            <a:rPr lang="cs-CZ" sz="1900" kern="1200" dirty="0"/>
            <a:t> na sliznicích a kůži, nechutenství, zácpa a pak náhlý průjem, neochota k pohybu, dýchací obtíže, křeče, ochrnutí končetin, zmetání, úhyn</a:t>
          </a:r>
          <a:endParaRPr lang="en-US" sz="1900" kern="1200" dirty="0"/>
        </a:p>
      </dsp:txBody>
      <dsp:txXfrm>
        <a:off x="80710" y="1859639"/>
        <a:ext cx="6271568" cy="1491936"/>
      </dsp:txXfrm>
    </dsp:sp>
    <dsp:sp modelId="{71A21C25-535F-4F1C-B48B-F8CC94458C5A}">
      <dsp:nvSpPr>
        <dsp:cNvPr id="0" name=""/>
        <dsp:cNvSpPr/>
      </dsp:nvSpPr>
      <dsp:spPr>
        <a:xfrm>
          <a:off x="0" y="3487006"/>
          <a:ext cx="6432988" cy="1653356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-2207081"/>
                <a:satOff val="-16717"/>
                <a:lumOff val="-11176"/>
                <a:alphaOff val="0"/>
                <a:tint val="98000"/>
                <a:lumMod val="102000"/>
              </a:schemeClr>
              <a:schemeClr val="accent5">
                <a:hueOff val="-2207081"/>
                <a:satOff val="-16717"/>
                <a:lumOff val="-11176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u="sng" kern="1200" dirty="0"/>
            <a:t>Chronická forma</a:t>
          </a:r>
          <a:r>
            <a:rPr lang="cs-CZ" sz="1900" kern="1200" dirty="0"/>
            <a:t>: méně výrazné příznaky, porucha dýchacího a trávicího traktu, vyhublost, v rámci několika týdnů úhyn</a:t>
          </a:r>
          <a:endParaRPr lang="en-US" sz="1900" kern="1200" dirty="0"/>
        </a:p>
      </dsp:txBody>
      <dsp:txXfrm>
        <a:off x="80710" y="3567716"/>
        <a:ext cx="6271568" cy="14919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40709D-BE79-4DC5-B977-6D4BACA2A3CC}">
      <dsp:nvSpPr>
        <dsp:cNvPr id="0" name=""/>
        <dsp:cNvSpPr/>
      </dsp:nvSpPr>
      <dsp:spPr>
        <a:xfrm>
          <a:off x="1288" y="901756"/>
          <a:ext cx="3014606" cy="150730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/>
            <a:t>Většina nakažených prasat do 10 dnů umírá</a:t>
          </a:r>
          <a:endParaRPr lang="en-US" sz="2100" kern="1200"/>
        </a:p>
      </dsp:txBody>
      <dsp:txXfrm>
        <a:off x="45435" y="945903"/>
        <a:ext cx="2926312" cy="1419009"/>
      </dsp:txXfrm>
    </dsp:sp>
    <dsp:sp modelId="{616F8553-6848-4CFE-943F-F27E2747582B}">
      <dsp:nvSpPr>
        <dsp:cNvPr id="0" name=""/>
        <dsp:cNvSpPr/>
      </dsp:nvSpPr>
      <dsp:spPr>
        <a:xfrm>
          <a:off x="3769546" y="901756"/>
          <a:ext cx="3014606" cy="150730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u="sng" kern="1200"/>
            <a:t>Léčba</a:t>
          </a:r>
          <a:r>
            <a:rPr lang="cs-CZ" sz="2100" kern="1200"/>
            <a:t>: neexistuje – nakažená prasata se poráží</a:t>
          </a:r>
          <a:endParaRPr lang="en-US" sz="2100" kern="1200"/>
        </a:p>
      </dsp:txBody>
      <dsp:txXfrm>
        <a:off x="3813693" y="945903"/>
        <a:ext cx="2926312" cy="1419009"/>
      </dsp:txXfrm>
    </dsp:sp>
    <dsp:sp modelId="{65C6A213-F57D-4152-9CCD-DD976E2D982D}">
      <dsp:nvSpPr>
        <dsp:cNvPr id="0" name=""/>
        <dsp:cNvSpPr/>
      </dsp:nvSpPr>
      <dsp:spPr>
        <a:xfrm>
          <a:off x="7537805" y="901756"/>
          <a:ext cx="3014606" cy="15073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u="sng" kern="1200" dirty="0"/>
            <a:t>Prevence</a:t>
          </a:r>
          <a:r>
            <a:rPr lang="cs-CZ" sz="2100" kern="1200" dirty="0"/>
            <a:t>: karanténa dovezených prasat, při podezření rozbor krve</a:t>
          </a:r>
          <a:endParaRPr lang="en-US" sz="2100" kern="1200" dirty="0"/>
        </a:p>
      </dsp:txBody>
      <dsp:txXfrm>
        <a:off x="7581952" y="945903"/>
        <a:ext cx="2926312" cy="14190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0B197D-5DD8-41B9-B551-CF3394834B1F}">
      <dsp:nvSpPr>
        <dsp:cNvPr id="0" name=""/>
        <dsp:cNvSpPr/>
      </dsp:nvSpPr>
      <dsp:spPr>
        <a:xfrm>
          <a:off x="0" y="1945"/>
          <a:ext cx="5906327" cy="985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A92AB-4008-493B-B282-AB8A81D100CB}">
      <dsp:nvSpPr>
        <dsp:cNvPr id="0" name=""/>
        <dsp:cNvSpPr/>
      </dsp:nvSpPr>
      <dsp:spPr>
        <a:xfrm>
          <a:off x="298217" y="223759"/>
          <a:ext cx="542213" cy="5422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F157A-A10B-44EF-BD1F-E8DB900DB48B}">
      <dsp:nvSpPr>
        <dsp:cNvPr id="0" name=""/>
        <dsp:cNvSpPr/>
      </dsp:nvSpPr>
      <dsp:spPr>
        <a:xfrm>
          <a:off x="1138648" y="1945"/>
          <a:ext cx="4767679" cy="98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35" tIns="104335" rIns="104335" bIns="10433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/>
            <a:t>Prudký, akutní průběh</a:t>
          </a:r>
          <a:endParaRPr lang="en-US" sz="1800" kern="1200"/>
        </a:p>
      </dsp:txBody>
      <dsp:txXfrm>
        <a:off x="1138648" y="1945"/>
        <a:ext cx="4767679" cy="985843"/>
      </dsp:txXfrm>
    </dsp:sp>
    <dsp:sp modelId="{D4D440A5-73B2-43EC-94CF-983AFFD69511}">
      <dsp:nvSpPr>
        <dsp:cNvPr id="0" name=""/>
        <dsp:cNvSpPr/>
      </dsp:nvSpPr>
      <dsp:spPr>
        <a:xfrm>
          <a:off x="0" y="1234249"/>
          <a:ext cx="5906327" cy="985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ED3651-B9DB-412C-8DD9-2F6ACD95522D}">
      <dsp:nvSpPr>
        <dsp:cNvPr id="0" name=""/>
        <dsp:cNvSpPr/>
      </dsp:nvSpPr>
      <dsp:spPr>
        <a:xfrm>
          <a:off x="298217" y="1456063"/>
          <a:ext cx="542213" cy="5422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4CD7A-278F-4410-88D9-791791AD2C8B}">
      <dsp:nvSpPr>
        <dsp:cNvPr id="0" name=""/>
        <dsp:cNvSpPr/>
      </dsp:nvSpPr>
      <dsp:spPr>
        <a:xfrm>
          <a:off x="1138648" y="1234249"/>
          <a:ext cx="4767679" cy="98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35" tIns="104335" rIns="104335" bIns="10433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/>
            <a:t>Po 4 denní inkubační době onemocní téměř všechna prasata</a:t>
          </a:r>
          <a:endParaRPr lang="en-US" sz="1800" kern="1200"/>
        </a:p>
      </dsp:txBody>
      <dsp:txXfrm>
        <a:off x="1138648" y="1234249"/>
        <a:ext cx="4767679" cy="985843"/>
      </dsp:txXfrm>
    </dsp:sp>
    <dsp:sp modelId="{E30477D3-D293-43C5-A4D0-5CB619FB3E4A}">
      <dsp:nvSpPr>
        <dsp:cNvPr id="0" name=""/>
        <dsp:cNvSpPr/>
      </dsp:nvSpPr>
      <dsp:spPr>
        <a:xfrm>
          <a:off x="0" y="2466552"/>
          <a:ext cx="5906327" cy="985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1C6C23-CCE4-48E6-8D9E-B4AA15DCD2AC}">
      <dsp:nvSpPr>
        <dsp:cNvPr id="0" name=""/>
        <dsp:cNvSpPr/>
      </dsp:nvSpPr>
      <dsp:spPr>
        <a:xfrm>
          <a:off x="298217" y="2688367"/>
          <a:ext cx="542213" cy="5422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86170-1050-44B1-BDBA-9A8422EE1B10}">
      <dsp:nvSpPr>
        <dsp:cNvPr id="0" name=""/>
        <dsp:cNvSpPr/>
      </dsp:nvSpPr>
      <dsp:spPr>
        <a:xfrm>
          <a:off x="1138648" y="2466552"/>
          <a:ext cx="4767679" cy="98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35" tIns="104335" rIns="104335" bIns="10433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/>
            <a:t>Nechutenství, dýchací obtíže, ležení na hrudníku s roztaženými končetinami, psí posed</a:t>
          </a:r>
          <a:endParaRPr lang="en-US" sz="1800" kern="1200"/>
        </a:p>
      </dsp:txBody>
      <dsp:txXfrm>
        <a:off x="1138648" y="2466552"/>
        <a:ext cx="4767679" cy="985843"/>
      </dsp:txXfrm>
    </dsp:sp>
    <dsp:sp modelId="{8E8373B3-99C6-4819-8089-588B4E2C536D}">
      <dsp:nvSpPr>
        <dsp:cNvPr id="0" name=""/>
        <dsp:cNvSpPr/>
      </dsp:nvSpPr>
      <dsp:spPr>
        <a:xfrm>
          <a:off x="0" y="3698856"/>
          <a:ext cx="5906327" cy="985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B44E1-BC94-41BE-93A7-DE80BEC8DB8B}">
      <dsp:nvSpPr>
        <dsp:cNvPr id="0" name=""/>
        <dsp:cNvSpPr/>
      </dsp:nvSpPr>
      <dsp:spPr>
        <a:xfrm>
          <a:off x="298217" y="3920671"/>
          <a:ext cx="542213" cy="5422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FFC940-78B8-4734-96FA-3F7CC6929B5F}">
      <dsp:nvSpPr>
        <dsp:cNvPr id="0" name=""/>
        <dsp:cNvSpPr/>
      </dsp:nvSpPr>
      <dsp:spPr>
        <a:xfrm>
          <a:off x="1138648" y="3698856"/>
          <a:ext cx="4767679" cy="98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35" tIns="104335" rIns="104335" bIns="10433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/>
            <a:t>Záchvaty kašle, vykašlávání hlenu, teplota (40-41)</a:t>
          </a:r>
          <a:endParaRPr lang="en-US" sz="1800" kern="1200"/>
        </a:p>
      </dsp:txBody>
      <dsp:txXfrm>
        <a:off x="1138648" y="3698856"/>
        <a:ext cx="4767679" cy="985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24AC0-F4F7-4675-9AC9-FBB1588AFA9B}" type="datetimeFigureOut">
              <a:rPr lang="cs-CZ" smtClean="0"/>
              <a:t>19.03.2023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CE214-5EF1-4936-98F7-BEADF5AA8C8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59467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 je původcem červenky prasat?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(bakterie červenky)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Prasata kterého věku jsou nejvíce citlivá na nákazu červenkou?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(3-12 měsíců věku)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Která z probíraných nemocí je přenosná na člověka?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(červenka)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 je hlavním příznakem červenky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 (červené skvrny)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Jakým způsobem se léčí červenka?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(antibiotika (penicilin)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Aujezskyho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chorobě se též říká </a:t>
            </a:r>
            <a:r>
              <a:rPr lang="cs-CZ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pseudovzteklina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víte proč?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(nakažená zvířata mají záchvaty zuřivosti a slintají, stejně jako u vztekliny)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 je původcem </a:t>
            </a:r>
            <a:r>
              <a:rPr lang="cs-CZ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Aujezskyho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choroby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 (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herpesvirus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Jakým způsobem se léčí </a:t>
            </a:r>
            <a:r>
              <a:rPr lang="cs-CZ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Aujezskyho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choroba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 (neléčí se)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CE214-5EF1-4936-98F7-BEADF5AA8C87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0914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Virus moru je odolný vůči nízké teplotě a v mraženém mase vydrží i několik let</a:t>
            </a:r>
          </a:p>
          <a:p>
            <a:r>
              <a:rPr lang="cs-CZ" dirty="0"/>
              <a:t>morbidita = nemocnost – podíl nakažených z celkové populace</a:t>
            </a:r>
          </a:p>
          <a:p>
            <a:r>
              <a:rPr lang="cs-CZ" dirty="0"/>
              <a:t>Akutní průběh = rychlé nakažení, rychlý průběh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/>
              <a:t>K nákaze může vzácněji dojít nosní sliznicí, oční spojivkou nebo porušenou kůží.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dirty="0"/>
              <a:t>Člověk může přenášet nákazu na oděvu a obuvi.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CE214-5EF1-4936-98F7-BEADF5AA8C87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5712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/>
              <a:t>Inkubační doba 3-8 dní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/>
              <a:t>Při podezření na mor se dělá rozbor krve – kriticky nízký počet bílých krvinek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CE214-5EF1-4936-98F7-BEADF5AA8C87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64736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Pokud prase nezemře do 10 dnů, přechází do chronické formy a umírá za několik týdnů, většinou totálně vyhublé</a:t>
            </a:r>
          </a:p>
          <a:p>
            <a:r>
              <a:rPr lang="cs-CZ" dirty="0"/>
              <a:t>Nekrmit prasatům zbytky z kuchyně</a:t>
            </a:r>
          </a:p>
          <a:p>
            <a:r>
              <a:rPr lang="cs-CZ" dirty="0"/>
              <a:t>Mortalita je téměř 100 %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CE214-5EF1-4936-98F7-BEADF5AA8C87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275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Virus není příliš odolný – proto přenos přímým stykem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CE214-5EF1-4936-98F7-BEADF5AA8C87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918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 je zdrojem nákazy moru prasat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 (nakažená prasata, hlodavci, ptáci či ektoparazité)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Jaké jsou příznaky moru prasat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 (malátnost, vysoká horečka (42), zánět spojivek,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krváceniny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na sliznicích a kůži, nechutenství, zácpa a pak náhlý průjem, neochota k pohybu, dýchací obtíže, křeče, ochrnutí končetin, zmetání, úhyn)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 se mor prasat léčí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 (neléčí – prasata se poráží)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Jaký je hlavní rozlišovací znak africké formy moru od klasické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 (zvětšená slezina)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 je původcem chřipky prasat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 (virus)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Jaké jsou příznaky chřipky prasat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 (Nechutenství, dýchací obtíže, ležení na hrudníku s roztaženými končetinami, psí posed, záchvaty kašle, teplota (40-41)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CE214-5EF1-4936-98F7-BEADF5AA8C87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720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3/19/2023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yQ4t1wHl2M&amp;ab_channel=EFSAchanne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97EA66B-2AAB-42B0-9F9D-38920D8D8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329EE05-CE41-1A82-CE0E-8DC4AF1BA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99" y="885433"/>
            <a:ext cx="10261602" cy="3022257"/>
          </a:xfrm>
          <a:effectLst/>
        </p:spPr>
        <p:txBody>
          <a:bodyPr anchor="b">
            <a:normAutofit/>
          </a:bodyPr>
          <a:lstStyle/>
          <a:p>
            <a:pPr algn="ctr"/>
            <a:r>
              <a:rPr lang="cs-CZ" sz="7200">
                <a:solidFill>
                  <a:schemeClr val="tx1"/>
                </a:solidFill>
              </a:rPr>
              <a:t>Nemoci prasat III.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39E3E37-273A-DC49-3D0A-C2E965808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955" y="4033164"/>
            <a:ext cx="8378090" cy="1181206"/>
          </a:xfrm>
          <a:effectLst/>
        </p:spPr>
        <p:txBody>
          <a:bodyPr anchor="t">
            <a:normAutofit/>
          </a:bodyPr>
          <a:lstStyle/>
          <a:p>
            <a:pPr algn="ctr"/>
            <a:r>
              <a:rPr lang="cs-CZ" sz="2000"/>
              <a:t>Veterinářství a plemenářství</a:t>
            </a:r>
          </a:p>
          <a:p>
            <a:pPr algn="ctr"/>
            <a:r>
              <a:rPr lang="cs-CZ" sz="2000"/>
              <a:t>Kamila Bulušková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360EBE3-31BB-422F-AA87-FA3873DAE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0" y="5388384"/>
            <a:ext cx="12192000" cy="1469616"/>
          </a:xfrm>
          <a:custGeom>
            <a:avLst/>
            <a:gdLst>
              <a:gd name="connsiteX0" fmla="*/ 6113881 w 12192000"/>
              <a:gd name="connsiteY0" fmla="*/ 1469616 h 1469616"/>
              <a:gd name="connsiteX1" fmla="*/ 6101181 w 12192000"/>
              <a:gd name="connsiteY1" fmla="*/ 1469616 h 1469616"/>
              <a:gd name="connsiteX2" fmla="*/ 6090598 w 12192000"/>
              <a:gd name="connsiteY2" fmla="*/ 1469616 h 1469616"/>
              <a:gd name="connsiteX3" fmla="*/ 6077897 w 12192000"/>
              <a:gd name="connsiteY3" fmla="*/ 1464854 h 1469616"/>
              <a:gd name="connsiteX4" fmla="*/ 6065198 w 12192000"/>
              <a:gd name="connsiteY4" fmla="*/ 1460091 h 1469616"/>
              <a:gd name="connsiteX5" fmla="*/ 6056731 w 12192000"/>
              <a:gd name="connsiteY5" fmla="*/ 1456916 h 1469616"/>
              <a:gd name="connsiteX6" fmla="*/ 5678033 w 12192000"/>
              <a:gd name="connsiteY6" fmla="*/ 1172892 h 1469616"/>
              <a:gd name="connsiteX7" fmla="*/ 0 w 12192000"/>
              <a:gd name="connsiteY7" fmla="*/ 1172892 h 1469616"/>
              <a:gd name="connsiteX8" fmla="*/ 0 w 12192000"/>
              <a:gd name="connsiteY8" fmla="*/ 1162370 h 1469616"/>
              <a:gd name="connsiteX9" fmla="*/ 0 w 12192000"/>
              <a:gd name="connsiteY9" fmla="*/ 403347 h 1469616"/>
              <a:gd name="connsiteX10" fmla="*/ 0 w 12192000"/>
              <a:gd name="connsiteY10" fmla="*/ 0 h 1469616"/>
              <a:gd name="connsiteX11" fmla="*/ 12192000 w 12192000"/>
              <a:gd name="connsiteY11" fmla="*/ 0 h 1469616"/>
              <a:gd name="connsiteX12" fmla="*/ 12192000 w 12192000"/>
              <a:gd name="connsiteY12" fmla="*/ 403347 h 1469616"/>
              <a:gd name="connsiteX13" fmla="*/ 12192000 w 12192000"/>
              <a:gd name="connsiteY13" fmla="*/ 1162370 h 1469616"/>
              <a:gd name="connsiteX14" fmla="*/ 12192000 w 12192000"/>
              <a:gd name="connsiteY14" fmla="*/ 1172892 h 1469616"/>
              <a:gd name="connsiteX15" fmla="*/ 6524330 w 12192000"/>
              <a:gd name="connsiteY15" fmla="*/ 1172892 h 1469616"/>
              <a:gd name="connsiteX16" fmla="*/ 6145631 w 12192000"/>
              <a:gd name="connsiteY16" fmla="*/ 1456916 h 1469616"/>
              <a:gd name="connsiteX17" fmla="*/ 6137163 w 12192000"/>
              <a:gd name="connsiteY17" fmla="*/ 1460091 h 1469616"/>
              <a:gd name="connsiteX18" fmla="*/ 6124463 w 12192000"/>
              <a:gd name="connsiteY18" fmla="*/ 1464854 h 146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06237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DB5541-D156-4B14-AD5E-D54317AEA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1425B494-7EBC-49BB-B941-CDD9B7042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6367CB7-4832-01F9-CE87-DB59F03A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cs-CZ" dirty="0"/>
              <a:t>Opakování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0C06338F-0AA8-C593-21FA-E7737C5D6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045839"/>
              </p:ext>
            </p:extLst>
          </p:nvPr>
        </p:nvGraphicFramePr>
        <p:xfrm>
          <a:off x="819150" y="2494722"/>
          <a:ext cx="10553700" cy="3364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7980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6="http://schemas.microsoft.com/office/drawing/2014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7EA66B-2AAB-42B0-9F9D-38920D8D8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E21A475-A9B2-A9D1-42ED-CC36297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85433"/>
            <a:ext cx="10261602" cy="302225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>
                <a:solidFill>
                  <a:schemeClr val="tx1"/>
                </a:solidFill>
              </a:rPr>
              <a:t>Mor prasat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360EBE3-31BB-422F-AA87-FA3873DAE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0" y="5388384"/>
            <a:ext cx="12192000" cy="1469616"/>
          </a:xfrm>
          <a:custGeom>
            <a:avLst/>
            <a:gdLst>
              <a:gd name="connsiteX0" fmla="*/ 6113881 w 12192000"/>
              <a:gd name="connsiteY0" fmla="*/ 1469616 h 1469616"/>
              <a:gd name="connsiteX1" fmla="*/ 6101181 w 12192000"/>
              <a:gd name="connsiteY1" fmla="*/ 1469616 h 1469616"/>
              <a:gd name="connsiteX2" fmla="*/ 6090598 w 12192000"/>
              <a:gd name="connsiteY2" fmla="*/ 1469616 h 1469616"/>
              <a:gd name="connsiteX3" fmla="*/ 6077897 w 12192000"/>
              <a:gd name="connsiteY3" fmla="*/ 1464854 h 1469616"/>
              <a:gd name="connsiteX4" fmla="*/ 6065198 w 12192000"/>
              <a:gd name="connsiteY4" fmla="*/ 1460091 h 1469616"/>
              <a:gd name="connsiteX5" fmla="*/ 6056731 w 12192000"/>
              <a:gd name="connsiteY5" fmla="*/ 1456916 h 1469616"/>
              <a:gd name="connsiteX6" fmla="*/ 5678033 w 12192000"/>
              <a:gd name="connsiteY6" fmla="*/ 1172892 h 1469616"/>
              <a:gd name="connsiteX7" fmla="*/ 0 w 12192000"/>
              <a:gd name="connsiteY7" fmla="*/ 1172892 h 1469616"/>
              <a:gd name="connsiteX8" fmla="*/ 0 w 12192000"/>
              <a:gd name="connsiteY8" fmla="*/ 1162370 h 1469616"/>
              <a:gd name="connsiteX9" fmla="*/ 0 w 12192000"/>
              <a:gd name="connsiteY9" fmla="*/ 403347 h 1469616"/>
              <a:gd name="connsiteX10" fmla="*/ 0 w 12192000"/>
              <a:gd name="connsiteY10" fmla="*/ 0 h 1469616"/>
              <a:gd name="connsiteX11" fmla="*/ 12192000 w 12192000"/>
              <a:gd name="connsiteY11" fmla="*/ 0 h 1469616"/>
              <a:gd name="connsiteX12" fmla="*/ 12192000 w 12192000"/>
              <a:gd name="connsiteY12" fmla="*/ 403347 h 1469616"/>
              <a:gd name="connsiteX13" fmla="*/ 12192000 w 12192000"/>
              <a:gd name="connsiteY13" fmla="*/ 1162370 h 1469616"/>
              <a:gd name="connsiteX14" fmla="*/ 12192000 w 12192000"/>
              <a:gd name="connsiteY14" fmla="*/ 1172892 h 1469616"/>
              <a:gd name="connsiteX15" fmla="*/ 6524330 w 12192000"/>
              <a:gd name="connsiteY15" fmla="*/ 1172892 h 1469616"/>
              <a:gd name="connsiteX16" fmla="*/ 6145631 w 12192000"/>
              <a:gd name="connsiteY16" fmla="*/ 1456916 h 1469616"/>
              <a:gd name="connsiteX17" fmla="*/ 6137163 w 12192000"/>
              <a:gd name="connsiteY17" fmla="*/ 1460091 h 1469616"/>
              <a:gd name="connsiteX18" fmla="*/ 6124463 w 12192000"/>
              <a:gd name="connsiteY18" fmla="*/ 1464854 h 146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7727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4134446-CD46-E8D2-2672-A1CA2C7B8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cs-CZ" dirty="0"/>
              <a:t>Mor prasat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247C9B1-C5A9-A0B5-E495-0EEFB91F7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380144"/>
            <a:ext cx="5365218" cy="6380251"/>
          </a:xfrm>
          <a:effectLst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sz="2000" u="sng" dirty="0"/>
              <a:t>Virové onemocnění </a:t>
            </a:r>
            <a:r>
              <a:rPr lang="cs-CZ" sz="2000" dirty="0"/>
              <a:t>(forma evropská a africká)</a:t>
            </a:r>
          </a:p>
          <a:p>
            <a:pPr>
              <a:lnSpc>
                <a:spcPct val="90000"/>
              </a:lnSpc>
            </a:pPr>
            <a:r>
              <a:rPr lang="cs-CZ" sz="2000" dirty="0"/>
              <a:t>Vysoká horečka, vysoká mortalita, morbidita</a:t>
            </a:r>
          </a:p>
          <a:p>
            <a:pPr>
              <a:lnSpc>
                <a:spcPct val="90000"/>
              </a:lnSpc>
            </a:pPr>
            <a:r>
              <a:rPr lang="cs-CZ" sz="2000" dirty="0"/>
              <a:t>Akutní průběh</a:t>
            </a:r>
          </a:p>
          <a:p>
            <a:pPr>
              <a:lnSpc>
                <a:spcPct val="90000"/>
              </a:lnSpc>
            </a:pPr>
            <a:r>
              <a:rPr lang="cs-CZ" sz="2000" dirty="0"/>
              <a:t>Vnímavá k nákaze jsou </a:t>
            </a:r>
            <a:r>
              <a:rPr lang="cs-CZ" sz="2000" u="sng" dirty="0"/>
              <a:t>pouze prasata</a:t>
            </a:r>
          </a:p>
          <a:p>
            <a:pPr>
              <a:lnSpc>
                <a:spcPct val="90000"/>
              </a:lnSpc>
            </a:pPr>
            <a:r>
              <a:rPr lang="cs-CZ" sz="2000" u="sng" dirty="0"/>
              <a:t>Zdroj nákazy</a:t>
            </a:r>
            <a:r>
              <a:rPr lang="cs-CZ" sz="2000" dirty="0"/>
              <a:t>: nemocná prasata a jejich produkty a výměšky, ptáci, drobní hlodavci, ektoparazité</a:t>
            </a:r>
          </a:p>
          <a:p>
            <a:pPr>
              <a:lnSpc>
                <a:spcPct val="90000"/>
              </a:lnSpc>
            </a:pPr>
            <a:r>
              <a:rPr lang="cs-CZ" sz="2000" u="sng" dirty="0"/>
              <a:t>Šíření</a:t>
            </a:r>
            <a:r>
              <a:rPr lang="cs-CZ" sz="2000" dirty="0"/>
              <a:t>: </a:t>
            </a:r>
          </a:p>
          <a:p>
            <a:pPr lvl="1">
              <a:lnSpc>
                <a:spcPct val="90000"/>
              </a:lnSpc>
            </a:pPr>
            <a:r>
              <a:rPr lang="cs-CZ" sz="2000" dirty="0"/>
              <a:t>přímo – styk nakaženého jedince s nenakaženým</a:t>
            </a:r>
          </a:p>
          <a:p>
            <a:pPr lvl="1">
              <a:lnSpc>
                <a:spcPct val="90000"/>
              </a:lnSpc>
            </a:pPr>
            <a:r>
              <a:rPr lang="cs-CZ" sz="2000" dirty="0"/>
              <a:t>nepřímo – kontaminované krmivo, stelivo, voda, předměty</a:t>
            </a:r>
          </a:p>
          <a:p>
            <a:r>
              <a:rPr lang="cs-CZ" sz="2000" dirty="0"/>
              <a:t>K nákaze dojde nejčastěji trávicím ústrojím, někdy pak nosní sliznicí</a:t>
            </a:r>
          </a:p>
        </p:txBody>
      </p:sp>
    </p:spTree>
    <p:extLst>
      <p:ext uri="{BB962C8B-B14F-4D97-AF65-F5344CB8AC3E}">
        <p14:creationId xmlns:p14="http://schemas.microsoft.com/office/powerpoint/2010/main" val="2051625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22B77-FA16-4D4E-BAA6-811C61DB3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6EF34F-3BAD-4CD8-B05E-03BA773A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1050631" y="1050634"/>
            <a:ext cx="6857997" cy="4756735"/>
          </a:xfrm>
          <a:custGeom>
            <a:avLst/>
            <a:gdLst>
              <a:gd name="connsiteX0" fmla="*/ 6857997 w 6857997"/>
              <a:gd name="connsiteY0" fmla="*/ 0 h 4756735"/>
              <a:gd name="connsiteX1" fmla="*/ 6857997 w 6857997"/>
              <a:gd name="connsiteY1" fmla="*/ 4458285 h 4756735"/>
              <a:gd name="connsiteX2" fmla="*/ 4861980 w 6857997"/>
              <a:gd name="connsiteY2" fmla="*/ 4458285 h 4756735"/>
              <a:gd name="connsiteX3" fmla="*/ 4480980 w 6857997"/>
              <a:gd name="connsiteY3" fmla="*/ 4744036 h 4756735"/>
              <a:gd name="connsiteX4" fmla="*/ 4472514 w 6857997"/>
              <a:gd name="connsiteY4" fmla="*/ 4747210 h 4756735"/>
              <a:gd name="connsiteX5" fmla="*/ 4459814 w 6857997"/>
              <a:gd name="connsiteY5" fmla="*/ 4751973 h 4756735"/>
              <a:gd name="connsiteX6" fmla="*/ 4447114 w 6857997"/>
              <a:gd name="connsiteY6" fmla="*/ 4756735 h 4756735"/>
              <a:gd name="connsiteX7" fmla="*/ 4436530 w 6857997"/>
              <a:gd name="connsiteY7" fmla="*/ 4756735 h 4756735"/>
              <a:gd name="connsiteX8" fmla="*/ 4423830 w 6857997"/>
              <a:gd name="connsiteY8" fmla="*/ 4756735 h 4756735"/>
              <a:gd name="connsiteX9" fmla="*/ 4413247 w 6857997"/>
              <a:gd name="connsiteY9" fmla="*/ 4751973 h 4756735"/>
              <a:gd name="connsiteX10" fmla="*/ 4400547 w 6857997"/>
              <a:gd name="connsiteY10" fmla="*/ 4747210 h 4756735"/>
              <a:gd name="connsiteX11" fmla="*/ 4392080 w 6857997"/>
              <a:gd name="connsiteY11" fmla="*/ 4744036 h 4756735"/>
              <a:gd name="connsiteX12" fmla="*/ 4011080 w 6857997"/>
              <a:gd name="connsiteY12" fmla="*/ 4458285 h 4756735"/>
              <a:gd name="connsiteX13" fmla="*/ 0 w 6857997"/>
              <a:gd name="connsiteY13" fmla="*/ 4458285 h 4756735"/>
              <a:gd name="connsiteX14" fmla="*/ 1 w 6857997"/>
              <a:gd name="connsiteY14" fmla="*/ 0 h 4756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857997" h="4756735">
                <a:moveTo>
                  <a:pt x="6857997" y="0"/>
                </a:moveTo>
                <a:lnTo>
                  <a:pt x="6857997" y="4458285"/>
                </a:lnTo>
                <a:lnTo>
                  <a:pt x="4861980" y="4458285"/>
                </a:lnTo>
                <a:lnTo>
                  <a:pt x="4480980" y="4744036"/>
                </a:lnTo>
                <a:lnTo>
                  <a:pt x="4472514" y="4747210"/>
                </a:lnTo>
                <a:lnTo>
                  <a:pt x="4459814" y="4751973"/>
                </a:lnTo>
                <a:lnTo>
                  <a:pt x="4447114" y="4756735"/>
                </a:lnTo>
                <a:lnTo>
                  <a:pt x="4436530" y="4756735"/>
                </a:lnTo>
                <a:lnTo>
                  <a:pt x="4423830" y="4756735"/>
                </a:lnTo>
                <a:lnTo>
                  <a:pt x="4413247" y="4751973"/>
                </a:lnTo>
                <a:lnTo>
                  <a:pt x="4400547" y="4747210"/>
                </a:lnTo>
                <a:lnTo>
                  <a:pt x="4392080" y="4744036"/>
                </a:lnTo>
                <a:lnTo>
                  <a:pt x="4011080" y="4458285"/>
                </a:lnTo>
                <a:lnTo>
                  <a:pt x="0" y="445828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8D09DFA-34B6-B804-E7B9-1D1D399E0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54" y="1918252"/>
            <a:ext cx="3365439" cy="3997635"/>
          </a:xfrm>
        </p:spPr>
        <p:txBody>
          <a:bodyPr anchor="t">
            <a:normAutofit/>
          </a:bodyPr>
          <a:lstStyle/>
          <a:p>
            <a:r>
              <a:rPr lang="cs-CZ" sz="4400"/>
              <a:t>Mor prasat - příznaky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C2B27F08-F5C8-6611-27CD-7B0B5373A7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085042"/>
              </p:ext>
            </p:extLst>
          </p:nvPr>
        </p:nvGraphicFramePr>
        <p:xfrm>
          <a:off x="5265683" y="987973"/>
          <a:ext cx="6432988" cy="5211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355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1F7FF7-34C8-9067-705E-9C9B5F2A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cs-CZ" sz="3700"/>
              <a:t>Mor prasat – východisko, léčba, prevence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9D8722A9-AC44-F5F7-52B8-EFA603FD3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9364557"/>
              </p:ext>
            </p:extLst>
          </p:nvPr>
        </p:nvGraphicFramePr>
        <p:xfrm>
          <a:off x="819150" y="2548647"/>
          <a:ext cx="10553700" cy="3310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ovéPole 5">
            <a:extLst>
              <a:ext uri="{FF2B5EF4-FFF2-40B4-BE49-F238E27FC236}">
                <a16:creationId xmlns:a16="http://schemas.microsoft.com/office/drawing/2014/main" id="{59DFA673-114B-40E0-6AF1-608A5E2F27A3}"/>
              </a:ext>
            </a:extLst>
          </p:cNvPr>
          <p:cNvSpPr txBox="1"/>
          <p:nvPr/>
        </p:nvSpPr>
        <p:spPr>
          <a:xfrm>
            <a:off x="1818526" y="5644019"/>
            <a:ext cx="90412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200" b="1" dirty="0">
                <a:solidFill>
                  <a:schemeClr val="bg1"/>
                </a:solidFill>
              </a:rPr>
              <a:t>Česká republika je od roku 2016 prostá klasického moru prasat.</a:t>
            </a:r>
          </a:p>
        </p:txBody>
      </p:sp>
    </p:spTree>
    <p:extLst>
      <p:ext uri="{BB962C8B-B14F-4D97-AF65-F5344CB8AC3E}">
        <p14:creationId xmlns:p14="http://schemas.microsoft.com/office/powerpoint/2010/main" val="2260253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>
            <a:extLst>
              <a:ext uri="{FF2B5EF4-FFF2-40B4-BE49-F238E27FC236}">
                <a16:creationId xmlns:a16="http://schemas.microsoft.com/office/drawing/2014/main" id="{732012F0-A79F-4166-AAFD-796C07F49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886" y="-3175"/>
            <a:ext cx="12192000" cy="6229804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solidFill>
            <a:srgbClr val="FFFFFF"/>
          </a:solidFill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A3A8E78-8AEB-3F06-0F84-691416585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09" y="321733"/>
            <a:ext cx="7579781" cy="523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44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7EA66B-2AAB-42B0-9F9D-38920D8D8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E21A475-A9B2-A9D1-42ED-CC36297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85433"/>
            <a:ext cx="10261602" cy="302225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cs-CZ" sz="7200" dirty="0">
                <a:solidFill>
                  <a:schemeClr val="tx1"/>
                </a:solidFill>
              </a:rPr>
              <a:t>Africký m</a:t>
            </a:r>
            <a:r>
              <a:rPr lang="en-US" sz="7200" dirty="0">
                <a:solidFill>
                  <a:schemeClr val="tx1"/>
                </a:solidFill>
              </a:rPr>
              <a:t>or </a:t>
            </a:r>
            <a:r>
              <a:rPr lang="en-US" sz="7200" dirty="0" err="1">
                <a:solidFill>
                  <a:schemeClr val="tx1"/>
                </a:solidFill>
              </a:rPr>
              <a:t>prasat</a:t>
            </a:r>
            <a:endParaRPr lang="en-US" sz="7200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360EBE3-31BB-422F-AA87-FA3873DAE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0" y="5388384"/>
            <a:ext cx="12192000" cy="1469616"/>
          </a:xfrm>
          <a:custGeom>
            <a:avLst/>
            <a:gdLst>
              <a:gd name="connsiteX0" fmla="*/ 6113881 w 12192000"/>
              <a:gd name="connsiteY0" fmla="*/ 1469616 h 1469616"/>
              <a:gd name="connsiteX1" fmla="*/ 6101181 w 12192000"/>
              <a:gd name="connsiteY1" fmla="*/ 1469616 h 1469616"/>
              <a:gd name="connsiteX2" fmla="*/ 6090598 w 12192000"/>
              <a:gd name="connsiteY2" fmla="*/ 1469616 h 1469616"/>
              <a:gd name="connsiteX3" fmla="*/ 6077897 w 12192000"/>
              <a:gd name="connsiteY3" fmla="*/ 1464854 h 1469616"/>
              <a:gd name="connsiteX4" fmla="*/ 6065198 w 12192000"/>
              <a:gd name="connsiteY4" fmla="*/ 1460091 h 1469616"/>
              <a:gd name="connsiteX5" fmla="*/ 6056731 w 12192000"/>
              <a:gd name="connsiteY5" fmla="*/ 1456916 h 1469616"/>
              <a:gd name="connsiteX6" fmla="*/ 5678033 w 12192000"/>
              <a:gd name="connsiteY6" fmla="*/ 1172892 h 1469616"/>
              <a:gd name="connsiteX7" fmla="*/ 0 w 12192000"/>
              <a:gd name="connsiteY7" fmla="*/ 1172892 h 1469616"/>
              <a:gd name="connsiteX8" fmla="*/ 0 w 12192000"/>
              <a:gd name="connsiteY8" fmla="*/ 1162370 h 1469616"/>
              <a:gd name="connsiteX9" fmla="*/ 0 w 12192000"/>
              <a:gd name="connsiteY9" fmla="*/ 403347 h 1469616"/>
              <a:gd name="connsiteX10" fmla="*/ 0 w 12192000"/>
              <a:gd name="connsiteY10" fmla="*/ 0 h 1469616"/>
              <a:gd name="connsiteX11" fmla="*/ 12192000 w 12192000"/>
              <a:gd name="connsiteY11" fmla="*/ 0 h 1469616"/>
              <a:gd name="connsiteX12" fmla="*/ 12192000 w 12192000"/>
              <a:gd name="connsiteY12" fmla="*/ 403347 h 1469616"/>
              <a:gd name="connsiteX13" fmla="*/ 12192000 w 12192000"/>
              <a:gd name="connsiteY13" fmla="*/ 1162370 h 1469616"/>
              <a:gd name="connsiteX14" fmla="*/ 12192000 w 12192000"/>
              <a:gd name="connsiteY14" fmla="*/ 1172892 h 1469616"/>
              <a:gd name="connsiteX15" fmla="*/ 6524330 w 12192000"/>
              <a:gd name="connsiteY15" fmla="*/ 1172892 h 1469616"/>
              <a:gd name="connsiteX16" fmla="*/ 6145631 w 12192000"/>
              <a:gd name="connsiteY16" fmla="*/ 1456916 h 1469616"/>
              <a:gd name="connsiteX17" fmla="*/ 6137163 w 12192000"/>
              <a:gd name="connsiteY17" fmla="*/ 1460091 h 1469616"/>
              <a:gd name="connsiteX18" fmla="*/ 6124463 w 12192000"/>
              <a:gd name="connsiteY18" fmla="*/ 1464854 h 146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64273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4C55DEE-E58A-4682-A8DC-2CF05013A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cs-CZ" dirty="0"/>
              <a:t>Africký mor prasat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311292-89E8-F647-5552-9169D85CE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 lnSpcReduction="10000"/>
          </a:bodyPr>
          <a:lstStyle/>
          <a:p>
            <a:r>
              <a:rPr lang="cs-CZ" sz="2000" dirty="0"/>
              <a:t>Původní výskyt u divoce žijících prasat </a:t>
            </a:r>
            <a:r>
              <a:rPr lang="cs-CZ" sz="2000" dirty="0" err="1"/>
              <a:t>savanových</a:t>
            </a:r>
            <a:r>
              <a:rPr lang="cs-CZ" sz="2000" dirty="0"/>
              <a:t> a bradavičnatých v subsaharské Africe</a:t>
            </a:r>
          </a:p>
          <a:p>
            <a:r>
              <a:rPr lang="cs-CZ" sz="2000" dirty="0"/>
              <a:t>V Africe je nejčastějším přenašečem ektoparazit divoce žijících prasat – klíšťák</a:t>
            </a:r>
          </a:p>
          <a:p>
            <a:r>
              <a:rPr lang="cs-CZ" sz="2000" dirty="0"/>
              <a:t>Nemoc byla v roce 2007 zavlečena do Evropy</a:t>
            </a:r>
          </a:p>
          <a:p>
            <a:r>
              <a:rPr lang="cs-CZ" sz="2000" dirty="0"/>
              <a:t>Příznaky velmi podobné klasickému moru prasat – oproti klasickému moru se u afrického objevuje u nakažených prasat výrazně </a:t>
            </a:r>
            <a:r>
              <a:rPr lang="cs-CZ" sz="2000" u="sng" dirty="0"/>
              <a:t>zvětšená slezina</a:t>
            </a:r>
          </a:p>
          <a:p>
            <a:r>
              <a:rPr lang="cs-CZ" sz="2000" u="sng" dirty="0"/>
              <a:t>Ze států, kde byl africký mor prokázán se nesmí dovážet ani živá prasata ani maso.</a:t>
            </a:r>
          </a:p>
        </p:txBody>
      </p:sp>
    </p:spTree>
    <p:extLst>
      <p:ext uri="{BB962C8B-B14F-4D97-AF65-F5344CB8AC3E}">
        <p14:creationId xmlns:p14="http://schemas.microsoft.com/office/powerpoint/2010/main" val="2041200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0B2BC1E-03A9-BA22-B975-4C2D5E4DF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cs-CZ" dirty="0"/>
              <a:t>Africký mor prasat – výskyt v ČR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10B3D5-9381-8C73-7EA9-2A67FDDE2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sz="1600"/>
              <a:t>V létě roku 2017 případ výskytu u divokých prasat – Zlínský okres</a:t>
            </a:r>
          </a:p>
          <a:p>
            <a:pPr>
              <a:lnSpc>
                <a:spcPct val="90000"/>
              </a:lnSpc>
            </a:pPr>
            <a:r>
              <a:rPr lang="cs-CZ" sz="1600"/>
              <a:t>Veterinární správa nechala oblast ohradit pachovým ohradníkem (o délce cca 45 km) a podařilo se nákazu udržet jen ve zmiňované oblasti.</a:t>
            </a:r>
          </a:p>
          <a:p>
            <a:pPr>
              <a:lnSpc>
                <a:spcPct val="90000"/>
              </a:lnSpc>
            </a:pPr>
            <a:endParaRPr lang="cs-CZ" sz="1600"/>
          </a:p>
          <a:p>
            <a:pPr>
              <a:lnSpc>
                <a:spcPct val="90000"/>
              </a:lnSpc>
            </a:pPr>
            <a:r>
              <a:rPr lang="cs-CZ" sz="1600" b="1"/>
              <a:t>AKTUÁLNÍ SITUACE</a:t>
            </a:r>
          </a:p>
          <a:p>
            <a:pPr lvl="1">
              <a:lnSpc>
                <a:spcPct val="90000"/>
              </a:lnSpc>
            </a:pPr>
            <a:r>
              <a:rPr lang="cs-CZ"/>
              <a:t>V prosinci 2022 byl potvrzen výskyt u uhynulého selete divokého prasete na Frýdlantsku (Liberecký kraj)</a:t>
            </a:r>
          </a:p>
          <a:p>
            <a:pPr lvl="1">
              <a:lnSpc>
                <a:spcPct val="90000"/>
              </a:lnSpc>
            </a:pPr>
            <a:r>
              <a:rPr lang="cs-CZ"/>
              <a:t>Do dnešního dne bylo potvrzeno 6 případů nakažených divokých prasat, všechny ve zmiňované oblasti Frýdlantska, která byla „uzavřena“</a:t>
            </a:r>
          </a:p>
          <a:p>
            <a:pPr lvl="1">
              <a:lnSpc>
                <a:spcPct val="90000"/>
              </a:lnSpc>
            </a:pPr>
            <a:r>
              <a:rPr lang="cs-CZ"/>
              <a:t>V chovech domácích prasat se nákaza prozatím neprokázala, je však nutné důsledně dodržovat zoohygienická opatření!</a:t>
            </a:r>
          </a:p>
          <a:p>
            <a:pPr lvl="1">
              <a:lnSpc>
                <a:spcPct val="90000"/>
              </a:lnSpc>
            </a:pPr>
            <a:endParaRPr lang="cs-CZ"/>
          </a:p>
          <a:p>
            <a:pPr lvl="1">
              <a:lnSpc>
                <a:spcPct val="90000"/>
              </a:lnSpc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4834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6="http://schemas.microsoft.com/office/drawing/2014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7EA66B-2AAB-42B0-9F9D-38920D8D8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C2FAAC6-ADC3-CF83-1D0D-FDCE95ADC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85433"/>
            <a:ext cx="10261602" cy="302225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 err="1">
                <a:solidFill>
                  <a:schemeClr val="tx1"/>
                </a:solidFill>
              </a:rPr>
              <a:t>Africký</a:t>
            </a:r>
            <a:r>
              <a:rPr lang="en-US" sz="7200" dirty="0">
                <a:solidFill>
                  <a:schemeClr val="tx1"/>
                </a:solidFill>
              </a:rPr>
              <a:t> mor </a:t>
            </a:r>
            <a:r>
              <a:rPr lang="en-US" sz="7200" dirty="0" err="1">
                <a:solidFill>
                  <a:schemeClr val="tx1"/>
                </a:solidFill>
              </a:rPr>
              <a:t>prasat</a:t>
            </a:r>
            <a:r>
              <a:rPr lang="cs-CZ" sz="7200" dirty="0">
                <a:solidFill>
                  <a:schemeClr val="tx1"/>
                </a:solidFill>
              </a:rPr>
              <a:t> - opatření</a:t>
            </a:r>
            <a:endParaRPr lang="en-US" sz="7200" dirty="0">
              <a:solidFill>
                <a:schemeClr val="tx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7673150-5B47-EDF0-3CB8-941E76FE5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6955" y="4033164"/>
            <a:ext cx="8378090" cy="1181206"/>
          </a:xfrm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>
                <a:hlinkClick r:id="rId2"/>
              </a:rPr>
              <a:t>https://www.youtube.com/watch?v=eyQ4t1wHl2M&amp;ab_channel=EFSAchannel</a:t>
            </a:r>
            <a:r>
              <a:rPr lang="en-US" sz="2000"/>
              <a:t>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360EBE3-31BB-422F-AA87-FA3873DAE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0" y="5388384"/>
            <a:ext cx="12192000" cy="1469616"/>
          </a:xfrm>
          <a:custGeom>
            <a:avLst/>
            <a:gdLst>
              <a:gd name="connsiteX0" fmla="*/ 6113881 w 12192000"/>
              <a:gd name="connsiteY0" fmla="*/ 1469616 h 1469616"/>
              <a:gd name="connsiteX1" fmla="*/ 6101181 w 12192000"/>
              <a:gd name="connsiteY1" fmla="*/ 1469616 h 1469616"/>
              <a:gd name="connsiteX2" fmla="*/ 6090598 w 12192000"/>
              <a:gd name="connsiteY2" fmla="*/ 1469616 h 1469616"/>
              <a:gd name="connsiteX3" fmla="*/ 6077897 w 12192000"/>
              <a:gd name="connsiteY3" fmla="*/ 1464854 h 1469616"/>
              <a:gd name="connsiteX4" fmla="*/ 6065198 w 12192000"/>
              <a:gd name="connsiteY4" fmla="*/ 1460091 h 1469616"/>
              <a:gd name="connsiteX5" fmla="*/ 6056731 w 12192000"/>
              <a:gd name="connsiteY5" fmla="*/ 1456916 h 1469616"/>
              <a:gd name="connsiteX6" fmla="*/ 5678033 w 12192000"/>
              <a:gd name="connsiteY6" fmla="*/ 1172892 h 1469616"/>
              <a:gd name="connsiteX7" fmla="*/ 0 w 12192000"/>
              <a:gd name="connsiteY7" fmla="*/ 1172892 h 1469616"/>
              <a:gd name="connsiteX8" fmla="*/ 0 w 12192000"/>
              <a:gd name="connsiteY8" fmla="*/ 1162370 h 1469616"/>
              <a:gd name="connsiteX9" fmla="*/ 0 w 12192000"/>
              <a:gd name="connsiteY9" fmla="*/ 403347 h 1469616"/>
              <a:gd name="connsiteX10" fmla="*/ 0 w 12192000"/>
              <a:gd name="connsiteY10" fmla="*/ 0 h 1469616"/>
              <a:gd name="connsiteX11" fmla="*/ 12192000 w 12192000"/>
              <a:gd name="connsiteY11" fmla="*/ 0 h 1469616"/>
              <a:gd name="connsiteX12" fmla="*/ 12192000 w 12192000"/>
              <a:gd name="connsiteY12" fmla="*/ 403347 h 1469616"/>
              <a:gd name="connsiteX13" fmla="*/ 12192000 w 12192000"/>
              <a:gd name="connsiteY13" fmla="*/ 1162370 h 1469616"/>
              <a:gd name="connsiteX14" fmla="*/ 12192000 w 12192000"/>
              <a:gd name="connsiteY14" fmla="*/ 1172892 h 1469616"/>
              <a:gd name="connsiteX15" fmla="*/ 6524330 w 12192000"/>
              <a:gd name="connsiteY15" fmla="*/ 1172892 h 1469616"/>
              <a:gd name="connsiteX16" fmla="*/ 6145631 w 12192000"/>
              <a:gd name="connsiteY16" fmla="*/ 1456916 h 1469616"/>
              <a:gd name="connsiteX17" fmla="*/ 6137163 w 12192000"/>
              <a:gd name="connsiteY17" fmla="*/ 1460091 h 1469616"/>
              <a:gd name="connsiteX18" fmla="*/ 6124463 w 12192000"/>
              <a:gd name="connsiteY18" fmla="*/ 1464854 h 146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61490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6="http://schemas.microsoft.com/office/drawing/2014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7EA66B-2AAB-42B0-9F9D-38920D8D8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E21A475-A9B2-A9D1-42ED-CC36297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85433"/>
            <a:ext cx="10261602" cy="302225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cs-CZ" sz="7200" dirty="0">
                <a:solidFill>
                  <a:schemeClr val="tx1"/>
                </a:solidFill>
              </a:rPr>
              <a:t>Chřipka prasat</a:t>
            </a:r>
            <a:endParaRPr lang="en-US" sz="7200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360EBE3-31BB-422F-AA87-FA3873DAE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0" y="5388384"/>
            <a:ext cx="12192000" cy="1469616"/>
          </a:xfrm>
          <a:custGeom>
            <a:avLst/>
            <a:gdLst>
              <a:gd name="connsiteX0" fmla="*/ 6113881 w 12192000"/>
              <a:gd name="connsiteY0" fmla="*/ 1469616 h 1469616"/>
              <a:gd name="connsiteX1" fmla="*/ 6101181 w 12192000"/>
              <a:gd name="connsiteY1" fmla="*/ 1469616 h 1469616"/>
              <a:gd name="connsiteX2" fmla="*/ 6090598 w 12192000"/>
              <a:gd name="connsiteY2" fmla="*/ 1469616 h 1469616"/>
              <a:gd name="connsiteX3" fmla="*/ 6077897 w 12192000"/>
              <a:gd name="connsiteY3" fmla="*/ 1464854 h 1469616"/>
              <a:gd name="connsiteX4" fmla="*/ 6065198 w 12192000"/>
              <a:gd name="connsiteY4" fmla="*/ 1460091 h 1469616"/>
              <a:gd name="connsiteX5" fmla="*/ 6056731 w 12192000"/>
              <a:gd name="connsiteY5" fmla="*/ 1456916 h 1469616"/>
              <a:gd name="connsiteX6" fmla="*/ 5678033 w 12192000"/>
              <a:gd name="connsiteY6" fmla="*/ 1172892 h 1469616"/>
              <a:gd name="connsiteX7" fmla="*/ 0 w 12192000"/>
              <a:gd name="connsiteY7" fmla="*/ 1172892 h 1469616"/>
              <a:gd name="connsiteX8" fmla="*/ 0 w 12192000"/>
              <a:gd name="connsiteY8" fmla="*/ 1162370 h 1469616"/>
              <a:gd name="connsiteX9" fmla="*/ 0 w 12192000"/>
              <a:gd name="connsiteY9" fmla="*/ 403347 h 1469616"/>
              <a:gd name="connsiteX10" fmla="*/ 0 w 12192000"/>
              <a:gd name="connsiteY10" fmla="*/ 0 h 1469616"/>
              <a:gd name="connsiteX11" fmla="*/ 12192000 w 12192000"/>
              <a:gd name="connsiteY11" fmla="*/ 0 h 1469616"/>
              <a:gd name="connsiteX12" fmla="*/ 12192000 w 12192000"/>
              <a:gd name="connsiteY12" fmla="*/ 403347 h 1469616"/>
              <a:gd name="connsiteX13" fmla="*/ 12192000 w 12192000"/>
              <a:gd name="connsiteY13" fmla="*/ 1162370 h 1469616"/>
              <a:gd name="connsiteX14" fmla="*/ 12192000 w 12192000"/>
              <a:gd name="connsiteY14" fmla="*/ 1172892 h 1469616"/>
              <a:gd name="connsiteX15" fmla="*/ 6524330 w 12192000"/>
              <a:gd name="connsiteY15" fmla="*/ 1172892 h 1469616"/>
              <a:gd name="connsiteX16" fmla="*/ 6145631 w 12192000"/>
              <a:gd name="connsiteY16" fmla="*/ 1456916 h 1469616"/>
              <a:gd name="connsiteX17" fmla="*/ 6137163 w 12192000"/>
              <a:gd name="connsiteY17" fmla="*/ 1460091 h 1469616"/>
              <a:gd name="connsiteX18" fmla="*/ 6124463 w 12192000"/>
              <a:gd name="connsiteY18" fmla="*/ 1464854 h 146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648720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2BA4832-B3C6-D1E4-DB26-A49DC5EFC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cs-CZ" dirty="0"/>
              <a:t>Chřipka prasat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D435C7-7BF0-342D-62A5-A4268EAAE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cs-CZ" sz="2000" u="sng" dirty="0"/>
              <a:t>virus chřipky</a:t>
            </a:r>
          </a:p>
          <a:p>
            <a:pPr>
              <a:lnSpc>
                <a:spcPct val="90000"/>
              </a:lnSpc>
            </a:pPr>
            <a:r>
              <a:rPr lang="cs-CZ" sz="2000" b="1" dirty="0"/>
              <a:t>Zoonóza – přenosná na člověka</a:t>
            </a:r>
          </a:p>
          <a:p>
            <a:pPr>
              <a:lnSpc>
                <a:spcPct val="90000"/>
              </a:lnSpc>
            </a:pPr>
            <a:r>
              <a:rPr lang="cs-CZ" sz="2000" dirty="0"/>
              <a:t>K nákaze dochází převážně aerobní formou – kapénkami</a:t>
            </a:r>
          </a:p>
          <a:p>
            <a:pPr>
              <a:lnSpc>
                <a:spcPct val="90000"/>
              </a:lnSpc>
            </a:pPr>
            <a:r>
              <a:rPr lang="cs-CZ" sz="2000" dirty="0"/>
              <a:t>Virus se dále množí v plicích nakaženého prasete</a:t>
            </a:r>
          </a:p>
          <a:p>
            <a:pPr>
              <a:lnSpc>
                <a:spcPct val="90000"/>
              </a:lnSpc>
            </a:pPr>
            <a:r>
              <a:rPr lang="cs-CZ" sz="2000" dirty="0"/>
              <a:t>Zdrojem nákazy jsou nemocná kašlající prasata – ve většině případů přímým stykem se zdravým prasetem</a:t>
            </a:r>
          </a:p>
          <a:p>
            <a:pPr>
              <a:lnSpc>
                <a:spcPct val="90000"/>
              </a:lnSpc>
            </a:pPr>
            <a:r>
              <a:rPr lang="cs-CZ" sz="2000" dirty="0"/>
              <a:t>Nákaza je do chovu zavlečena většinou nákupem nakažených jedinců</a:t>
            </a:r>
          </a:p>
          <a:p>
            <a:pPr>
              <a:lnSpc>
                <a:spcPct val="90000"/>
              </a:lnSpc>
            </a:pPr>
            <a:r>
              <a:rPr lang="cs-CZ" sz="2000" dirty="0"/>
              <a:t>Nejvíce se nemoc šíří v zimních a jarních měsících (období hromadných porodů)</a:t>
            </a:r>
          </a:p>
        </p:txBody>
      </p:sp>
    </p:spTree>
    <p:extLst>
      <p:ext uri="{BB962C8B-B14F-4D97-AF65-F5344CB8AC3E}">
        <p14:creationId xmlns:p14="http://schemas.microsoft.com/office/powerpoint/2010/main" val="4294767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8712DCF-F682-0819-2947-66956677C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1741714"/>
            <a:ext cx="3518452" cy="4117749"/>
          </a:xfrm>
        </p:spPr>
        <p:txBody>
          <a:bodyPr anchor="t">
            <a:normAutofit/>
          </a:bodyPr>
          <a:lstStyle/>
          <a:p>
            <a:r>
              <a:rPr lang="cs-CZ" dirty="0"/>
              <a:t>Chřipka prasat - příznaky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C0FD7506-48F4-017E-34FA-0ECD11ECE8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6881764"/>
              </p:ext>
            </p:extLst>
          </p:nvPr>
        </p:nvGraphicFramePr>
        <p:xfrm>
          <a:off x="5466523" y="1172818"/>
          <a:ext cx="5906328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5294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65124E9-31D6-23DC-7266-AA1F6F8A2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cs-CZ"/>
              <a:t>Chřipka prasat – východiska, léčba, prevence</a:t>
            </a:r>
            <a:endParaRPr lang="cs-CZ" dirty="0"/>
          </a:p>
        </p:txBody>
      </p: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0FCAA2FB-8582-E2F5-B392-78D73CA8F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/>
          </a:bodyPr>
          <a:lstStyle/>
          <a:p>
            <a:r>
              <a:rPr lang="cs-CZ" sz="2000" dirty="0"/>
              <a:t>Prasata se při nekomplikovaném průběhu nemoci vyléčí</a:t>
            </a:r>
          </a:p>
          <a:p>
            <a:r>
              <a:rPr lang="cs-CZ" sz="2000" dirty="0"/>
              <a:t>Vysoká nemocnost (morbidita), nízká mortalita</a:t>
            </a:r>
          </a:p>
          <a:p>
            <a:r>
              <a:rPr lang="cs-CZ" sz="2000" u="sng" dirty="0"/>
              <a:t>Léčba</a:t>
            </a:r>
            <a:r>
              <a:rPr lang="cs-CZ" sz="2000" dirty="0"/>
              <a:t>: v těžších případech širokospektrá antibiotika</a:t>
            </a:r>
          </a:p>
          <a:p>
            <a:r>
              <a:rPr lang="cs-CZ" sz="2000" u="sng" dirty="0"/>
              <a:t>Prevence</a:t>
            </a:r>
            <a:r>
              <a:rPr lang="cs-CZ" sz="2000" dirty="0"/>
              <a:t>: Správně nastavená krmná dávka, důsledná zoohygiena, karanténa nakoupených zvířat</a:t>
            </a:r>
          </a:p>
        </p:txBody>
      </p:sp>
    </p:spTree>
    <p:extLst>
      <p:ext uri="{BB962C8B-B14F-4D97-AF65-F5344CB8AC3E}">
        <p14:creationId xmlns:p14="http://schemas.microsoft.com/office/powerpoint/2010/main" val="342034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Freeform 6">
            <a:extLst>
              <a:ext uri="{FF2B5EF4-FFF2-40B4-BE49-F238E27FC236}">
                <a16:creationId xmlns:a16="http://schemas.microsoft.com/office/drawing/2014/main" id="{A14CE2B0-0F0F-433D-8ED6-770921C98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050" name="Picture 2" descr="NATUPIG pro selata – zdravý střevní trakt, potenciál pro vysokou užitkovost  zvířat">
            <a:extLst>
              <a:ext uri="{FF2B5EF4-FFF2-40B4-BE49-F238E27FC236}">
                <a16:creationId xmlns:a16="http://schemas.microsoft.com/office/drawing/2014/main" id="{6181140F-DC17-6068-CCB2-3A46B9F32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18946" b="12873"/>
          <a:stretch/>
        </p:blipFill>
        <p:spPr bwMode="auto">
          <a:xfrm>
            <a:off x="20" y="10"/>
            <a:ext cx="12191980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Freeform 6">
            <a:extLst>
              <a:ext uri="{FF2B5EF4-FFF2-40B4-BE49-F238E27FC236}">
                <a16:creationId xmlns:a16="http://schemas.microsoft.com/office/drawing/2014/main" id="{69940863-4978-4847-B7D1-069195BAB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06897" y="29356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DD2DABF-5ECE-B66E-CAFE-AC8676411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3467" y="3251199"/>
            <a:ext cx="5706533" cy="19479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Opakování</a:t>
            </a:r>
          </a:p>
        </p:txBody>
      </p:sp>
    </p:spTree>
    <p:extLst>
      <p:ext uri="{BB962C8B-B14F-4D97-AF65-F5344CB8AC3E}">
        <p14:creationId xmlns:p14="http://schemas.microsoft.com/office/powerpoint/2010/main" val="4056044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áty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TM03457503[[fn=Citáty]]</Template>
  <TotalTime>733</TotalTime>
  <Words>906</Words>
  <Application>Microsoft Office PowerPoint</Application>
  <PresentationFormat>Širokoúhlá obrazovka</PresentationFormat>
  <Paragraphs>94</Paragraphs>
  <Slides>16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1" baseType="lpstr">
      <vt:lpstr>Calibri</vt:lpstr>
      <vt:lpstr>Century Gothic</vt:lpstr>
      <vt:lpstr>Times New Roman</vt:lpstr>
      <vt:lpstr>Wingdings 2</vt:lpstr>
      <vt:lpstr>Citáty</vt:lpstr>
      <vt:lpstr>Nemoci prasat III.</vt:lpstr>
      <vt:lpstr>Opakování</vt:lpstr>
      <vt:lpstr>Mor prasat</vt:lpstr>
      <vt:lpstr>Mor prasat</vt:lpstr>
      <vt:lpstr>Mor prasat - příznaky</vt:lpstr>
      <vt:lpstr>Mor prasat – východisko, léčba, prevence</vt:lpstr>
      <vt:lpstr>Prezentace aplikace PowerPoint</vt:lpstr>
      <vt:lpstr>Africký mor prasat</vt:lpstr>
      <vt:lpstr>Africký mor prasat</vt:lpstr>
      <vt:lpstr>Africký mor prasat – výskyt v ČR</vt:lpstr>
      <vt:lpstr>Africký mor prasat - opatření</vt:lpstr>
      <vt:lpstr>Chřipka prasat</vt:lpstr>
      <vt:lpstr>Chřipka prasat</vt:lpstr>
      <vt:lpstr>Chřipka prasat - příznaky</vt:lpstr>
      <vt:lpstr>Chřipka prasat – východiska, léčba, prevence</vt:lpstr>
      <vt:lpstr>Opakování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Nemoci prasat III.</dc:title>
  <dc:creator>Bulušková Kamila</dc:creator>
  <cp:lastModifiedBy>Bulušková Kamila</cp:lastModifiedBy>
  <cp:revision>1</cp:revision>
  <dcterms:created xsi:type="dcterms:W3CDTF">2023-03-19T06:36:46Z</dcterms:created>
  <dcterms:modified xsi:type="dcterms:W3CDTF">2023-03-19T19:03:00Z</dcterms:modified>
</cp:coreProperties>
</file>