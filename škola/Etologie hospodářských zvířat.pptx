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notesMasterIdLst>
    <p:notesMasterId r:id="rId21"/>
  </p:notesMasterIdLst>
  <p:sldIdLst>
    <p:sldId id="256" r:id="rId3"/>
    <p:sldId id="257" r:id="rId4"/>
    <p:sldId id="268" r:id="rId5"/>
    <p:sldId id="258" r:id="rId6"/>
    <p:sldId id="269" r:id="rId7"/>
    <p:sldId id="262" r:id="rId8"/>
    <p:sldId id="259" r:id="rId9"/>
    <p:sldId id="271" r:id="rId10"/>
    <p:sldId id="272" r:id="rId11"/>
    <p:sldId id="274" r:id="rId12"/>
    <p:sldId id="275" r:id="rId13"/>
    <p:sldId id="276" r:id="rId14"/>
    <p:sldId id="277" r:id="rId15"/>
    <p:sldId id="260" r:id="rId16"/>
    <p:sldId id="261" r:id="rId17"/>
    <p:sldId id="267" r:id="rId18"/>
    <p:sldId id="265" r:id="rId19"/>
    <p:sldId id="263" r:id="rId2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692829CC-9865-4C21-9F75-8CA947B4BCFD}">
          <p14:sldIdLst>
            <p14:sldId id="256"/>
            <p14:sldId id="257"/>
            <p14:sldId id="268"/>
            <p14:sldId id="258"/>
            <p14:sldId id="269"/>
          </p14:sldIdLst>
        </p14:section>
        <p14:section name="parazitózy" id="{34071B91-3545-4B6A-8FF2-522982F2473B}">
          <p14:sldIdLst>
            <p14:sldId id="262"/>
            <p14:sldId id="259"/>
            <p14:sldId id="271"/>
            <p14:sldId id="272"/>
            <p14:sldId id="274"/>
            <p14:sldId id="275"/>
            <p14:sldId id="276"/>
            <p14:sldId id="277"/>
            <p14:sldId id="260"/>
            <p14:sldId id="261"/>
            <p14:sldId id="267"/>
            <p14:sldId id="265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B18220-5B5C-4C63-A83D-BC20AECB05DE}" v="107" dt="2023-03-10T06:05:09.0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9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lušková Kamila" userId="b14598a1-bbdf-4794-a95a-12c2c16168d9" providerId="ADAL" clId="{2BB18220-5B5C-4C63-A83D-BC20AECB05DE}"/>
    <pc:docChg chg="undo custSel addSld delSld modSld sldOrd addMainMaster delMainMaster modMainMaster addSection modSection">
      <pc:chgData name="Bulušková Kamila" userId="b14598a1-bbdf-4794-a95a-12c2c16168d9" providerId="ADAL" clId="{2BB18220-5B5C-4C63-A83D-BC20AECB05DE}" dt="2023-03-10T06:14:24.310" v="4698" actId="20577"/>
      <pc:docMkLst>
        <pc:docMk/>
      </pc:docMkLst>
      <pc:sldChg chg="modSp mod">
        <pc:chgData name="Bulušková Kamila" userId="b14598a1-bbdf-4794-a95a-12c2c16168d9" providerId="ADAL" clId="{2BB18220-5B5C-4C63-A83D-BC20AECB05DE}" dt="2023-03-10T04:39:14.739" v="1656" actId="20577"/>
        <pc:sldMkLst>
          <pc:docMk/>
          <pc:sldMk cId="455396481" sldId="256"/>
        </pc:sldMkLst>
        <pc:spChg chg="mod">
          <ac:chgData name="Bulušková Kamila" userId="b14598a1-bbdf-4794-a95a-12c2c16168d9" providerId="ADAL" clId="{2BB18220-5B5C-4C63-A83D-BC20AECB05DE}" dt="2023-03-10T04:39:00.099" v="1608" actId="20577"/>
          <ac:spMkLst>
            <pc:docMk/>
            <pc:sldMk cId="455396481" sldId="256"/>
            <ac:spMk id="2" creationId="{ECBDB55B-D77F-1DEA-9E6B-2603E767726C}"/>
          </ac:spMkLst>
        </pc:spChg>
        <pc:spChg chg="mod">
          <ac:chgData name="Bulušková Kamila" userId="b14598a1-bbdf-4794-a95a-12c2c16168d9" providerId="ADAL" clId="{2BB18220-5B5C-4C63-A83D-BC20AECB05DE}" dt="2023-03-10T04:39:14.739" v="1656" actId="20577"/>
          <ac:spMkLst>
            <pc:docMk/>
            <pc:sldMk cId="455396481" sldId="256"/>
            <ac:spMk id="3" creationId="{01B1F3E3-6549-904A-E635-B8B80A0D8765}"/>
          </ac:spMkLst>
        </pc:spChg>
      </pc:sldChg>
      <pc:sldChg chg="modSp mod">
        <pc:chgData name="Bulušková Kamila" userId="b14598a1-bbdf-4794-a95a-12c2c16168d9" providerId="ADAL" clId="{2BB18220-5B5C-4C63-A83D-BC20AECB05DE}" dt="2023-03-10T04:49:12.447" v="1831" actId="20577"/>
        <pc:sldMkLst>
          <pc:docMk/>
          <pc:sldMk cId="3484229222" sldId="257"/>
        </pc:sldMkLst>
        <pc:spChg chg="mod">
          <ac:chgData name="Bulušková Kamila" userId="b14598a1-bbdf-4794-a95a-12c2c16168d9" providerId="ADAL" clId="{2BB18220-5B5C-4C63-A83D-BC20AECB05DE}" dt="2023-03-10T04:49:12.447" v="1831" actId="20577"/>
          <ac:spMkLst>
            <pc:docMk/>
            <pc:sldMk cId="3484229222" sldId="257"/>
            <ac:spMk id="2" creationId="{8E461337-472F-2B0A-29E0-99B376F9854E}"/>
          </ac:spMkLst>
        </pc:spChg>
      </pc:sldChg>
      <pc:sldChg chg="modSp mod modNotesTx">
        <pc:chgData name="Bulušková Kamila" userId="b14598a1-bbdf-4794-a95a-12c2c16168d9" providerId="ADAL" clId="{2BB18220-5B5C-4C63-A83D-BC20AECB05DE}" dt="2023-03-10T05:01:58.419" v="2621" actId="15"/>
        <pc:sldMkLst>
          <pc:docMk/>
          <pc:sldMk cId="3446724053" sldId="258"/>
        </pc:sldMkLst>
        <pc:spChg chg="mod">
          <ac:chgData name="Bulušková Kamila" userId="b14598a1-bbdf-4794-a95a-12c2c16168d9" providerId="ADAL" clId="{2BB18220-5B5C-4C63-A83D-BC20AECB05DE}" dt="2023-03-10T04:49:43.757" v="1862" actId="20577"/>
          <ac:spMkLst>
            <pc:docMk/>
            <pc:sldMk cId="3446724053" sldId="258"/>
            <ac:spMk id="2" creationId="{72AA5F7D-1D6F-500E-1046-0F3F56A49799}"/>
          </ac:spMkLst>
        </pc:spChg>
        <pc:spChg chg="mod">
          <ac:chgData name="Bulušková Kamila" userId="b14598a1-bbdf-4794-a95a-12c2c16168d9" providerId="ADAL" clId="{2BB18220-5B5C-4C63-A83D-BC20AECB05DE}" dt="2023-03-10T05:01:58.419" v="2621" actId="15"/>
          <ac:spMkLst>
            <pc:docMk/>
            <pc:sldMk cId="3446724053" sldId="258"/>
            <ac:spMk id="3" creationId="{67AD0CF9-D511-2C7E-AC04-535812991C89}"/>
          </ac:spMkLst>
        </pc:spChg>
      </pc:sldChg>
      <pc:sldChg chg="modSp mod modNotesTx">
        <pc:chgData name="Bulušková Kamila" userId="b14598a1-bbdf-4794-a95a-12c2c16168d9" providerId="ADAL" clId="{2BB18220-5B5C-4C63-A83D-BC20AECB05DE}" dt="2023-03-10T05:19:39.635" v="3084" actId="1076"/>
        <pc:sldMkLst>
          <pc:docMk/>
          <pc:sldMk cId="552973588" sldId="259"/>
        </pc:sldMkLst>
        <pc:spChg chg="mod">
          <ac:chgData name="Bulušková Kamila" userId="b14598a1-bbdf-4794-a95a-12c2c16168d9" providerId="ADAL" clId="{2BB18220-5B5C-4C63-A83D-BC20AECB05DE}" dt="2023-03-10T05:13:49.946" v="2829" actId="20577"/>
          <ac:spMkLst>
            <pc:docMk/>
            <pc:sldMk cId="552973588" sldId="259"/>
            <ac:spMk id="2" creationId="{FE4E6F22-7BB7-2438-9788-AE8AAE9A943D}"/>
          </ac:spMkLst>
        </pc:spChg>
        <pc:spChg chg="mod">
          <ac:chgData name="Bulušková Kamila" userId="b14598a1-bbdf-4794-a95a-12c2c16168d9" providerId="ADAL" clId="{2BB18220-5B5C-4C63-A83D-BC20AECB05DE}" dt="2023-03-10T05:19:39.635" v="3084" actId="1076"/>
          <ac:spMkLst>
            <pc:docMk/>
            <pc:sldMk cId="552973588" sldId="259"/>
            <ac:spMk id="3" creationId="{45B39C70-F457-4959-AA96-55DBC7D18960}"/>
          </ac:spMkLst>
        </pc:spChg>
      </pc:sldChg>
      <pc:sldChg chg="modSp">
        <pc:chgData name="Bulušková Kamila" userId="b14598a1-bbdf-4794-a95a-12c2c16168d9" providerId="ADAL" clId="{2BB18220-5B5C-4C63-A83D-BC20AECB05DE}" dt="2022-12-03T08:10:02.227" v="1590" actId="255"/>
        <pc:sldMkLst>
          <pc:docMk/>
          <pc:sldMk cId="3337663924" sldId="260"/>
        </pc:sldMkLst>
        <pc:graphicFrameChg chg="mod">
          <ac:chgData name="Bulušková Kamila" userId="b14598a1-bbdf-4794-a95a-12c2c16168d9" providerId="ADAL" clId="{2BB18220-5B5C-4C63-A83D-BC20AECB05DE}" dt="2022-12-03T08:10:02.227" v="1590" actId="255"/>
          <ac:graphicFrameMkLst>
            <pc:docMk/>
            <pc:sldMk cId="3337663924" sldId="260"/>
            <ac:graphicFrameMk id="4" creationId="{D0CAE284-590C-D396-8BEF-73A0F834D7F4}"/>
          </ac:graphicFrameMkLst>
        </pc:graphicFrameChg>
      </pc:sldChg>
      <pc:sldChg chg="addSp modSp mod setBg modNotesTx">
        <pc:chgData name="Bulušková Kamila" userId="b14598a1-bbdf-4794-a95a-12c2c16168d9" providerId="ADAL" clId="{2BB18220-5B5C-4C63-A83D-BC20AECB05DE}" dt="2022-12-03T07:55:21.308" v="1508" actId="20577"/>
        <pc:sldMkLst>
          <pc:docMk/>
          <pc:sldMk cId="3673932863" sldId="261"/>
        </pc:sldMkLst>
        <pc:spChg chg="mod">
          <ac:chgData name="Bulušková Kamila" userId="b14598a1-bbdf-4794-a95a-12c2c16168d9" providerId="ADAL" clId="{2BB18220-5B5C-4C63-A83D-BC20AECB05DE}" dt="2022-12-02T13:03:21.350" v="1205" actId="26606"/>
          <ac:spMkLst>
            <pc:docMk/>
            <pc:sldMk cId="3673932863" sldId="261"/>
            <ac:spMk id="2" creationId="{86E83E52-E22F-AD00-14F2-0F3A31BC20AA}"/>
          </ac:spMkLst>
        </pc:spChg>
        <pc:spChg chg="mod">
          <ac:chgData name="Bulušková Kamila" userId="b14598a1-bbdf-4794-a95a-12c2c16168d9" providerId="ADAL" clId="{2BB18220-5B5C-4C63-A83D-BC20AECB05DE}" dt="2022-12-02T13:21:59.383" v="1453" actId="1076"/>
          <ac:spMkLst>
            <pc:docMk/>
            <pc:sldMk cId="3673932863" sldId="261"/>
            <ac:spMk id="3" creationId="{9C62F294-6691-799D-7DD9-9BE68C37EE9E}"/>
          </ac:spMkLst>
        </pc:spChg>
        <pc:spChg chg="add">
          <ac:chgData name="Bulušková Kamila" userId="b14598a1-bbdf-4794-a95a-12c2c16168d9" providerId="ADAL" clId="{2BB18220-5B5C-4C63-A83D-BC20AECB05DE}" dt="2022-12-02T13:03:21.350" v="1205" actId="26606"/>
          <ac:spMkLst>
            <pc:docMk/>
            <pc:sldMk cId="3673932863" sldId="261"/>
            <ac:spMk id="8" creationId="{5A0118C5-4F8D-4CF4-BADD-53FEACC6C42A}"/>
          </ac:spMkLst>
        </pc:spChg>
        <pc:spChg chg="add">
          <ac:chgData name="Bulušková Kamila" userId="b14598a1-bbdf-4794-a95a-12c2c16168d9" providerId="ADAL" clId="{2BB18220-5B5C-4C63-A83D-BC20AECB05DE}" dt="2022-12-02T13:03:21.350" v="1205" actId="26606"/>
          <ac:spMkLst>
            <pc:docMk/>
            <pc:sldMk cId="3673932863" sldId="261"/>
            <ac:spMk id="10" creationId="{4E0A5C5C-2A95-428E-9F6A-0D29EBD57C9F}"/>
          </ac:spMkLst>
        </pc:spChg>
        <pc:spChg chg="add">
          <ac:chgData name="Bulušková Kamila" userId="b14598a1-bbdf-4794-a95a-12c2c16168d9" providerId="ADAL" clId="{2BB18220-5B5C-4C63-A83D-BC20AECB05DE}" dt="2022-12-02T13:03:21.350" v="1205" actId="26606"/>
          <ac:spMkLst>
            <pc:docMk/>
            <pc:sldMk cId="3673932863" sldId="261"/>
            <ac:spMk id="12" creationId="{1056F38F-7C4E-461D-8709-7D0024AE1F79}"/>
          </ac:spMkLst>
        </pc:spChg>
        <pc:spChg chg="add">
          <ac:chgData name="Bulušková Kamila" userId="b14598a1-bbdf-4794-a95a-12c2c16168d9" providerId="ADAL" clId="{2BB18220-5B5C-4C63-A83D-BC20AECB05DE}" dt="2022-12-02T13:03:21.350" v="1205" actId="26606"/>
          <ac:spMkLst>
            <pc:docMk/>
            <pc:sldMk cId="3673932863" sldId="261"/>
            <ac:spMk id="14" creationId="{C7278469-3C3C-49CE-AEEE-E176A4900B78}"/>
          </ac:spMkLst>
        </pc:spChg>
        <pc:spChg chg="add">
          <ac:chgData name="Bulušková Kamila" userId="b14598a1-bbdf-4794-a95a-12c2c16168d9" providerId="ADAL" clId="{2BB18220-5B5C-4C63-A83D-BC20AECB05DE}" dt="2022-12-02T13:03:21.350" v="1205" actId="26606"/>
          <ac:spMkLst>
            <pc:docMk/>
            <pc:sldMk cId="3673932863" sldId="261"/>
            <ac:spMk id="20" creationId="{4C6598AB-1C17-4D54-951C-A082D94ACB7A}"/>
          </ac:spMkLst>
        </pc:spChg>
        <pc:spChg chg="add">
          <ac:chgData name="Bulušková Kamila" userId="b14598a1-bbdf-4794-a95a-12c2c16168d9" providerId="ADAL" clId="{2BB18220-5B5C-4C63-A83D-BC20AECB05DE}" dt="2022-12-02T13:03:21.350" v="1205" actId="26606"/>
          <ac:spMkLst>
            <pc:docMk/>
            <pc:sldMk cId="3673932863" sldId="261"/>
            <ac:spMk id="22" creationId="{C83B66D7-137D-4AC1-B172-53D60F08BEB5}"/>
          </ac:spMkLst>
        </pc:spChg>
        <pc:spChg chg="add">
          <ac:chgData name="Bulušková Kamila" userId="b14598a1-bbdf-4794-a95a-12c2c16168d9" providerId="ADAL" clId="{2BB18220-5B5C-4C63-A83D-BC20AECB05DE}" dt="2022-12-02T13:03:21.350" v="1205" actId="26606"/>
          <ac:spMkLst>
            <pc:docMk/>
            <pc:sldMk cId="3673932863" sldId="261"/>
            <ac:spMk id="24" creationId="{F6B92503-6984-4D15-8B98-8718709B785D}"/>
          </ac:spMkLst>
        </pc:spChg>
        <pc:spChg chg="add">
          <ac:chgData name="Bulušková Kamila" userId="b14598a1-bbdf-4794-a95a-12c2c16168d9" providerId="ADAL" clId="{2BB18220-5B5C-4C63-A83D-BC20AECB05DE}" dt="2022-12-02T13:03:21.350" v="1205" actId="26606"/>
          <ac:spMkLst>
            <pc:docMk/>
            <pc:sldMk cId="3673932863" sldId="261"/>
            <ac:spMk id="26" creationId="{08DDF938-524E-4C18-A47D-C00627832366}"/>
          </ac:spMkLst>
        </pc:spChg>
        <pc:grpChg chg="add">
          <ac:chgData name="Bulušková Kamila" userId="b14598a1-bbdf-4794-a95a-12c2c16168d9" providerId="ADAL" clId="{2BB18220-5B5C-4C63-A83D-BC20AECB05DE}" dt="2022-12-02T13:03:21.350" v="1205" actId="26606"/>
          <ac:grpSpMkLst>
            <pc:docMk/>
            <pc:sldMk cId="3673932863" sldId="261"/>
            <ac:grpSpMk id="16" creationId="{93DC754C-7E09-422D-A8BB-AF632E90DFA2}"/>
          </ac:grpSpMkLst>
        </pc:grpChg>
        <pc:grpChg chg="add">
          <ac:chgData name="Bulušková Kamila" userId="b14598a1-bbdf-4794-a95a-12c2c16168d9" providerId="ADAL" clId="{2BB18220-5B5C-4C63-A83D-BC20AECB05DE}" dt="2022-12-02T13:03:21.350" v="1205" actId="26606"/>
          <ac:grpSpMkLst>
            <pc:docMk/>
            <pc:sldMk cId="3673932863" sldId="261"/>
            <ac:grpSpMk id="28" creationId="{3773FAF5-C452-4455-9411-D6AF5EBD4CA9}"/>
          </ac:grpSpMkLst>
        </pc:grpChg>
      </pc:sldChg>
      <pc:sldChg chg="addSp modSp new mod setBg modNotesTx">
        <pc:chgData name="Bulušková Kamila" userId="b14598a1-bbdf-4794-a95a-12c2c16168d9" providerId="ADAL" clId="{2BB18220-5B5C-4C63-A83D-BC20AECB05DE}" dt="2023-03-10T05:09:51.285" v="2806" actId="1076"/>
        <pc:sldMkLst>
          <pc:docMk/>
          <pc:sldMk cId="3220685204" sldId="262"/>
        </pc:sldMkLst>
        <pc:spChg chg="mod">
          <ac:chgData name="Bulušková Kamila" userId="b14598a1-bbdf-4794-a95a-12c2c16168d9" providerId="ADAL" clId="{2BB18220-5B5C-4C63-A83D-BC20AECB05DE}" dt="2023-03-10T05:06:08.499" v="2631" actId="20577"/>
          <ac:spMkLst>
            <pc:docMk/>
            <pc:sldMk cId="3220685204" sldId="262"/>
            <ac:spMk id="2" creationId="{4C39B38B-5C46-BAD5-AFA7-7D9FE1BD1435}"/>
          </ac:spMkLst>
        </pc:spChg>
        <pc:spChg chg="mod">
          <ac:chgData name="Bulušková Kamila" userId="b14598a1-bbdf-4794-a95a-12c2c16168d9" providerId="ADAL" clId="{2BB18220-5B5C-4C63-A83D-BC20AECB05DE}" dt="2023-03-10T05:09:51.285" v="2806" actId="1076"/>
          <ac:spMkLst>
            <pc:docMk/>
            <pc:sldMk cId="3220685204" sldId="262"/>
            <ac:spMk id="3" creationId="{DF1F2985-31D9-7B1F-17FC-4CE89F82652D}"/>
          </ac:spMkLst>
        </pc:spChg>
        <pc:spChg chg="add">
          <ac:chgData name="Bulušková Kamila" userId="b14598a1-bbdf-4794-a95a-12c2c16168d9" providerId="ADAL" clId="{2BB18220-5B5C-4C63-A83D-BC20AECB05DE}" dt="2022-12-02T12:24:42.703" v="730" actId="26606"/>
          <ac:spMkLst>
            <pc:docMk/>
            <pc:sldMk cId="3220685204" sldId="262"/>
            <ac:spMk id="8" creationId="{5A0118C5-4F8D-4CF4-BADD-53FEACC6C42A}"/>
          </ac:spMkLst>
        </pc:spChg>
        <pc:spChg chg="add">
          <ac:chgData name="Bulušková Kamila" userId="b14598a1-bbdf-4794-a95a-12c2c16168d9" providerId="ADAL" clId="{2BB18220-5B5C-4C63-A83D-BC20AECB05DE}" dt="2022-12-02T12:24:42.703" v="730" actId="26606"/>
          <ac:spMkLst>
            <pc:docMk/>
            <pc:sldMk cId="3220685204" sldId="262"/>
            <ac:spMk id="10" creationId="{D0A98BBA-D3EA-45DC-B8A1-9C61397D4C21}"/>
          </ac:spMkLst>
        </pc:spChg>
        <pc:spChg chg="add">
          <ac:chgData name="Bulušková Kamila" userId="b14598a1-bbdf-4794-a95a-12c2c16168d9" providerId="ADAL" clId="{2BB18220-5B5C-4C63-A83D-BC20AECB05DE}" dt="2022-12-02T12:24:42.703" v="730" actId="26606"/>
          <ac:spMkLst>
            <pc:docMk/>
            <pc:sldMk cId="3220685204" sldId="262"/>
            <ac:spMk id="12" creationId="{2E4C95AB-2BD7-4E38-BDD5-1E41F3A9BCF3}"/>
          </ac:spMkLst>
        </pc:spChg>
        <pc:grpChg chg="add">
          <ac:chgData name="Bulušková Kamila" userId="b14598a1-bbdf-4794-a95a-12c2c16168d9" providerId="ADAL" clId="{2BB18220-5B5C-4C63-A83D-BC20AECB05DE}" dt="2022-12-02T12:24:42.703" v="730" actId="26606"/>
          <ac:grpSpMkLst>
            <pc:docMk/>
            <pc:sldMk cId="3220685204" sldId="262"/>
            <ac:grpSpMk id="14" creationId="{85836128-58DE-4E5A-B27E-DFE747CA0B2B}"/>
          </ac:grpSpMkLst>
        </pc:grpChg>
      </pc:sldChg>
      <pc:sldChg chg="addSp delSp modSp new mod setBg">
        <pc:chgData name="Bulušková Kamila" userId="b14598a1-bbdf-4794-a95a-12c2c16168d9" providerId="ADAL" clId="{2BB18220-5B5C-4C63-A83D-BC20AECB05DE}" dt="2022-12-02T13:05:53.170" v="1207" actId="478"/>
        <pc:sldMkLst>
          <pc:docMk/>
          <pc:sldMk cId="703958328" sldId="263"/>
        </pc:sldMkLst>
        <pc:spChg chg="del">
          <ac:chgData name="Bulušková Kamila" userId="b14598a1-bbdf-4794-a95a-12c2c16168d9" providerId="ADAL" clId="{2BB18220-5B5C-4C63-A83D-BC20AECB05DE}" dt="2022-12-02T13:02:59.589" v="1204" actId="26606"/>
          <ac:spMkLst>
            <pc:docMk/>
            <pc:sldMk cId="703958328" sldId="263"/>
            <ac:spMk id="2" creationId="{AAC6CA3C-75C1-5BC7-B419-365020C5D7AA}"/>
          </ac:spMkLst>
        </pc:spChg>
        <pc:spChg chg="del">
          <ac:chgData name="Bulušková Kamila" userId="b14598a1-bbdf-4794-a95a-12c2c16168d9" providerId="ADAL" clId="{2BB18220-5B5C-4C63-A83D-BC20AECB05DE}" dt="2022-12-02T13:02:59.589" v="1204" actId="26606"/>
          <ac:spMkLst>
            <pc:docMk/>
            <pc:sldMk cId="703958328" sldId="263"/>
            <ac:spMk id="3" creationId="{079A547F-0370-1A91-4D32-F16212B44969}"/>
          </ac:spMkLst>
        </pc:spChg>
        <pc:spChg chg="add">
          <ac:chgData name="Bulušková Kamila" userId="b14598a1-bbdf-4794-a95a-12c2c16168d9" providerId="ADAL" clId="{2BB18220-5B5C-4C63-A83D-BC20AECB05DE}" dt="2022-12-02T13:02:59.589" v="1204" actId="26606"/>
          <ac:spMkLst>
            <pc:docMk/>
            <pc:sldMk cId="703958328" sldId="263"/>
            <ac:spMk id="10" creationId="{ED55A19D-297C-4231-AD1F-08EF9B4AA8F4}"/>
          </ac:spMkLst>
        </pc:spChg>
        <pc:spChg chg="add">
          <ac:chgData name="Bulušková Kamila" userId="b14598a1-bbdf-4794-a95a-12c2c16168d9" providerId="ADAL" clId="{2BB18220-5B5C-4C63-A83D-BC20AECB05DE}" dt="2022-12-02T13:02:59.589" v="1204" actId="26606"/>
          <ac:spMkLst>
            <pc:docMk/>
            <pc:sldMk cId="703958328" sldId="263"/>
            <ac:spMk id="12" creationId="{EBAB6C56-3D38-4923-996E-BD474BBB91E9}"/>
          </ac:spMkLst>
        </pc:spChg>
        <pc:spChg chg="add">
          <ac:chgData name="Bulušková Kamila" userId="b14598a1-bbdf-4794-a95a-12c2c16168d9" providerId="ADAL" clId="{2BB18220-5B5C-4C63-A83D-BC20AECB05DE}" dt="2022-12-02T13:02:59.589" v="1204" actId="26606"/>
          <ac:spMkLst>
            <pc:docMk/>
            <pc:sldMk cId="703958328" sldId="263"/>
            <ac:spMk id="14" creationId="{20CD21DB-082D-417D-A5AB-FC838AF9D944}"/>
          </ac:spMkLst>
        </pc:spChg>
        <pc:spChg chg="add">
          <ac:chgData name="Bulušková Kamila" userId="b14598a1-bbdf-4794-a95a-12c2c16168d9" providerId="ADAL" clId="{2BB18220-5B5C-4C63-A83D-BC20AECB05DE}" dt="2022-12-02T13:02:59.589" v="1204" actId="26606"/>
          <ac:spMkLst>
            <pc:docMk/>
            <pc:sldMk cId="703958328" sldId="263"/>
            <ac:spMk id="16" creationId="{7BD8AB83-2763-4392-B4B9-049CDF1F6EA4}"/>
          </ac:spMkLst>
        </pc:spChg>
        <pc:spChg chg="add">
          <ac:chgData name="Bulušková Kamila" userId="b14598a1-bbdf-4794-a95a-12c2c16168d9" providerId="ADAL" clId="{2BB18220-5B5C-4C63-A83D-BC20AECB05DE}" dt="2022-12-02T13:02:59.589" v="1204" actId="26606"/>
          <ac:spMkLst>
            <pc:docMk/>
            <pc:sldMk cId="703958328" sldId="263"/>
            <ac:spMk id="18" creationId="{480F071C-C35C-4CE1-8EE5-8ED96E2F4E25}"/>
          </ac:spMkLst>
        </pc:spChg>
        <pc:spChg chg="add">
          <ac:chgData name="Bulušková Kamila" userId="b14598a1-bbdf-4794-a95a-12c2c16168d9" providerId="ADAL" clId="{2BB18220-5B5C-4C63-A83D-BC20AECB05DE}" dt="2022-12-02T13:02:59.589" v="1204" actId="26606"/>
          <ac:spMkLst>
            <pc:docMk/>
            <pc:sldMk cId="703958328" sldId="263"/>
            <ac:spMk id="20" creationId="{CD97FAB4-59E0-4E65-B50B-867B14D2A067}"/>
          </ac:spMkLst>
        </pc:spChg>
        <pc:spChg chg="add">
          <ac:chgData name="Bulušková Kamila" userId="b14598a1-bbdf-4794-a95a-12c2c16168d9" providerId="ADAL" clId="{2BB18220-5B5C-4C63-A83D-BC20AECB05DE}" dt="2022-12-02T13:02:59.589" v="1204" actId="26606"/>
          <ac:spMkLst>
            <pc:docMk/>
            <pc:sldMk cId="703958328" sldId="263"/>
            <ac:spMk id="22" creationId="{0D578F4B-2751-4FC2-8853-FAC5C59139C1}"/>
          </ac:spMkLst>
        </pc:spChg>
        <pc:picChg chg="add mod">
          <ac:chgData name="Bulušková Kamila" userId="b14598a1-bbdf-4794-a95a-12c2c16168d9" providerId="ADAL" clId="{2BB18220-5B5C-4C63-A83D-BC20AECB05DE}" dt="2022-12-02T13:02:59.589" v="1204" actId="26606"/>
          <ac:picMkLst>
            <pc:docMk/>
            <pc:sldMk cId="703958328" sldId="263"/>
            <ac:picMk id="5" creationId="{847774FF-1D56-647B-E219-2FA00421A6E5}"/>
          </ac:picMkLst>
        </pc:picChg>
        <pc:picChg chg="add del">
          <ac:chgData name="Bulušková Kamila" userId="b14598a1-bbdf-4794-a95a-12c2c16168d9" providerId="ADAL" clId="{2BB18220-5B5C-4C63-A83D-BC20AECB05DE}" dt="2022-12-02T13:05:53.170" v="1207" actId="478"/>
          <ac:picMkLst>
            <pc:docMk/>
            <pc:sldMk cId="703958328" sldId="263"/>
            <ac:picMk id="7" creationId="{17E123DB-8391-EA38-5CBC-626AF2DD95EA}"/>
          </ac:picMkLst>
        </pc:picChg>
      </pc:sldChg>
      <pc:sldChg chg="addSp delSp modSp new del mod ord setBg setClrOvrMap">
        <pc:chgData name="Bulušková Kamila" userId="b14598a1-bbdf-4794-a95a-12c2c16168d9" providerId="ADAL" clId="{2BB18220-5B5C-4C63-A83D-BC20AECB05DE}" dt="2022-12-02T13:12:45.187" v="1261" actId="2696"/>
        <pc:sldMkLst>
          <pc:docMk/>
          <pc:sldMk cId="3231234438" sldId="264"/>
        </pc:sldMkLst>
        <pc:spChg chg="del mod">
          <ac:chgData name="Bulušková Kamila" userId="b14598a1-bbdf-4794-a95a-12c2c16168d9" providerId="ADAL" clId="{2BB18220-5B5C-4C63-A83D-BC20AECB05DE}" dt="2022-12-02T13:07:52.809" v="1216" actId="478"/>
          <ac:spMkLst>
            <pc:docMk/>
            <pc:sldMk cId="3231234438" sldId="264"/>
            <ac:spMk id="2" creationId="{80EC9F79-AB54-FED0-5C8B-C59B56E70A2C}"/>
          </ac:spMkLst>
        </pc:spChg>
        <pc:spChg chg="del mod ord">
          <ac:chgData name="Bulušková Kamila" userId="b14598a1-bbdf-4794-a95a-12c2c16168d9" providerId="ADAL" clId="{2BB18220-5B5C-4C63-A83D-BC20AECB05DE}" dt="2022-12-02T13:07:57.122" v="1217" actId="478"/>
          <ac:spMkLst>
            <pc:docMk/>
            <pc:sldMk cId="3231234438" sldId="264"/>
            <ac:spMk id="3" creationId="{0DFDFB96-295B-66B9-A5A4-A193BCCD1254}"/>
          </ac:spMkLst>
        </pc:spChg>
        <pc:spChg chg="add del">
          <ac:chgData name="Bulušková Kamila" userId="b14598a1-bbdf-4794-a95a-12c2c16168d9" providerId="ADAL" clId="{2BB18220-5B5C-4C63-A83D-BC20AECB05DE}" dt="2022-12-02T13:07:43.606" v="1214" actId="26606"/>
          <ac:spMkLst>
            <pc:docMk/>
            <pc:sldMk cId="3231234438" sldId="264"/>
            <ac:spMk id="10" creationId="{F2B38F72-8FC4-4001-8C67-FA6B86DEC767}"/>
          </ac:spMkLst>
        </pc:spChg>
        <pc:spChg chg="add del">
          <ac:chgData name="Bulušková Kamila" userId="b14598a1-bbdf-4794-a95a-12c2c16168d9" providerId="ADAL" clId="{2BB18220-5B5C-4C63-A83D-BC20AECB05DE}" dt="2022-12-02T13:08:02.817" v="1218" actId="26606"/>
          <ac:spMkLst>
            <pc:docMk/>
            <pc:sldMk cId="3231234438" sldId="264"/>
            <ac:spMk id="15" creationId="{5E52985E-2553-471E-82AA-5ED7A329890A}"/>
          </ac:spMkLst>
        </pc:spChg>
        <pc:spChg chg="add del">
          <ac:chgData name="Bulušková Kamila" userId="b14598a1-bbdf-4794-a95a-12c2c16168d9" providerId="ADAL" clId="{2BB18220-5B5C-4C63-A83D-BC20AECB05DE}" dt="2022-12-02T13:09:24.328" v="1229" actId="26606"/>
          <ac:spMkLst>
            <pc:docMk/>
            <pc:sldMk cId="3231234438" sldId="264"/>
            <ac:spMk id="22" creationId="{5F9CFCE6-877F-4858-B8BD-2C52CA8AFBC4}"/>
          </ac:spMkLst>
        </pc:spChg>
        <pc:spChg chg="add del">
          <ac:chgData name="Bulušková Kamila" userId="b14598a1-bbdf-4794-a95a-12c2c16168d9" providerId="ADAL" clId="{2BB18220-5B5C-4C63-A83D-BC20AECB05DE}" dt="2022-12-02T13:09:24.328" v="1229" actId="26606"/>
          <ac:spMkLst>
            <pc:docMk/>
            <pc:sldMk cId="3231234438" sldId="264"/>
            <ac:spMk id="24" creationId="{8213F8A0-12AE-4514-8372-0DD766EC28EE}"/>
          </ac:spMkLst>
        </pc:spChg>
        <pc:spChg chg="add del">
          <ac:chgData name="Bulušková Kamila" userId="b14598a1-bbdf-4794-a95a-12c2c16168d9" providerId="ADAL" clId="{2BB18220-5B5C-4C63-A83D-BC20AECB05DE}" dt="2022-12-02T13:09:24.328" v="1229" actId="26606"/>
          <ac:spMkLst>
            <pc:docMk/>
            <pc:sldMk cId="3231234438" sldId="264"/>
            <ac:spMk id="26" creationId="{9EFF17D4-9A8C-4CE5-B096-D8CCD4400437}"/>
          </ac:spMkLst>
        </pc:spChg>
        <pc:spChg chg="add">
          <ac:chgData name="Bulušková Kamila" userId="b14598a1-bbdf-4794-a95a-12c2c16168d9" providerId="ADAL" clId="{2BB18220-5B5C-4C63-A83D-BC20AECB05DE}" dt="2022-12-02T13:09:24.328" v="1229" actId="26606"/>
          <ac:spMkLst>
            <pc:docMk/>
            <pc:sldMk cId="3231234438" sldId="264"/>
            <ac:spMk id="28" creationId="{5F9CFCE6-877F-4858-B8BD-2C52CA8AFBC4}"/>
          </ac:spMkLst>
        </pc:spChg>
        <pc:spChg chg="add">
          <ac:chgData name="Bulušková Kamila" userId="b14598a1-bbdf-4794-a95a-12c2c16168d9" providerId="ADAL" clId="{2BB18220-5B5C-4C63-A83D-BC20AECB05DE}" dt="2022-12-02T13:09:24.328" v="1229" actId="26606"/>
          <ac:spMkLst>
            <pc:docMk/>
            <pc:sldMk cId="3231234438" sldId="264"/>
            <ac:spMk id="29" creationId="{8213F8A0-12AE-4514-8372-0DD766EC28EE}"/>
          </ac:spMkLst>
        </pc:spChg>
        <pc:spChg chg="add del">
          <ac:chgData name="Bulušková Kamila" userId="b14598a1-bbdf-4794-a95a-12c2c16168d9" providerId="ADAL" clId="{2BB18220-5B5C-4C63-A83D-BC20AECB05DE}" dt="2022-12-02T13:09:19.181" v="1226" actId="26606"/>
          <ac:spMkLst>
            <pc:docMk/>
            <pc:sldMk cId="3231234438" sldId="264"/>
            <ac:spMk id="31" creationId="{D99D2C73-08B0-4F6B-A8E9-4651E6BDBE48}"/>
          </ac:spMkLst>
        </pc:spChg>
        <pc:spChg chg="add del">
          <ac:chgData name="Bulušková Kamila" userId="b14598a1-bbdf-4794-a95a-12c2c16168d9" providerId="ADAL" clId="{2BB18220-5B5C-4C63-A83D-BC20AECB05DE}" dt="2022-12-02T13:09:19.181" v="1226" actId="26606"/>
          <ac:spMkLst>
            <pc:docMk/>
            <pc:sldMk cId="3231234438" sldId="264"/>
            <ac:spMk id="33" creationId="{968DB88C-7EF2-487C-85D1-848F61F13E3F}"/>
          </ac:spMkLst>
        </pc:spChg>
        <pc:spChg chg="add">
          <ac:chgData name="Bulušková Kamila" userId="b14598a1-bbdf-4794-a95a-12c2c16168d9" providerId="ADAL" clId="{2BB18220-5B5C-4C63-A83D-BC20AECB05DE}" dt="2022-12-02T13:09:24.328" v="1229" actId="26606"/>
          <ac:spMkLst>
            <pc:docMk/>
            <pc:sldMk cId="3231234438" sldId="264"/>
            <ac:spMk id="35" creationId="{9EFF17D4-9A8C-4CE5-B096-D8CCD4400437}"/>
          </ac:spMkLst>
        </pc:spChg>
        <pc:picChg chg="add mod ord">
          <ac:chgData name="Bulušková Kamila" userId="b14598a1-bbdf-4794-a95a-12c2c16168d9" providerId="ADAL" clId="{2BB18220-5B5C-4C63-A83D-BC20AECB05DE}" dt="2022-12-02T13:09:24.319" v="1228" actId="26606"/>
          <ac:picMkLst>
            <pc:docMk/>
            <pc:sldMk cId="3231234438" sldId="264"/>
            <ac:picMk id="5" creationId="{81BEB14A-2116-9155-C5AB-32E94D077794}"/>
          </ac:picMkLst>
        </pc:picChg>
        <pc:picChg chg="add mod">
          <ac:chgData name="Bulušková Kamila" userId="b14598a1-bbdf-4794-a95a-12c2c16168d9" providerId="ADAL" clId="{2BB18220-5B5C-4C63-A83D-BC20AECB05DE}" dt="2022-12-02T13:09:24.319" v="1228" actId="26606"/>
          <ac:picMkLst>
            <pc:docMk/>
            <pc:sldMk cId="3231234438" sldId="264"/>
            <ac:picMk id="7" creationId="{37818664-E996-82D6-D122-4F59B5EF5E3F}"/>
          </ac:picMkLst>
        </pc:picChg>
        <pc:cxnChg chg="add del">
          <ac:chgData name="Bulušková Kamila" userId="b14598a1-bbdf-4794-a95a-12c2c16168d9" providerId="ADAL" clId="{2BB18220-5B5C-4C63-A83D-BC20AECB05DE}" dt="2022-12-02T13:08:02.817" v="1218" actId="26606"/>
          <ac:cxnSpMkLst>
            <pc:docMk/>
            <pc:sldMk cId="3231234438" sldId="264"/>
            <ac:cxnSpMk id="17" creationId="{DAE3ABC6-4042-4293-A7DF-F01181363B7E}"/>
          </ac:cxnSpMkLst>
        </pc:cxnChg>
      </pc:sldChg>
      <pc:sldChg chg="addSp delSp modSp new mod ord setBg">
        <pc:chgData name="Bulušková Kamila" userId="b14598a1-bbdf-4794-a95a-12c2c16168d9" providerId="ADAL" clId="{2BB18220-5B5C-4C63-A83D-BC20AECB05DE}" dt="2022-12-02T13:12:46.823" v="1263"/>
        <pc:sldMkLst>
          <pc:docMk/>
          <pc:sldMk cId="3159057164" sldId="265"/>
        </pc:sldMkLst>
        <pc:spChg chg="del">
          <ac:chgData name="Bulušková Kamila" userId="b14598a1-bbdf-4794-a95a-12c2c16168d9" providerId="ADAL" clId="{2BB18220-5B5C-4C63-A83D-BC20AECB05DE}" dt="2022-12-02T13:10:35.483" v="1238" actId="478"/>
          <ac:spMkLst>
            <pc:docMk/>
            <pc:sldMk cId="3159057164" sldId="265"/>
            <ac:spMk id="2" creationId="{11BC283C-11A4-19B6-DC12-A6389E896F1D}"/>
          </ac:spMkLst>
        </pc:spChg>
        <pc:spChg chg="del">
          <ac:chgData name="Bulušková Kamila" userId="b14598a1-bbdf-4794-a95a-12c2c16168d9" providerId="ADAL" clId="{2BB18220-5B5C-4C63-A83D-BC20AECB05DE}" dt="2022-12-02T13:10:37.504" v="1239" actId="478"/>
          <ac:spMkLst>
            <pc:docMk/>
            <pc:sldMk cId="3159057164" sldId="265"/>
            <ac:spMk id="3" creationId="{2E1944AD-C675-3E44-F42D-50DAE822330F}"/>
          </ac:spMkLst>
        </pc:spChg>
        <pc:picChg chg="add del mod">
          <ac:chgData name="Bulušková Kamila" userId="b14598a1-bbdf-4794-a95a-12c2c16168d9" providerId="ADAL" clId="{2BB18220-5B5C-4C63-A83D-BC20AECB05DE}" dt="2022-12-02T13:11:08.454" v="1244" actId="478"/>
          <ac:picMkLst>
            <pc:docMk/>
            <pc:sldMk cId="3159057164" sldId="265"/>
            <ac:picMk id="4" creationId="{FAE4045C-0894-DA09-CCE1-BBEE7C7352DB}"/>
          </ac:picMkLst>
        </pc:picChg>
        <pc:picChg chg="add del mod">
          <ac:chgData name="Bulušková Kamila" userId="b14598a1-bbdf-4794-a95a-12c2c16168d9" providerId="ADAL" clId="{2BB18220-5B5C-4C63-A83D-BC20AECB05DE}" dt="2022-12-02T13:11:17.823" v="1250" actId="478"/>
          <ac:picMkLst>
            <pc:docMk/>
            <pc:sldMk cId="3159057164" sldId="265"/>
            <ac:picMk id="5" creationId="{6F40A9AC-FA19-1E26-582E-4C6C85DA809D}"/>
          </ac:picMkLst>
        </pc:picChg>
        <pc:picChg chg="add mod">
          <ac:chgData name="Bulušková Kamila" userId="b14598a1-bbdf-4794-a95a-12c2c16168d9" providerId="ADAL" clId="{2BB18220-5B5C-4C63-A83D-BC20AECB05DE}" dt="2022-12-02T13:12:34.809" v="1259" actId="1076"/>
          <ac:picMkLst>
            <pc:docMk/>
            <pc:sldMk cId="3159057164" sldId="265"/>
            <ac:picMk id="7" creationId="{1969B83D-8C25-4A05-2DF7-A10DA9246ADE}"/>
          </ac:picMkLst>
        </pc:picChg>
        <pc:picChg chg="add mod">
          <ac:chgData name="Bulušková Kamila" userId="b14598a1-bbdf-4794-a95a-12c2c16168d9" providerId="ADAL" clId="{2BB18220-5B5C-4C63-A83D-BC20AECB05DE}" dt="2022-12-02T13:12:39.791" v="1260" actId="1076"/>
          <ac:picMkLst>
            <pc:docMk/>
            <pc:sldMk cId="3159057164" sldId="265"/>
            <ac:picMk id="9" creationId="{E23D108F-3491-7545-6FEC-A3F079683046}"/>
          </ac:picMkLst>
        </pc:picChg>
      </pc:sldChg>
      <pc:sldChg chg="modSp new del mod">
        <pc:chgData name="Bulušková Kamila" userId="b14598a1-bbdf-4794-a95a-12c2c16168d9" providerId="ADAL" clId="{2BB18220-5B5C-4C63-A83D-BC20AECB05DE}" dt="2022-12-02T13:18:38.283" v="1451" actId="2696"/>
        <pc:sldMkLst>
          <pc:docMk/>
          <pc:sldMk cId="3017317959" sldId="266"/>
        </pc:sldMkLst>
        <pc:spChg chg="mod">
          <ac:chgData name="Bulušková Kamila" userId="b14598a1-bbdf-4794-a95a-12c2c16168d9" providerId="ADAL" clId="{2BB18220-5B5C-4C63-A83D-BC20AECB05DE}" dt="2022-12-02T13:14:22.464" v="1282" actId="20577"/>
          <ac:spMkLst>
            <pc:docMk/>
            <pc:sldMk cId="3017317959" sldId="266"/>
            <ac:spMk id="2" creationId="{9FE2883D-D4F4-EC13-1EB7-B754956716E8}"/>
          </ac:spMkLst>
        </pc:spChg>
        <pc:spChg chg="mod">
          <ac:chgData name="Bulušková Kamila" userId="b14598a1-bbdf-4794-a95a-12c2c16168d9" providerId="ADAL" clId="{2BB18220-5B5C-4C63-A83D-BC20AECB05DE}" dt="2022-12-02T13:17:19.477" v="1328" actId="207"/>
          <ac:spMkLst>
            <pc:docMk/>
            <pc:sldMk cId="3017317959" sldId="266"/>
            <ac:spMk id="3" creationId="{0ACFB225-1007-F917-EBB4-F9E239BA4CA3}"/>
          </ac:spMkLst>
        </pc:spChg>
      </pc:sldChg>
      <pc:sldChg chg="modSp add mod ord modNotesTx">
        <pc:chgData name="Bulušková Kamila" userId="b14598a1-bbdf-4794-a95a-12c2c16168d9" providerId="ADAL" clId="{2BB18220-5B5C-4C63-A83D-BC20AECB05DE}" dt="2022-12-03T07:54:54.044" v="1460"/>
        <pc:sldMkLst>
          <pc:docMk/>
          <pc:sldMk cId="152265586" sldId="267"/>
        </pc:sldMkLst>
        <pc:spChg chg="mod">
          <ac:chgData name="Bulušková Kamila" userId="b14598a1-bbdf-4794-a95a-12c2c16168d9" providerId="ADAL" clId="{2BB18220-5B5C-4C63-A83D-BC20AECB05DE}" dt="2022-12-02T13:17:55.605" v="1359" actId="20577"/>
          <ac:spMkLst>
            <pc:docMk/>
            <pc:sldMk cId="152265586" sldId="267"/>
            <ac:spMk id="2" creationId="{4C39B38B-5C46-BAD5-AFA7-7D9FE1BD1435}"/>
          </ac:spMkLst>
        </pc:spChg>
        <pc:spChg chg="mod">
          <ac:chgData name="Bulušková Kamila" userId="b14598a1-bbdf-4794-a95a-12c2c16168d9" providerId="ADAL" clId="{2BB18220-5B5C-4C63-A83D-BC20AECB05DE}" dt="2022-12-02T13:22:07.968" v="1455" actId="1076"/>
          <ac:spMkLst>
            <pc:docMk/>
            <pc:sldMk cId="152265586" sldId="267"/>
            <ac:spMk id="3" creationId="{DF1F2985-31D9-7B1F-17FC-4CE89F82652D}"/>
          </ac:spMkLst>
        </pc:spChg>
      </pc:sldChg>
      <pc:sldChg chg="addSp delSp modSp add mod">
        <pc:chgData name="Bulušková Kamila" userId="b14598a1-bbdf-4794-a95a-12c2c16168d9" providerId="ADAL" clId="{2BB18220-5B5C-4C63-A83D-BC20AECB05DE}" dt="2023-03-10T04:49:08.248" v="1829" actId="20577"/>
        <pc:sldMkLst>
          <pc:docMk/>
          <pc:sldMk cId="4080553573" sldId="268"/>
        </pc:sldMkLst>
        <pc:spChg chg="mod">
          <ac:chgData name="Bulušková Kamila" userId="b14598a1-bbdf-4794-a95a-12c2c16168d9" providerId="ADAL" clId="{2BB18220-5B5C-4C63-A83D-BC20AECB05DE}" dt="2023-03-10T04:49:08.248" v="1829" actId="20577"/>
          <ac:spMkLst>
            <pc:docMk/>
            <pc:sldMk cId="4080553573" sldId="268"/>
            <ac:spMk id="2" creationId="{8E461337-472F-2B0A-29E0-99B376F9854E}"/>
          </ac:spMkLst>
        </pc:spChg>
        <pc:picChg chg="del">
          <ac:chgData name="Bulušková Kamila" userId="b14598a1-bbdf-4794-a95a-12c2c16168d9" providerId="ADAL" clId="{2BB18220-5B5C-4C63-A83D-BC20AECB05DE}" dt="2023-03-10T04:41:47.608" v="1753" actId="478"/>
          <ac:picMkLst>
            <pc:docMk/>
            <pc:sldMk cId="4080553573" sldId="268"/>
            <ac:picMk id="5" creationId="{0B8D46C1-C3DA-C735-3164-556CCC901A09}"/>
          </ac:picMkLst>
        </pc:picChg>
        <pc:picChg chg="add mod">
          <ac:chgData name="Bulušková Kamila" userId="b14598a1-bbdf-4794-a95a-12c2c16168d9" providerId="ADAL" clId="{2BB18220-5B5C-4C63-A83D-BC20AECB05DE}" dt="2023-03-10T04:48:26.909" v="1822" actId="1440"/>
          <ac:picMkLst>
            <pc:docMk/>
            <pc:sldMk cId="4080553573" sldId="268"/>
            <ac:picMk id="1026" creationId="{0B856A24-E1C5-DAE8-5157-5FC31586B49C}"/>
          </ac:picMkLst>
        </pc:picChg>
      </pc:sldChg>
      <pc:sldChg chg="modSp add mod">
        <pc:chgData name="Bulušková Kamila" userId="b14598a1-bbdf-4794-a95a-12c2c16168d9" providerId="ADAL" clId="{2BB18220-5B5C-4C63-A83D-BC20AECB05DE}" dt="2023-03-10T05:01:46.364" v="2617" actId="15"/>
        <pc:sldMkLst>
          <pc:docMk/>
          <pc:sldMk cId="3003985592" sldId="269"/>
        </pc:sldMkLst>
        <pc:spChg chg="mod">
          <ac:chgData name="Bulušková Kamila" userId="b14598a1-bbdf-4794-a95a-12c2c16168d9" providerId="ADAL" clId="{2BB18220-5B5C-4C63-A83D-BC20AECB05DE}" dt="2023-03-10T04:53:56.540" v="2192" actId="20577"/>
          <ac:spMkLst>
            <pc:docMk/>
            <pc:sldMk cId="3003985592" sldId="269"/>
            <ac:spMk id="2" creationId="{72AA5F7D-1D6F-500E-1046-0F3F56A49799}"/>
          </ac:spMkLst>
        </pc:spChg>
        <pc:spChg chg="mod">
          <ac:chgData name="Bulušková Kamila" userId="b14598a1-bbdf-4794-a95a-12c2c16168d9" providerId="ADAL" clId="{2BB18220-5B5C-4C63-A83D-BC20AECB05DE}" dt="2023-03-10T05:01:46.364" v="2617" actId="15"/>
          <ac:spMkLst>
            <pc:docMk/>
            <pc:sldMk cId="3003985592" sldId="269"/>
            <ac:spMk id="3" creationId="{67AD0CF9-D511-2C7E-AC04-535812991C89}"/>
          </ac:spMkLst>
        </pc:spChg>
      </pc:sldChg>
      <pc:sldChg chg="addSp delSp modSp add del mod ord">
        <pc:chgData name="Bulušková Kamila" userId="b14598a1-bbdf-4794-a95a-12c2c16168d9" providerId="ADAL" clId="{2BB18220-5B5C-4C63-A83D-BC20AECB05DE}" dt="2023-03-10T05:31:59" v="3103" actId="2696"/>
        <pc:sldMkLst>
          <pc:docMk/>
          <pc:sldMk cId="968648137" sldId="270"/>
        </pc:sldMkLst>
        <pc:spChg chg="del mod">
          <ac:chgData name="Bulušková Kamila" userId="b14598a1-bbdf-4794-a95a-12c2c16168d9" providerId="ADAL" clId="{2BB18220-5B5C-4C63-A83D-BC20AECB05DE}" dt="2023-03-10T05:20:58.953" v="3096" actId="478"/>
          <ac:spMkLst>
            <pc:docMk/>
            <pc:sldMk cId="968648137" sldId="270"/>
            <ac:spMk id="2" creationId="{8E461337-472F-2B0A-29E0-99B376F9854E}"/>
          </ac:spMkLst>
        </pc:spChg>
        <pc:picChg chg="add mod">
          <ac:chgData name="Bulušková Kamila" userId="b14598a1-bbdf-4794-a95a-12c2c16168d9" providerId="ADAL" clId="{2BB18220-5B5C-4C63-A83D-BC20AECB05DE}" dt="2023-03-10T05:21:20.172" v="3100" actId="1076"/>
          <ac:picMkLst>
            <pc:docMk/>
            <pc:sldMk cId="968648137" sldId="270"/>
            <ac:picMk id="3" creationId="{D0FCF421-C64E-E013-C01E-08A0C3CC85C5}"/>
          </ac:picMkLst>
        </pc:picChg>
        <pc:picChg chg="add mod">
          <ac:chgData name="Bulušková Kamila" userId="b14598a1-bbdf-4794-a95a-12c2c16168d9" providerId="ADAL" clId="{2BB18220-5B5C-4C63-A83D-BC20AECB05DE}" dt="2023-03-10T05:21:09.659" v="3099" actId="14100"/>
          <ac:picMkLst>
            <pc:docMk/>
            <pc:sldMk cId="968648137" sldId="270"/>
            <ac:picMk id="4" creationId="{8CD6A484-070A-C317-0D01-2C7185985279}"/>
          </ac:picMkLst>
        </pc:picChg>
        <pc:picChg chg="add mod">
          <ac:chgData name="Bulušková Kamila" userId="b14598a1-bbdf-4794-a95a-12c2c16168d9" providerId="ADAL" clId="{2BB18220-5B5C-4C63-A83D-BC20AECB05DE}" dt="2023-03-10T05:21:23.071" v="3102" actId="1076"/>
          <ac:picMkLst>
            <pc:docMk/>
            <pc:sldMk cId="968648137" sldId="270"/>
            <ac:picMk id="5" creationId="{AD7F6C48-B08A-D83A-70B1-58FC0B0637F9}"/>
          </ac:picMkLst>
        </pc:picChg>
        <pc:picChg chg="del">
          <ac:chgData name="Bulušková Kamila" userId="b14598a1-bbdf-4794-a95a-12c2c16168d9" providerId="ADAL" clId="{2BB18220-5B5C-4C63-A83D-BC20AECB05DE}" dt="2023-03-10T05:20:44.308" v="3092" actId="478"/>
          <ac:picMkLst>
            <pc:docMk/>
            <pc:sldMk cId="968648137" sldId="270"/>
            <ac:picMk id="1026" creationId="{0B856A24-E1C5-DAE8-5157-5FC31586B49C}"/>
          </ac:picMkLst>
        </pc:picChg>
      </pc:sldChg>
      <pc:sldChg chg="addSp delSp modSp new del">
        <pc:chgData name="Bulušková Kamila" userId="b14598a1-bbdf-4794-a95a-12c2c16168d9" providerId="ADAL" clId="{2BB18220-5B5C-4C63-A83D-BC20AECB05DE}" dt="2023-03-10T05:20:23.851" v="3088" actId="2696"/>
        <pc:sldMkLst>
          <pc:docMk/>
          <pc:sldMk cId="1089198602" sldId="270"/>
        </pc:sldMkLst>
        <pc:spChg chg="del">
          <ac:chgData name="Bulušková Kamila" userId="b14598a1-bbdf-4794-a95a-12c2c16168d9" providerId="ADAL" clId="{2BB18220-5B5C-4C63-A83D-BC20AECB05DE}" dt="2023-03-10T05:20:18.514" v="3087"/>
          <ac:spMkLst>
            <pc:docMk/>
            <pc:sldMk cId="1089198602" sldId="270"/>
            <ac:spMk id="3" creationId="{3880F6A3-93F9-3C14-2D48-49DFFEB0A3E3}"/>
          </ac:spMkLst>
        </pc:spChg>
        <pc:picChg chg="add mod">
          <ac:chgData name="Bulušková Kamila" userId="b14598a1-bbdf-4794-a95a-12c2c16168d9" providerId="ADAL" clId="{2BB18220-5B5C-4C63-A83D-BC20AECB05DE}" dt="2023-03-10T05:20:09.442" v="3086"/>
          <ac:picMkLst>
            <pc:docMk/>
            <pc:sldMk cId="1089198602" sldId="270"/>
            <ac:picMk id="4" creationId="{89304A4E-49E4-1E7E-A4AC-9C34A19EBB06}"/>
          </ac:picMkLst>
        </pc:picChg>
        <pc:picChg chg="add mod">
          <ac:chgData name="Bulušková Kamila" userId="b14598a1-bbdf-4794-a95a-12c2c16168d9" providerId="ADAL" clId="{2BB18220-5B5C-4C63-A83D-BC20AECB05DE}" dt="2023-03-10T05:20:18.514" v="3087"/>
          <ac:picMkLst>
            <pc:docMk/>
            <pc:sldMk cId="1089198602" sldId="270"/>
            <ac:picMk id="5" creationId="{9F537137-B865-2233-E532-D6ABE2CB50F5}"/>
          </ac:picMkLst>
        </pc:picChg>
      </pc:sldChg>
      <pc:sldChg chg="delSp add del setBg delDesignElem">
        <pc:chgData name="Bulušková Kamila" userId="b14598a1-bbdf-4794-a95a-12c2c16168d9" providerId="ADAL" clId="{2BB18220-5B5C-4C63-A83D-BC20AECB05DE}" dt="2023-03-10T05:32:38.117" v="3106" actId="2696"/>
        <pc:sldMkLst>
          <pc:docMk/>
          <pc:sldMk cId="3341803442" sldId="270"/>
        </pc:sldMkLst>
        <pc:spChg chg="del">
          <ac:chgData name="Bulušková Kamila" userId="b14598a1-bbdf-4794-a95a-12c2c16168d9" providerId="ADAL" clId="{2BB18220-5B5C-4C63-A83D-BC20AECB05DE}" dt="2023-03-10T05:32:01.423" v="3105"/>
          <ac:spMkLst>
            <pc:docMk/>
            <pc:sldMk cId="3341803442" sldId="270"/>
            <ac:spMk id="19" creationId="{D11AD2AD-0BA0-4DD3-8EEA-84686A0E718C}"/>
          </ac:spMkLst>
        </pc:spChg>
        <pc:spChg chg="del">
          <ac:chgData name="Bulušková Kamila" userId="b14598a1-bbdf-4794-a95a-12c2c16168d9" providerId="ADAL" clId="{2BB18220-5B5C-4C63-A83D-BC20AECB05DE}" dt="2023-03-10T05:32:01.423" v="3105"/>
          <ac:spMkLst>
            <pc:docMk/>
            <pc:sldMk cId="3341803442" sldId="270"/>
            <ac:spMk id="20" creationId="{5A0118C5-4F8D-4CF4-BADD-53FEACC6C42A}"/>
          </ac:spMkLst>
        </pc:spChg>
        <pc:spChg chg="del">
          <ac:chgData name="Bulušková Kamila" userId="b14598a1-bbdf-4794-a95a-12c2c16168d9" providerId="ADAL" clId="{2BB18220-5B5C-4C63-A83D-BC20AECB05DE}" dt="2023-03-10T05:32:01.423" v="3105"/>
          <ac:spMkLst>
            <pc:docMk/>
            <pc:sldMk cId="3341803442" sldId="270"/>
            <ac:spMk id="21" creationId="{59463AC4-F96D-4507-9EE0-A831B7910271}"/>
          </ac:spMkLst>
        </pc:spChg>
        <pc:spChg chg="del">
          <ac:chgData name="Bulušková Kamila" userId="b14598a1-bbdf-4794-a95a-12c2c16168d9" providerId="ADAL" clId="{2BB18220-5B5C-4C63-A83D-BC20AECB05DE}" dt="2023-03-10T05:32:01.423" v="3105"/>
          <ac:spMkLst>
            <pc:docMk/>
            <pc:sldMk cId="3341803442" sldId="270"/>
            <ac:spMk id="22" creationId="{F98F79A4-A6C7-4101-B1E9-27E05CB7CFA0}"/>
          </ac:spMkLst>
        </pc:spChg>
        <pc:spChg chg="del">
          <ac:chgData name="Bulušková Kamila" userId="b14598a1-bbdf-4794-a95a-12c2c16168d9" providerId="ADAL" clId="{2BB18220-5B5C-4C63-A83D-BC20AECB05DE}" dt="2023-03-10T05:32:01.423" v="3105"/>
          <ac:spMkLst>
            <pc:docMk/>
            <pc:sldMk cId="3341803442" sldId="270"/>
            <ac:spMk id="23" creationId="{9E5C5460-229E-46C8-A712-CC317985420F}"/>
          </ac:spMkLst>
        </pc:spChg>
        <pc:spChg chg="del">
          <ac:chgData name="Bulušková Kamila" userId="b14598a1-bbdf-4794-a95a-12c2c16168d9" providerId="ADAL" clId="{2BB18220-5B5C-4C63-A83D-BC20AECB05DE}" dt="2023-03-10T05:32:01.423" v="3105"/>
          <ac:spMkLst>
            <pc:docMk/>
            <pc:sldMk cId="3341803442" sldId="270"/>
            <ac:spMk id="24" creationId="{79AFCB35-9C04-4524-A0B1-57FF6865D013}"/>
          </ac:spMkLst>
        </pc:spChg>
        <pc:spChg chg="del">
          <ac:chgData name="Bulušková Kamila" userId="b14598a1-bbdf-4794-a95a-12c2c16168d9" providerId="ADAL" clId="{2BB18220-5B5C-4C63-A83D-BC20AECB05DE}" dt="2023-03-10T05:32:01.423" v="3105"/>
          <ac:spMkLst>
            <pc:docMk/>
            <pc:sldMk cId="3341803442" sldId="270"/>
            <ac:spMk id="25" creationId="{FC3ABE8C-1C72-4141-BADF-DD681176459A}"/>
          </ac:spMkLst>
        </pc:spChg>
        <pc:grpChg chg="del">
          <ac:chgData name="Bulušková Kamila" userId="b14598a1-bbdf-4794-a95a-12c2c16168d9" providerId="ADAL" clId="{2BB18220-5B5C-4C63-A83D-BC20AECB05DE}" dt="2023-03-10T05:32:01.423" v="3105"/>
          <ac:grpSpMkLst>
            <pc:docMk/>
            <pc:sldMk cId="3341803442" sldId="270"/>
            <ac:grpSpMk id="27" creationId="{0C156BF8-7FF7-440F-BE2B-417DFFE8BFA5}"/>
          </ac:grpSpMkLst>
        </pc:grpChg>
      </pc:sldChg>
      <pc:sldChg chg="add del">
        <pc:chgData name="Bulušková Kamila" userId="b14598a1-bbdf-4794-a95a-12c2c16168d9" providerId="ADAL" clId="{2BB18220-5B5C-4C63-A83D-BC20AECB05DE}" dt="2023-03-10T05:33:47.766" v="3112" actId="2696"/>
        <pc:sldMkLst>
          <pc:docMk/>
          <pc:sldMk cId="3711846824" sldId="270"/>
        </pc:sldMkLst>
      </pc:sldChg>
      <pc:sldChg chg="add del">
        <pc:chgData name="Bulušková Kamila" userId="b14598a1-bbdf-4794-a95a-12c2c16168d9" providerId="ADAL" clId="{2BB18220-5B5C-4C63-A83D-BC20AECB05DE}" dt="2023-03-10T05:33:43.432" v="3111"/>
        <pc:sldMkLst>
          <pc:docMk/>
          <pc:sldMk cId="3341803442" sldId="271"/>
        </pc:sldMkLst>
      </pc:sldChg>
      <pc:sldChg chg="modSp add mod ord">
        <pc:chgData name="Bulušková Kamila" userId="b14598a1-bbdf-4794-a95a-12c2c16168d9" providerId="ADAL" clId="{2BB18220-5B5C-4C63-A83D-BC20AECB05DE}" dt="2023-03-10T05:40:50.975" v="3482" actId="20577"/>
        <pc:sldMkLst>
          <pc:docMk/>
          <pc:sldMk cId="1250598028" sldId="272"/>
        </pc:sldMkLst>
        <pc:spChg chg="mod">
          <ac:chgData name="Bulušková Kamila" userId="b14598a1-bbdf-4794-a95a-12c2c16168d9" providerId="ADAL" clId="{2BB18220-5B5C-4C63-A83D-BC20AECB05DE}" dt="2023-03-10T05:37:07.442" v="3137" actId="20577"/>
          <ac:spMkLst>
            <pc:docMk/>
            <pc:sldMk cId="1250598028" sldId="272"/>
            <ac:spMk id="2" creationId="{FE4E6F22-7BB7-2438-9788-AE8AAE9A943D}"/>
          </ac:spMkLst>
        </pc:spChg>
        <pc:spChg chg="mod">
          <ac:chgData name="Bulušková Kamila" userId="b14598a1-bbdf-4794-a95a-12c2c16168d9" providerId="ADAL" clId="{2BB18220-5B5C-4C63-A83D-BC20AECB05DE}" dt="2023-03-10T05:40:50.975" v="3482" actId="20577"/>
          <ac:spMkLst>
            <pc:docMk/>
            <pc:sldMk cId="1250598028" sldId="272"/>
            <ac:spMk id="3" creationId="{45B39C70-F457-4959-AA96-55DBC7D18960}"/>
          </ac:spMkLst>
        </pc:spChg>
      </pc:sldChg>
      <pc:sldChg chg="add del">
        <pc:chgData name="Bulušková Kamila" userId="b14598a1-bbdf-4794-a95a-12c2c16168d9" providerId="ADAL" clId="{2BB18220-5B5C-4C63-A83D-BC20AECB05DE}" dt="2023-03-10T05:43:50.175" v="3485" actId="2696"/>
        <pc:sldMkLst>
          <pc:docMk/>
          <pc:sldMk cId="3711846824" sldId="273"/>
        </pc:sldMkLst>
      </pc:sldChg>
      <pc:sldChg chg="modSp add mod">
        <pc:chgData name="Bulušková Kamila" userId="b14598a1-bbdf-4794-a95a-12c2c16168d9" providerId="ADAL" clId="{2BB18220-5B5C-4C63-A83D-BC20AECB05DE}" dt="2023-03-10T05:44:51.072" v="3565" actId="20577"/>
        <pc:sldMkLst>
          <pc:docMk/>
          <pc:sldMk cId="718901200" sldId="274"/>
        </pc:sldMkLst>
        <pc:spChg chg="mod">
          <ac:chgData name="Bulušková Kamila" userId="b14598a1-bbdf-4794-a95a-12c2c16168d9" providerId="ADAL" clId="{2BB18220-5B5C-4C63-A83D-BC20AECB05DE}" dt="2023-03-10T05:44:03.636" v="3495" actId="20577"/>
          <ac:spMkLst>
            <pc:docMk/>
            <pc:sldMk cId="718901200" sldId="274"/>
            <ac:spMk id="2" creationId="{8B209A37-617D-77DB-B931-9CB29931B21F}"/>
          </ac:spMkLst>
        </pc:spChg>
        <pc:spChg chg="mod">
          <ac:chgData name="Bulušková Kamila" userId="b14598a1-bbdf-4794-a95a-12c2c16168d9" providerId="ADAL" clId="{2BB18220-5B5C-4C63-A83D-BC20AECB05DE}" dt="2023-03-10T05:44:51.072" v="3565" actId="20577"/>
          <ac:spMkLst>
            <pc:docMk/>
            <pc:sldMk cId="718901200" sldId="274"/>
            <ac:spMk id="26" creationId="{F63CD3FB-21E6-A1DF-1550-74D3F799E70E}"/>
          </ac:spMkLst>
        </pc:spChg>
      </pc:sldChg>
      <pc:sldChg chg="modSp add mod ord">
        <pc:chgData name="Bulušková Kamila" userId="b14598a1-bbdf-4794-a95a-12c2c16168d9" providerId="ADAL" clId="{2BB18220-5B5C-4C63-A83D-BC20AECB05DE}" dt="2023-03-10T06:03:04.936" v="4084" actId="27636"/>
        <pc:sldMkLst>
          <pc:docMk/>
          <pc:sldMk cId="38852119" sldId="275"/>
        </pc:sldMkLst>
        <pc:spChg chg="mod">
          <ac:chgData name="Bulušková Kamila" userId="b14598a1-bbdf-4794-a95a-12c2c16168d9" providerId="ADAL" clId="{2BB18220-5B5C-4C63-A83D-BC20AECB05DE}" dt="2023-03-10T05:48:43.267" v="3599" actId="20577"/>
          <ac:spMkLst>
            <pc:docMk/>
            <pc:sldMk cId="38852119" sldId="275"/>
            <ac:spMk id="2" creationId="{FE4E6F22-7BB7-2438-9788-AE8AAE9A943D}"/>
          </ac:spMkLst>
        </pc:spChg>
        <pc:spChg chg="mod">
          <ac:chgData name="Bulušková Kamila" userId="b14598a1-bbdf-4794-a95a-12c2c16168d9" providerId="ADAL" clId="{2BB18220-5B5C-4C63-A83D-BC20AECB05DE}" dt="2023-03-10T06:03:04.936" v="4084" actId="27636"/>
          <ac:spMkLst>
            <pc:docMk/>
            <pc:sldMk cId="38852119" sldId="275"/>
            <ac:spMk id="3" creationId="{45B39C70-F457-4959-AA96-55DBC7D18960}"/>
          </ac:spMkLst>
        </pc:spChg>
      </pc:sldChg>
      <pc:sldChg chg="add del">
        <pc:chgData name="Bulušková Kamila" userId="b14598a1-bbdf-4794-a95a-12c2c16168d9" providerId="ADAL" clId="{2BB18220-5B5C-4C63-A83D-BC20AECB05DE}" dt="2023-03-10T05:43:57.670" v="3486" actId="2696"/>
        <pc:sldMkLst>
          <pc:docMk/>
          <pc:sldMk cId="401107138" sldId="275"/>
        </pc:sldMkLst>
      </pc:sldChg>
      <pc:sldChg chg="addSp delSp modSp add mod ord">
        <pc:chgData name="Bulušková Kamila" userId="b14598a1-bbdf-4794-a95a-12c2c16168d9" providerId="ADAL" clId="{2BB18220-5B5C-4C63-A83D-BC20AECB05DE}" dt="2023-03-10T06:08:11.165" v="4216" actId="20577"/>
        <pc:sldMkLst>
          <pc:docMk/>
          <pc:sldMk cId="3280259724" sldId="276"/>
        </pc:sldMkLst>
        <pc:spChg chg="mod">
          <ac:chgData name="Bulušková Kamila" userId="b14598a1-bbdf-4794-a95a-12c2c16168d9" providerId="ADAL" clId="{2BB18220-5B5C-4C63-A83D-BC20AECB05DE}" dt="2023-03-10T06:05:05.600" v="4097" actId="20577"/>
          <ac:spMkLst>
            <pc:docMk/>
            <pc:sldMk cId="3280259724" sldId="276"/>
            <ac:spMk id="2" creationId="{8B209A37-617D-77DB-B931-9CB29931B21F}"/>
          </ac:spMkLst>
        </pc:spChg>
        <pc:spChg chg="mod">
          <ac:chgData name="Bulušková Kamila" userId="b14598a1-bbdf-4794-a95a-12c2c16168d9" providerId="ADAL" clId="{2BB18220-5B5C-4C63-A83D-BC20AECB05DE}" dt="2023-03-10T06:08:11.165" v="4216" actId="20577"/>
          <ac:spMkLst>
            <pc:docMk/>
            <pc:sldMk cId="3280259724" sldId="276"/>
            <ac:spMk id="26" creationId="{F63CD3FB-21E6-A1DF-1550-74D3F799E70E}"/>
          </ac:spMkLst>
        </pc:spChg>
        <pc:picChg chg="add mod">
          <ac:chgData name="Bulušková Kamila" userId="b14598a1-bbdf-4794-a95a-12c2c16168d9" providerId="ADAL" clId="{2BB18220-5B5C-4C63-A83D-BC20AECB05DE}" dt="2023-03-10T06:06:29.794" v="4109" actId="1440"/>
          <ac:picMkLst>
            <pc:docMk/>
            <pc:sldMk cId="3280259724" sldId="276"/>
            <ac:picMk id="3" creationId="{B9D41482-74B9-40AC-1DA9-B65C6AA8662E}"/>
          </ac:picMkLst>
        </pc:picChg>
        <pc:picChg chg="del mod">
          <ac:chgData name="Bulušková Kamila" userId="b14598a1-bbdf-4794-a95a-12c2c16168d9" providerId="ADAL" clId="{2BB18220-5B5C-4C63-A83D-BC20AECB05DE}" dt="2023-03-10T06:05:07.933" v="4099" actId="478"/>
          <ac:picMkLst>
            <pc:docMk/>
            <pc:sldMk cId="3280259724" sldId="276"/>
            <ac:picMk id="7" creationId="{16E59C34-542D-4C1B-5492-B829C938D09A}"/>
          </ac:picMkLst>
        </pc:picChg>
        <pc:picChg chg="del">
          <ac:chgData name="Bulušková Kamila" userId="b14598a1-bbdf-4794-a95a-12c2c16168d9" providerId="ADAL" clId="{2BB18220-5B5C-4C63-A83D-BC20AECB05DE}" dt="2023-03-10T06:05:12.909" v="4101" actId="478"/>
          <ac:picMkLst>
            <pc:docMk/>
            <pc:sldMk cId="3280259724" sldId="276"/>
            <ac:picMk id="8" creationId="{99D3B5B5-6BA8-5F08-C5FB-4938DDAC1977}"/>
          </ac:picMkLst>
        </pc:picChg>
      </pc:sldChg>
      <pc:sldChg chg="modSp add mod ord">
        <pc:chgData name="Bulušková Kamila" userId="b14598a1-bbdf-4794-a95a-12c2c16168d9" providerId="ADAL" clId="{2BB18220-5B5C-4C63-A83D-BC20AECB05DE}" dt="2023-03-10T06:14:24.310" v="4698" actId="20577"/>
        <pc:sldMkLst>
          <pc:docMk/>
          <pc:sldMk cId="1942979790" sldId="277"/>
        </pc:sldMkLst>
        <pc:spChg chg="mod">
          <ac:chgData name="Bulušková Kamila" userId="b14598a1-bbdf-4794-a95a-12c2c16168d9" providerId="ADAL" clId="{2BB18220-5B5C-4C63-A83D-BC20AECB05DE}" dt="2023-03-10T06:08:39.797" v="4232" actId="20577"/>
          <ac:spMkLst>
            <pc:docMk/>
            <pc:sldMk cId="1942979790" sldId="277"/>
            <ac:spMk id="2" creationId="{FE4E6F22-7BB7-2438-9788-AE8AAE9A943D}"/>
          </ac:spMkLst>
        </pc:spChg>
        <pc:spChg chg="mod">
          <ac:chgData name="Bulušková Kamila" userId="b14598a1-bbdf-4794-a95a-12c2c16168d9" providerId="ADAL" clId="{2BB18220-5B5C-4C63-A83D-BC20AECB05DE}" dt="2023-03-10T06:14:24.310" v="4698" actId="20577"/>
          <ac:spMkLst>
            <pc:docMk/>
            <pc:sldMk cId="1942979790" sldId="277"/>
            <ac:spMk id="3" creationId="{45B39C70-F457-4959-AA96-55DBC7D18960}"/>
          </ac:spMkLst>
        </pc:spChg>
      </pc:sldChg>
      <pc:sldMasterChg chg="add del addSldLayout delSldLayout">
        <pc:chgData name="Bulušková Kamila" userId="b14598a1-bbdf-4794-a95a-12c2c16168d9" providerId="ADAL" clId="{2BB18220-5B5C-4C63-A83D-BC20AECB05DE}" dt="2023-03-10T05:33:43.426" v="3110" actId="27028"/>
        <pc:sldMasterMkLst>
          <pc:docMk/>
          <pc:sldMasterMk cId="4020917405" sldId="2147483648"/>
        </pc:sldMasterMkLst>
        <pc:sldLayoutChg chg="add del">
          <pc:chgData name="Bulušková Kamila" userId="b14598a1-bbdf-4794-a95a-12c2c16168d9" providerId="ADAL" clId="{2BB18220-5B5C-4C63-A83D-BC20AECB05DE}" dt="2023-03-10T05:33:43.426" v="3110" actId="27028"/>
          <pc:sldLayoutMkLst>
            <pc:docMk/>
            <pc:sldMasterMk cId="4020917405" sldId="2147483648"/>
            <pc:sldLayoutMk cId="1970195597" sldId="2147483649"/>
          </pc:sldLayoutMkLst>
        </pc:sldLayoutChg>
        <pc:sldLayoutChg chg="add del">
          <pc:chgData name="Bulušková Kamila" userId="b14598a1-bbdf-4794-a95a-12c2c16168d9" providerId="ADAL" clId="{2BB18220-5B5C-4C63-A83D-BC20AECB05DE}" dt="2023-03-10T05:33:43.426" v="3110" actId="27028"/>
          <pc:sldLayoutMkLst>
            <pc:docMk/>
            <pc:sldMasterMk cId="4020917405" sldId="2147483648"/>
            <pc:sldLayoutMk cId="1073381344" sldId="2147483650"/>
          </pc:sldLayoutMkLst>
        </pc:sldLayoutChg>
        <pc:sldLayoutChg chg="add del">
          <pc:chgData name="Bulušková Kamila" userId="b14598a1-bbdf-4794-a95a-12c2c16168d9" providerId="ADAL" clId="{2BB18220-5B5C-4C63-A83D-BC20AECB05DE}" dt="2023-03-10T05:33:43.426" v="3110" actId="27028"/>
          <pc:sldLayoutMkLst>
            <pc:docMk/>
            <pc:sldMasterMk cId="4020917405" sldId="2147483648"/>
            <pc:sldLayoutMk cId="663391137" sldId="2147483651"/>
          </pc:sldLayoutMkLst>
        </pc:sldLayoutChg>
        <pc:sldLayoutChg chg="add del">
          <pc:chgData name="Bulušková Kamila" userId="b14598a1-bbdf-4794-a95a-12c2c16168d9" providerId="ADAL" clId="{2BB18220-5B5C-4C63-A83D-BC20AECB05DE}" dt="2023-03-10T05:33:43.426" v="3110" actId="27028"/>
          <pc:sldLayoutMkLst>
            <pc:docMk/>
            <pc:sldMasterMk cId="4020917405" sldId="2147483648"/>
            <pc:sldLayoutMk cId="2877994293" sldId="2147483652"/>
          </pc:sldLayoutMkLst>
        </pc:sldLayoutChg>
        <pc:sldLayoutChg chg="add del">
          <pc:chgData name="Bulušková Kamila" userId="b14598a1-bbdf-4794-a95a-12c2c16168d9" providerId="ADAL" clId="{2BB18220-5B5C-4C63-A83D-BC20AECB05DE}" dt="2023-03-10T05:33:43.426" v="3110" actId="27028"/>
          <pc:sldLayoutMkLst>
            <pc:docMk/>
            <pc:sldMasterMk cId="4020917405" sldId="2147483648"/>
            <pc:sldLayoutMk cId="1287155599" sldId="2147483653"/>
          </pc:sldLayoutMkLst>
        </pc:sldLayoutChg>
        <pc:sldLayoutChg chg="add del">
          <pc:chgData name="Bulušková Kamila" userId="b14598a1-bbdf-4794-a95a-12c2c16168d9" providerId="ADAL" clId="{2BB18220-5B5C-4C63-A83D-BC20AECB05DE}" dt="2023-03-10T05:33:43.426" v="3110" actId="27028"/>
          <pc:sldLayoutMkLst>
            <pc:docMk/>
            <pc:sldMasterMk cId="4020917405" sldId="2147483648"/>
            <pc:sldLayoutMk cId="797858522" sldId="2147483654"/>
          </pc:sldLayoutMkLst>
        </pc:sldLayoutChg>
        <pc:sldLayoutChg chg="add del">
          <pc:chgData name="Bulušková Kamila" userId="b14598a1-bbdf-4794-a95a-12c2c16168d9" providerId="ADAL" clId="{2BB18220-5B5C-4C63-A83D-BC20AECB05DE}" dt="2023-03-10T05:33:43.426" v="3110" actId="27028"/>
          <pc:sldLayoutMkLst>
            <pc:docMk/>
            <pc:sldMasterMk cId="4020917405" sldId="2147483648"/>
            <pc:sldLayoutMk cId="2291942080" sldId="2147483655"/>
          </pc:sldLayoutMkLst>
        </pc:sldLayoutChg>
        <pc:sldLayoutChg chg="add del">
          <pc:chgData name="Bulušková Kamila" userId="b14598a1-bbdf-4794-a95a-12c2c16168d9" providerId="ADAL" clId="{2BB18220-5B5C-4C63-A83D-BC20AECB05DE}" dt="2023-03-10T05:33:43.426" v="3110" actId="27028"/>
          <pc:sldLayoutMkLst>
            <pc:docMk/>
            <pc:sldMasterMk cId="4020917405" sldId="2147483648"/>
            <pc:sldLayoutMk cId="2517310138" sldId="2147483656"/>
          </pc:sldLayoutMkLst>
        </pc:sldLayoutChg>
        <pc:sldLayoutChg chg="add del">
          <pc:chgData name="Bulušková Kamila" userId="b14598a1-bbdf-4794-a95a-12c2c16168d9" providerId="ADAL" clId="{2BB18220-5B5C-4C63-A83D-BC20AECB05DE}" dt="2023-03-10T05:33:43.426" v="3110" actId="27028"/>
          <pc:sldLayoutMkLst>
            <pc:docMk/>
            <pc:sldMasterMk cId="4020917405" sldId="2147483648"/>
            <pc:sldLayoutMk cId="1655948445" sldId="2147483657"/>
          </pc:sldLayoutMkLst>
        </pc:sldLayoutChg>
        <pc:sldLayoutChg chg="add del">
          <pc:chgData name="Bulušková Kamila" userId="b14598a1-bbdf-4794-a95a-12c2c16168d9" providerId="ADAL" clId="{2BB18220-5B5C-4C63-A83D-BC20AECB05DE}" dt="2023-03-10T05:33:43.426" v="3110" actId="27028"/>
          <pc:sldLayoutMkLst>
            <pc:docMk/>
            <pc:sldMasterMk cId="4020917405" sldId="2147483648"/>
            <pc:sldLayoutMk cId="905176971" sldId="2147483658"/>
          </pc:sldLayoutMkLst>
        </pc:sldLayoutChg>
        <pc:sldLayoutChg chg="add del">
          <pc:chgData name="Bulušková Kamila" userId="b14598a1-bbdf-4794-a95a-12c2c16168d9" providerId="ADAL" clId="{2BB18220-5B5C-4C63-A83D-BC20AECB05DE}" dt="2023-03-10T05:33:43.426" v="3110" actId="27028"/>
          <pc:sldLayoutMkLst>
            <pc:docMk/>
            <pc:sldMasterMk cId="4020917405" sldId="2147483648"/>
            <pc:sldLayoutMk cId="12710777" sldId="2147483659"/>
          </pc:sldLayoutMkLst>
        </pc:sldLayoutChg>
      </pc:sldMasterChg>
      <pc:sldMasterChg chg="replId modSldLayout">
        <pc:chgData name="Bulušková Kamila" userId="b14598a1-bbdf-4794-a95a-12c2c16168d9" providerId="ADAL" clId="{2BB18220-5B5C-4C63-A83D-BC20AECB05DE}" dt="2023-03-10T05:33:26.115" v="3107" actId="27028"/>
        <pc:sldMasterMkLst>
          <pc:docMk/>
          <pc:sldMasterMk cId="3034987664" sldId="2147483660"/>
        </pc:sldMasterMkLst>
        <pc:sldLayoutChg chg="replId">
          <pc:chgData name="Bulušková Kamila" userId="b14598a1-bbdf-4794-a95a-12c2c16168d9" providerId="ADAL" clId="{2BB18220-5B5C-4C63-A83D-BC20AECB05DE}" dt="2023-03-10T05:33:26.115" v="3107" actId="27028"/>
          <pc:sldLayoutMkLst>
            <pc:docMk/>
            <pc:sldMasterMk cId="3034987664" sldId="2147483660"/>
            <pc:sldLayoutMk cId="2728259023" sldId="2147483661"/>
          </pc:sldLayoutMkLst>
        </pc:sldLayoutChg>
        <pc:sldLayoutChg chg="replId">
          <pc:chgData name="Bulušková Kamila" userId="b14598a1-bbdf-4794-a95a-12c2c16168d9" providerId="ADAL" clId="{2BB18220-5B5C-4C63-A83D-BC20AECB05DE}" dt="2023-03-10T05:33:26.115" v="3107" actId="27028"/>
          <pc:sldLayoutMkLst>
            <pc:docMk/>
            <pc:sldMasterMk cId="3034987664" sldId="2147483660"/>
            <pc:sldLayoutMk cId="3040706867" sldId="2147483662"/>
          </pc:sldLayoutMkLst>
        </pc:sldLayoutChg>
        <pc:sldLayoutChg chg="replId">
          <pc:chgData name="Bulušková Kamila" userId="b14598a1-bbdf-4794-a95a-12c2c16168d9" providerId="ADAL" clId="{2BB18220-5B5C-4C63-A83D-BC20AECB05DE}" dt="2023-03-10T05:33:26.115" v="3107" actId="27028"/>
          <pc:sldLayoutMkLst>
            <pc:docMk/>
            <pc:sldMasterMk cId="3034987664" sldId="2147483660"/>
            <pc:sldLayoutMk cId="3999985384" sldId="2147483663"/>
          </pc:sldLayoutMkLst>
        </pc:sldLayoutChg>
        <pc:sldLayoutChg chg="replId">
          <pc:chgData name="Bulušková Kamila" userId="b14598a1-bbdf-4794-a95a-12c2c16168d9" providerId="ADAL" clId="{2BB18220-5B5C-4C63-A83D-BC20AECB05DE}" dt="2023-03-10T05:33:26.115" v="3107" actId="27028"/>
          <pc:sldLayoutMkLst>
            <pc:docMk/>
            <pc:sldMasterMk cId="3034987664" sldId="2147483660"/>
            <pc:sldLayoutMk cId="622275428" sldId="2147483664"/>
          </pc:sldLayoutMkLst>
        </pc:sldLayoutChg>
        <pc:sldLayoutChg chg="replId">
          <pc:chgData name="Bulušková Kamila" userId="b14598a1-bbdf-4794-a95a-12c2c16168d9" providerId="ADAL" clId="{2BB18220-5B5C-4C63-A83D-BC20AECB05DE}" dt="2023-03-10T05:33:26.115" v="3107" actId="27028"/>
          <pc:sldLayoutMkLst>
            <pc:docMk/>
            <pc:sldMasterMk cId="3034987664" sldId="2147483660"/>
            <pc:sldLayoutMk cId="2711247509" sldId="2147483665"/>
          </pc:sldLayoutMkLst>
        </pc:sldLayoutChg>
        <pc:sldLayoutChg chg="replId">
          <pc:chgData name="Bulušková Kamila" userId="b14598a1-bbdf-4794-a95a-12c2c16168d9" providerId="ADAL" clId="{2BB18220-5B5C-4C63-A83D-BC20AECB05DE}" dt="2023-03-10T05:33:26.115" v="3107" actId="27028"/>
          <pc:sldLayoutMkLst>
            <pc:docMk/>
            <pc:sldMasterMk cId="3034987664" sldId="2147483660"/>
            <pc:sldLayoutMk cId="2264137994" sldId="2147483666"/>
          </pc:sldLayoutMkLst>
        </pc:sldLayoutChg>
        <pc:sldLayoutChg chg="replId">
          <pc:chgData name="Bulušková Kamila" userId="b14598a1-bbdf-4794-a95a-12c2c16168d9" providerId="ADAL" clId="{2BB18220-5B5C-4C63-A83D-BC20AECB05DE}" dt="2023-03-10T05:33:26.115" v="3107" actId="27028"/>
          <pc:sldLayoutMkLst>
            <pc:docMk/>
            <pc:sldMasterMk cId="3034987664" sldId="2147483660"/>
            <pc:sldLayoutMk cId="642728263" sldId="2147483667"/>
          </pc:sldLayoutMkLst>
        </pc:sldLayoutChg>
        <pc:sldLayoutChg chg="replId">
          <pc:chgData name="Bulušková Kamila" userId="b14598a1-bbdf-4794-a95a-12c2c16168d9" providerId="ADAL" clId="{2BB18220-5B5C-4C63-A83D-BC20AECB05DE}" dt="2023-03-10T05:33:26.115" v="3107" actId="27028"/>
          <pc:sldLayoutMkLst>
            <pc:docMk/>
            <pc:sldMasterMk cId="3034987664" sldId="2147483660"/>
            <pc:sldLayoutMk cId="4229347485" sldId="2147483668"/>
          </pc:sldLayoutMkLst>
        </pc:sldLayoutChg>
        <pc:sldLayoutChg chg="replId">
          <pc:chgData name="Bulušková Kamila" userId="b14598a1-bbdf-4794-a95a-12c2c16168d9" providerId="ADAL" clId="{2BB18220-5B5C-4C63-A83D-BC20AECB05DE}" dt="2023-03-10T05:33:26.115" v="3107" actId="27028"/>
          <pc:sldLayoutMkLst>
            <pc:docMk/>
            <pc:sldMasterMk cId="3034987664" sldId="2147483660"/>
            <pc:sldLayoutMk cId="742321440" sldId="2147483669"/>
          </pc:sldLayoutMkLst>
        </pc:sldLayoutChg>
        <pc:sldLayoutChg chg="replId">
          <pc:chgData name="Bulušková Kamila" userId="b14598a1-bbdf-4794-a95a-12c2c16168d9" providerId="ADAL" clId="{2BB18220-5B5C-4C63-A83D-BC20AECB05DE}" dt="2023-03-10T05:33:26.115" v="3107" actId="27028"/>
          <pc:sldLayoutMkLst>
            <pc:docMk/>
            <pc:sldMasterMk cId="3034987664" sldId="2147483660"/>
            <pc:sldLayoutMk cId="1344049221" sldId="2147483670"/>
          </pc:sldLayoutMkLst>
        </pc:sldLayoutChg>
        <pc:sldLayoutChg chg="replId">
          <pc:chgData name="Bulušková Kamila" userId="b14598a1-bbdf-4794-a95a-12c2c16168d9" providerId="ADAL" clId="{2BB18220-5B5C-4C63-A83D-BC20AECB05DE}" dt="2023-03-10T05:33:26.115" v="3107" actId="27028"/>
          <pc:sldLayoutMkLst>
            <pc:docMk/>
            <pc:sldMasterMk cId="3034987664" sldId="2147483660"/>
            <pc:sldLayoutMk cId="2684015540" sldId="2147483671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6" Type="http://schemas.openxmlformats.org/officeDocument/2006/relationships/image" Target="../media/image24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6" Type="http://schemas.openxmlformats.org/officeDocument/2006/relationships/image" Target="../media/image24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984FD0-A7BA-43A9-9D4E-883870ADDC7A}" type="doc">
      <dgm:prSet loTypeId="urn:microsoft.com/office/officeart/2005/8/layout/vList3" loCatId="list" qsTypeId="urn:microsoft.com/office/officeart/2005/8/quickstyle/simple1" qsCatId="simple" csTypeId="urn:microsoft.com/office/officeart/2005/8/colors/accent0_3" csCatId="mainScheme" phldr="1"/>
      <dgm:spPr/>
    </dgm:pt>
    <dgm:pt modelId="{770F515B-AA61-4382-9689-AB354BBC1B79}">
      <dgm:prSet phldrT="[Text]" custT="1"/>
      <dgm:spPr/>
      <dgm:t>
        <a:bodyPr/>
        <a:lstStyle/>
        <a:p>
          <a:r>
            <a:rPr lang="cs-CZ" sz="2400" dirty="0"/>
            <a:t>Instinkt</a:t>
          </a:r>
        </a:p>
      </dgm:t>
    </dgm:pt>
    <dgm:pt modelId="{1249F400-F34F-48E3-886A-7AA1FD5DA57D}" type="parTrans" cxnId="{AFDCFCA9-D864-4409-AD61-7287A5E91A06}">
      <dgm:prSet/>
      <dgm:spPr/>
      <dgm:t>
        <a:bodyPr/>
        <a:lstStyle/>
        <a:p>
          <a:endParaRPr lang="cs-CZ"/>
        </a:p>
      </dgm:t>
    </dgm:pt>
    <dgm:pt modelId="{CD7448B9-B45C-4DBC-A975-C342E4A59EB7}" type="sibTrans" cxnId="{AFDCFCA9-D864-4409-AD61-7287A5E91A06}">
      <dgm:prSet/>
      <dgm:spPr/>
      <dgm:t>
        <a:bodyPr/>
        <a:lstStyle/>
        <a:p>
          <a:endParaRPr lang="cs-CZ"/>
        </a:p>
      </dgm:t>
    </dgm:pt>
    <dgm:pt modelId="{9EE96D90-A21F-40FB-8611-AEB89C72C879}">
      <dgm:prSet phldrT="[Text]" custT="1"/>
      <dgm:spPr/>
      <dgm:t>
        <a:bodyPr/>
        <a:lstStyle/>
        <a:p>
          <a:r>
            <a:rPr lang="cs-CZ" sz="2400" dirty="0"/>
            <a:t>Reflex</a:t>
          </a:r>
        </a:p>
      </dgm:t>
    </dgm:pt>
    <dgm:pt modelId="{5156015D-D9C7-42A3-906F-F2EADD1285A4}" type="parTrans" cxnId="{3C1E6D87-F60B-46D4-8558-58493755D65F}">
      <dgm:prSet/>
      <dgm:spPr/>
      <dgm:t>
        <a:bodyPr/>
        <a:lstStyle/>
        <a:p>
          <a:endParaRPr lang="cs-CZ"/>
        </a:p>
      </dgm:t>
    </dgm:pt>
    <dgm:pt modelId="{023F2D8E-18A0-4857-B522-8EE15FA080E1}" type="sibTrans" cxnId="{3C1E6D87-F60B-46D4-8558-58493755D65F}">
      <dgm:prSet/>
      <dgm:spPr/>
      <dgm:t>
        <a:bodyPr/>
        <a:lstStyle/>
        <a:p>
          <a:endParaRPr lang="cs-CZ"/>
        </a:p>
      </dgm:t>
    </dgm:pt>
    <dgm:pt modelId="{614E81EE-13B2-45F4-A35E-56CB4D78764B}">
      <dgm:prSet phldrT="[Text]" custT="1"/>
      <dgm:spPr/>
      <dgm:t>
        <a:bodyPr/>
        <a:lstStyle/>
        <a:p>
          <a:r>
            <a:rPr lang="cs-CZ" sz="2400" dirty="0"/>
            <a:t>Habituace</a:t>
          </a:r>
          <a:r>
            <a:rPr lang="cs-CZ" sz="1900" dirty="0"/>
            <a:t> (</a:t>
          </a:r>
          <a:r>
            <a:rPr lang="cs-CZ" sz="2400" dirty="0"/>
            <a:t>přivyknutí</a:t>
          </a:r>
          <a:r>
            <a:rPr lang="cs-CZ" sz="1900" dirty="0"/>
            <a:t>)</a:t>
          </a:r>
        </a:p>
      </dgm:t>
    </dgm:pt>
    <dgm:pt modelId="{F17BA848-E39B-4C7B-B13A-7A437B08A1DD}" type="parTrans" cxnId="{D31FF454-F280-41A5-96DE-ED1084B0EB15}">
      <dgm:prSet/>
      <dgm:spPr/>
      <dgm:t>
        <a:bodyPr/>
        <a:lstStyle/>
        <a:p>
          <a:endParaRPr lang="cs-CZ"/>
        </a:p>
      </dgm:t>
    </dgm:pt>
    <dgm:pt modelId="{4B89DF58-57F4-49E8-83E5-4F9C0473F8E3}" type="sibTrans" cxnId="{D31FF454-F280-41A5-96DE-ED1084B0EB15}">
      <dgm:prSet/>
      <dgm:spPr/>
      <dgm:t>
        <a:bodyPr/>
        <a:lstStyle/>
        <a:p>
          <a:endParaRPr lang="cs-CZ"/>
        </a:p>
      </dgm:t>
    </dgm:pt>
    <dgm:pt modelId="{A8B5373B-F2AD-480D-80C0-3AA0B1A0A476}">
      <dgm:prSet phldrT="[Text]" custT="1"/>
      <dgm:spPr/>
      <dgm:t>
        <a:bodyPr/>
        <a:lstStyle/>
        <a:p>
          <a:r>
            <a:rPr lang="cs-CZ" sz="2400" dirty="0"/>
            <a:t>Asociativní učení</a:t>
          </a:r>
        </a:p>
      </dgm:t>
    </dgm:pt>
    <dgm:pt modelId="{A76DDCD0-E834-4772-B01A-4CE604CAE941}" type="parTrans" cxnId="{2FB4CC73-7AEF-4849-AA08-664D1FF8638B}">
      <dgm:prSet/>
      <dgm:spPr/>
      <dgm:t>
        <a:bodyPr/>
        <a:lstStyle/>
        <a:p>
          <a:endParaRPr lang="cs-CZ"/>
        </a:p>
      </dgm:t>
    </dgm:pt>
    <dgm:pt modelId="{352E65DB-5F05-456D-AD9E-22AE92B46917}" type="sibTrans" cxnId="{2FB4CC73-7AEF-4849-AA08-664D1FF8638B}">
      <dgm:prSet/>
      <dgm:spPr/>
      <dgm:t>
        <a:bodyPr/>
        <a:lstStyle/>
        <a:p>
          <a:endParaRPr lang="cs-CZ"/>
        </a:p>
      </dgm:t>
    </dgm:pt>
    <dgm:pt modelId="{6399CF50-B3E1-4624-AFFA-9F4B288DCD7F}">
      <dgm:prSet phldrT="[Text]" custT="1"/>
      <dgm:spPr/>
      <dgm:t>
        <a:bodyPr/>
        <a:lstStyle/>
        <a:p>
          <a:r>
            <a:rPr lang="cs-CZ" sz="2400" dirty="0"/>
            <a:t>Vtištění</a:t>
          </a:r>
        </a:p>
      </dgm:t>
    </dgm:pt>
    <dgm:pt modelId="{1034C9D2-44AB-41D7-8D08-0A8E440C7774}" type="parTrans" cxnId="{F6DB4A30-5E5B-46EC-915E-3AEA429E5F6E}">
      <dgm:prSet/>
      <dgm:spPr/>
      <dgm:t>
        <a:bodyPr/>
        <a:lstStyle/>
        <a:p>
          <a:endParaRPr lang="cs-CZ"/>
        </a:p>
      </dgm:t>
    </dgm:pt>
    <dgm:pt modelId="{F6C522D0-6F0A-4724-BBCE-04B4A16254E2}" type="sibTrans" cxnId="{F6DB4A30-5E5B-46EC-915E-3AEA429E5F6E}">
      <dgm:prSet/>
      <dgm:spPr/>
      <dgm:t>
        <a:bodyPr/>
        <a:lstStyle/>
        <a:p>
          <a:endParaRPr lang="cs-CZ"/>
        </a:p>
      </dgm:t>
    </dgm:pt>
    <dgm:pt modelId="{1246638A-AFE9-44DC-99A8-8EDD146925EB}">
      <dgm:prSet phldrT="[Text]" custT="1"/>
      <dgm:spPr/>
      <dgm:t>
        <a:bodyPr/>
        <a:lstStyle/>
        <a:p>
          <a:r>
            <a:rPr lang="cs-CZ" sz="2400" dirty="0"/>
            <a:t>Učení pozorováním (nápodoba)</a:t>
          </a:r>
        </a:p>
      </dgm:t>
    </dgm:pt>
    <dgm:pt modelId="{657071E4-8461-4905-AA4E-C13BF59F1107}" type="parTrans" cxnId="{8D36A3B0-A9FE-4C5C-80B9-B3EE2FA1E01B}">
      <dgm:prSet/>
      <dgm:spPr/>
      <dgm:t>
        <a:bodyPr/>
        <a:lstStyle/>
        <a:p>
          <a:endParaRPr lang="cs-CZ"/>
        </a:p>
      </dgm:t>
    </dgm:pt>
    <dgm:pt modelId="{B3A4E717-2DA8-4BA5-BEC0-28E58CA0320F}" type="sibTrans" cxnId="{8D36A3B0-A9FE-4C5C-80B9-B3EE2FA1E01B}">
      <dgm:prSet/>
      <dgm:spPr/>
      <dgm:t>
        <a:bodyPr/>
        <a:lstStyle/>
        <a:p>
          <a:endParaRPr lang="cs-CZ"/>
        </a:p>
      </dgm:t>
    </dgm:pt>
    <dgm:pt modelId="{D86289D5-F20D-4044-9CA6-B5F186550DA3}">
      <dgm:prSet phldrT="[Text]" custT="1"/>
      <dgm:spPr/>
      <dgm:t>
        <a:bodyPr/>
        <a:lstStyle/>
        <a:p>
          <a:r>
            <a:rPr lang="cs-CZ" sz="2400" dirty="0"/>
            <a:t>Sociální chování (ve skupině)</a:t>
          </a:r>
        </a:p>
      </dgm:t>
    </dgm:pt>
    <dgm:pt modelId="{433E7E04-302C-4D5F-822F-2A9B1F0574A4}" type="parTrans" cxnId="{50138EEC-D8DC-405C-B247-6D0C15758C61}">
      <dgm:prSet/>
      <dgm:spPr/>
      <dgm:t>
        <a:bodyPr/>
        <a:lstStyle/>
        <a:p>
          <a:endParaRPr lang="cs-CZ"/>
        </a:p>
      </dgm:t>
    </dgm:pt>
    <dgm:pt modelId="{19DD2659-CBB7-4D29-B657-C0379E691EDB}" type="sibTrans" cxnId="{50138EEC-D8DC-405C-B247-6D0C15758C61}">
      <dgm:prSet/>
      <dgm:spPr/>
      <dgm:t>
        <a:bodyPr/>
        <a:lstStyle/>
        <a:p>
          <a:endParaRPr lang="cs-CZ"/>
        </a:p>
      </dgm:t>
    </dgm:pt>
    <dgm:pt modelId="{5C9AECA7-FF86-4346-9EC1-C368836B1DCA}">
      <dgm:prSet phldrT="[Text]" custT="1"/>
      <dgm:spPr/>
      <dgm:t>
        <a:bodyPr/>
        <a:lstStyle/>
        <a:p>
          <a:r>
            <a:rPr lang="cs-CZ" sz="2400" dirty="0"/>
            <a:t>Sexuální chování</a:t>
          </a:r>
        </a:p>
      </dgm:t>
    </dgm:pt>
    <dgm:pt modelId="{6DFB641E-6F4D-47CF-9534-6B0B584C54A8}" type="parTrans" cxnId="{CF487051-7DF0-4F67-9C49-F18613001E8A}">
      <dgm:prSet/>
      <dgm:spPr/>
      <dgm:t>
        <a:bodyPr/>
        <a:lstStyle/>
        <a:p>
          <a:endParaRPr lang="cs-CZ"/>
        </a:p>
      </dgm:t>
    </dgm:pt>
    <dgm:pt modelId="{5D142192-2F21-4AAE-A635-4A14C91F458A}" type="sibTrans" cxnId="{CF487051-7DF0-4F67-9C49-F18613001E8A}">
      <dgm:prSet/>
      <dgm:spPr/>
      <dgm:t>
        <a:bodyPr/>
        <a:lstStyle/>
        <a:p>
          <a:endParaRPr lang="cs-CZ"/>
        </a:p>
      </dgm:t>
    </dgm:pt>
    <dgm:pt modelId="{A4C23C62-B7ED-4140-A11A-822D5459287A}" type="pres">
      <dgm:prSet presAssocID="{57984FD0-A7BA-43A9-9D4E-883870ADDC7A}" presName="linearFlow" presStyleCnt="0">
        <dgm:presLayoutVars>
          <dgm:dir/>
          <dgm:resizeHandles val="exact"/>
        </dgm:presLayoutVars>
      </dgm:prSet>
      <dgm:spPr/>
    </dgm:pt>
    <dgm:pt modelId="{12158CFD-A5D1-4152-AD6C-F6951C3BB9BF}" type="pres">
      <dgm:prSet presAssocID="{770F515B-AA61-4382-9689-AB354BBC1B79}" presName="composite" presStyleCnt="0"/>
      <dgm:spPr/>
    </dgm:pt>
    <dgm:pt modelId="{0CB73176-83E2-44F5-AE24-793E44801332}" type="pres">
      <dgm:prSet presAssocID="{770F515B-AA61-4382-9689-AB354BBC1B79}" presName="imgShp" presStyleLbl="fgImgPlac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ěžet se souvislou výplní"/>
        </a:ext>
      </dgm:extLst>
    </dgm:pt>
    <dgm:pt modelId="{47DFECF9-8CD1-437A-899A-9E9FC66B47D8}" type="pres">
      <dgm:prSet presAssocID="{770F515B-AA61-4382-9689-AB354BBC1B79}" presName="txShp" presStyleLbl="node1" presStyleIdx="0" presStyleCnt="8">
        <dgm:presLayoutVars>
          <dgm:bulletEnabled val="1"/>
        </dgm:presLayoutVars>
      </dgm:prSet>
      <dgm:spPr/>
    </dgm:pt>
    <dgm:pt modelId="{4D82032D-54A4-48A1-8F5A-8FC30231B10B}" type="pres">
      <dgm:prSet presAssocID="{CD7448B9-B45C-4DBC-A975-C342E4A59EB7}" presName="spacing" presStyleCnt="0"/>
      <dgm:spPr/>
    </dgm:pt>
    <dgm:pt modelId="{9CCDDD3F-61FB-4493-AEE3-60471D6149B5}" type="pres">
      <dgm:prSet presAssocID="{9EE96D90-A21F-40FB-8611-AEB89C72C879}" presName="composite" presStyleCnt="0"/>
      <dgm:spPr/>
    </dgm:pt>
    <dgm:pt modelId="{F69D89E2-E1A0-4058-A7EA-3F870B9CFC9F}" type="pres">
      <dgm:prSet presAssocID="{9EE96D90-A21F-40FB-8611-AEB89C72C879}" presName="imgShp" presStyleLbl="fgImgPlace1" presStyleIdx="1" presStyleCnt="8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ojenecká láhev se souvislou výplní"/>
        </a:ext>
      </dgm:extLst>
    </dgm:pt>
    <dgm:pt modelId="{42F81391-7FA9-48FE-A52E-BA07E0E8C670}" type="pres">
      <dgm:prSet presAssocID="{9EE96D90-A21F-40FB-8611-AEB89C72C879}" presName="txShp" presStyleLbl="node1" presStyleIdx="1" presStyleCnt="8">
        <dgm:presLayoutVars>
          <dgm:bulletEnabled val="1"/>
        </dgm:presLayoutVars>
      </dgm:prSet>
      <dgm:spPr/>
    </dgm:pt>
    <dgm:pt modelId="{48821211-DAF0-44BA-B86F-EEDDA9A402E5}" type="pres">
      <dgm:prSet presAssocID="{023F2D8E-18A0-4857-B522-8EE15FA080E1}" presName="spacing" presStyleCnt="0"/>
      <dgm:spPr/>
    </dgm:pt>
    <dgm:pt modelId="{75C3B12D-B539-47B8-ABE1-4B8699B8AB0A}" type="pres">
      <dgm:prSet presAssocID="{614E81EE-13B2-45F4-A35E-56CB4D78764B}" presName="composite" presStyleCnt="0"/>
      <dgm:spPr/>
    </dgm:pt>
    <dgm:pt modelId="{F47E3B6E-B433-4787-BB3E-389843996191}" type="pres">
      <dgm:prSet presAssocID="{614E81EE-13B2-45F4-A35E-56CB4D78764B}" presName="imgShp" presStyleLbl="fgImgPlac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dinky se souvislou výplní"/>
        </a:ext>
      </dgm:extLst>
    </dgm:pt>
    <dgm:pt modelId="{72719EBE-C065-41D4-9647-F04C61228ADC}" type="pres">
      <dgm:prSet presAssocID="{614E81EE-13B2-45F4-A35E-56CB4D78764B}" presName="txShp" presStyleLbl="node1" presStyleIdx="2" presStyleCnt="8">
        <dgm:presLayoutVars>
          <dgm:bulletEnabled val="1"/>
        </dgm:presLayoutVars>
      </dgm:prSet>
      <dgm:spPr/>
    </dgm:pt>
    <dgm:pt modelId="{6906F7F0-8305-4785-B223-ABAABCFAA49E}" type="pres">
      <dgm:prSet presAssocID="{4B89DF58-57F4-49E8-83E5-4F9C0473F8E3}" presName="spacing" presStyleCnt="0"/>
      <dgm:spPr/>
    </dgm:pt>
    <dgm:pt modelId="{EBAFD6CF-D62A-459F-8027-8F4BFC22341C}" type="pres">
      <dgm:prSet presAssocID="{A8B5373B-F2AD-480D-80C0-3AA0B1A0A476}" presName="composite" presStyleCnt="0"/>
      <dgm:spPr/>
    </dgm:pt>
    <dgm:pt modelId="{8C00C8C8-A758-4D9B-8334-299094460DF4}" type="pres">
      <dgm:prSet presAssocID="{A8B5373B-F2AD-480D-80C0-3AA0B1A0A476}" presName="imgShp" presStyleLbl="fgImgPlac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zsvícená světla se souvislou výplní"/>
        </a:ext>
      </dgm:extLst>
    </dgm:pt>
    <dgm:pt modelId="{67E434BA-AC3F-4F8E-97F2-FB1E28F494A3}" type="pres">
      <dgm:prSet presAssocID="{A8B5373B-F2AD-480D-80C0-3AA0B1A0A476}" presName="txShp" presStyleLbl="node1" presStyleIdx="3" presStyleCnt="8">
        <dgm:presLayoutVars>
          <dgm:bulletEnabled val="1"/>
        </dgm:presLayoutVars>
      </dgm:prSet>
      <dgm:spPr/>
    </dgm:pt>
    <dgm:pt modelId="{AAE5CB5D-3C68-4D2B-818B-006E06260645}" type="pres">
      <dgm:prSet presAssocID="{352E65DB-5F05-456D-AD9E-22AE92B46917}" presName="spacing" presStyleCnt="0"/>
      <dgm:spPr/>
    </dgm:pt>
    <dgm:pt modelId="{6D8FF065-F3B3-4A75-A3E3-548991D77EA2}" type="pres">
      <dgm:prSet presAssocID="{6399CF50-B3E1-4624-AFFA-9F4B288DCD7F}" presName="composite" presStyleCnt="0"/>
      <dgm:spPr/>
    </dgm:pt>
    <dgm:pt modelId="{E8E01074-F6AB-42A7-BC0E-1AA7701EE332}" type="pres">
      <dgm:prSet presAssocID="{6399CF50-B3E1-4624-AFFA-9F4B288DCD7F}" presName="imgShp" presStyleLbl="fgImgPlac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tisky tlapy se souvislou výplní"/>
        </a:ext>
      </dgm:extLst>
    </dgm:pt>
    <dgm:pt modelId="{2DDD3AF6-EE76-4127-AE5B-900759F1966D}" type="pres">
      <dgm:prSet presAssocID="{6399CF50-B3E1-4624-AFFA-9F4B288DCD7F}" presName="txShp" presStyleLbl="node1" presStyleIdx="4" presStyleCnt="8">
        <dgm:presLayoutVars>
          <dgm:bulletEnabled val="1"/>
        </dgm:presLayoutVars>
      </dgm:prSet>
      <dgm:spPr/>
    </dgm:pt>
    <dgm:pt modelId="{E6B572BF-AC93-419D-987B-09BE75138790}" type="pres">
      <dgm:prSet presAssocID="{F6C522D0-6F0A-4724-BBCE-04B4A16254E2}" presName="spacing" presStyleCnt="0"/>
      <dgm:spPr/>
    </dgm:pt>
    <dgm:pt modelId="{026DEAEA-AF13-4672-83CE-CF8EECB5642A}" type="pres">
      <dgm:prSet presAssocID="{1246638A-AFE9-44DC-99A8-8EDD146925EB}" presName="composite" presStyleCnt="0"/>
      <dgm:spPr/>
    </dgm:pt>
    <dgm:pt modelId="{5391DF45-3F85-4C5A-BFC9-2FB75E9F1FB3}" type="pres">
      <dgm:prSet presAssocID="{1246638A-AFE9-44DC-99A8-8EDD146925EB}" presName="imgShp" presStyleLbl="fgImgPlac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brys obličeje s vyplazeným jazykem se souvislou výplní"/>
        </a:ext>
      </dgm:extLst>
    </dgm:pt>
    <dgm:pt modelId="{FA2F70F7-D05F-4756-A4FD-CBC6A6FC2F1D}" type="pres">
      <dgm:prSet presAssocID="{1246638A-AFE9-44DC-99A8-8EDD146925EB}" presName="txShp" presStyleLbl="node1" presStyleIdx="5" presStyleCnt="8">
        <dgm:presLayoutVars>
          <dgm:bulletEnabled val="1"/>
        </dgm:presLayoutVars>
      </dgm:prSet>
      <dgm:spPr/>
    </dgm:pt>
    <dgm:pt modelId="{7B19FA0F-E3B8-4F8E-9F5A-A2299C294A73}" type="pres">
      <dgm:prSet presAssocID="{B3A4E717-2DA8-4BA5-BEC0-28E58CA0320F}" presName="spacing" presStyleCnt="0"/>
      <dgm:spPr/>
    </dgm:pt>
    <dgm:pt modelId="{80D7F22F-0CD4-409A-B6EE-EE06996CDD5B}" type="pres">
      <dgm:prSet presAssocID="{D86289D5-F20D-4044-9CA6-B5F186550DA3}" presName="composite" presStyleCnt="0"/>
      <dgm:spPr/>
    </dgm:pt>
    <dgm:pt modelId="{ACC5A11E-609A-4F38-BC23-15DBE9DB2042}" type="pres">
      <dgm:prSet presAssocID="{D86289D5-F20D-4044-9CA6-B5F186550DA3}" presName="imgShp" presStyleLbl="fgImgPlac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kupina se souvislou výplní"/>
        </a:ext>
      </dgm:extLst>
    </dgm:pt>
    <dgm:pt modelId="{8CCF5084-A6B0-499F-948F-B4BDA81B8FE1}" type="pres">
      <dgm:prSet presAssocID="{D86289D5-F20D-4044-9CA6-B5F186550DA3}" presName="txShp" presStyleLbl="node1" presStyleIdx="6" presStyleCnt="8">
        <dgm:presLayoutVars>
          <dgm:bulletEnabled val="1"/>
        </dgm:presLayoutVars>
      </dgm:prSet>
      <dgm:spPr/>
    </dgm:pt>
    <dgm:pt modelId="{40286C58-BE82-4BEB-BF59-54E6BF28AAFC}" type="pres">
      <dgm:prSet presAssocID="{19DD2659-CBB7-4D29-B657-C0379E691EDB}" presName="spacing" presStyleCnt="0"/>
      <dgm:spPr/>
    </dgm:pt>
    <dgm:pt modelId="{8235DDBF-5E2E-417A-A880-D29BFD47DDDB}" type="pres">
      <dgm:prSet presAssocID="{5C9AECA7-FF86-4346-9EC1-C368836B1DCA}" presName="composite" presStyleCnt="0"/>
      <dgm:spPr/>
    </dgm:pt>
    <dgm:pt modelId="{B67EF3BD-5A64-4D79-9386-5739D3494FBD}" type="pres">
      <dgm:prSet presAssocID="{5C9AECA7-FF86-4346-9EC1-C368836B1DCA}" presName="imgShp" presStyleLbl="fgImgPlac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užský se souvislou výplní"/>
        </a:ext>
      </dgm:extLst>
    </dgm:pt>
    <dgm:pt modelId="{6CBB6DD4-6BB5-4A38-9B4B-0FC31A6DA102}" type="pres">
      <dgm:prSet presAssocID="{5C9AECA7-FF86-4346-9EC1-C368836B1DCA}" presName="txShp" presStyleLbl="node1" presStyleIdx="7" presStyleCnt="8">
        <dgm:presLayoutVars>
          <dgm:bulletEnabled val="1"/>
        </dgm:presLayoutVars>
      </dgm:prSet>
      <dgm:spPr/>
    </dgm:pt>
  </dgm:ptLst>
  <dgm:cxnLst>
    <dgm:cxn modelId="{06028609-3F42-4058-9F72-96CB7F7E2A26}" type="presOf" srcId="{9EE96D90-A21F-40FB-8611-AEB89C72C879}" destId="{42F81391-7FA9-48FE-A52E-BA07E0E8C670}" srcOrd="0" destOrd="0" presId="urn:microsoft.com/office/officeart/2005/8/layout/vList3"/>
    <dgm:cxn modelId="{F8C26820-270A-491D-8124-A22C36984051}" type="presOf" srcId="{1246638A-AFE9-44DC-99A8-8EDD146925EB}" destId="{FA2F70F7-D05F-4756-A4FD-CBC6A6FC2F1D}" srcOrd="0" destOrd="0" presId="urn:microsoft.com/office/officeart/2005/8/layout/vList3"/>
    <dgm:cxn modelId="{F6DB4A30-5E5B-46EC-915E-3AEA429E5F6E}" srcId="{57984FD0-A7BA-43A9-9D4E-883870ADDC7A}" destId="{6399CF50-B3E1-4624-AFFA-9F4B288DCD7F}" srcOrd="4" destOrd="0" parTransId="{1034C9D2-44AB-41D7-8D08-0A8E440C7774}" sibTransId="{F6C522D0-6F0A-4724-BBCE-04B4A16254E2}"/>
    <dgm:cxn modelId="{3DB91149-9149-4C36-9CA7-093CEFFF37BA}" type="presOf" srcId="{770F515B-AA61-4382-9689-AB354BBC1B79}" destId="{47DFECF9-8CD1-437A-899A-9E9FC66B47D8}" srcOrd="0" destOrd="0" presId="urn:microsoft.com/office/officeart/2005/8/layout/vList3"/>
    <dgm:cxn modelId="{C6960770-F52C-483F-8828-95AF3554DF3C}" type="presOf" srcId="{D86289D5-F20D-4044-9CA6-B5F186550DA3}" destId="{8CCF5084-A6B0-499F-948F-B4BDA81B8FE1}" srcOrd="0" destOrd="0" presId="urn:microsoft.com/office/officeart/2005/8/layout/vList3"/>
    <dgm:cxn modelId="{CF487051-7DF0-4F67-9C49-F18613001E8A}" srcId="{57984FD0-A7BA-43A9-9D4E-883870ADDC7A}" destId="{5C9AECA7-FF86-4346-9EC1-C368836B1DCA}" srcOrd="7" destOrd="0" parTransId="{6DFB641E-6F4D-47CF-9534-6B0B584C54A8}" sibTransId="{5D142192-2F21-4AAE-A635-4A14C91F458A}"/>
    <dgm:cxn modelId="{2FB4CC73-7AEF-4849-AA08-664D1FF8638B}" srcId="{57984FD0-A7BA-43A9-9D4E-883870ADDC7A}" destId="{A8B5373B-F2AD-480D-80C0-3AA0B1A0A476}" srcOrd="3" destOrd="0" parTransId="{A76DDCD0-E834-4772-B01A-4CE604CAE941}" sibTransId="{352E65DB-5F05-456D-AD9E-22AE92B46917}"/>
    <dgm:cxn modelId="{D31FF454-F280-41A5-96DE-ED1084B0EB15}" srcId="{57984FD0-A7BA-43A9-9D4E-883870ADDC7A}" destId="{614E81EE-13B2-45F4-A35E-56CB4D78764B}" srcOrd="2" destOrd="0" parTransId="{F17BA848-E39B-4C7B-B13A-7A437B08A1DD}" sibTransId="{4B89DF58-57F4-49E8-83E5-4F9C0473F8E3}"/>
    <dgm:cxn modelId="{3C1E6D87-F60B-46D4-8558-58493755D65F}" srcId="{57984FD0-A7BA-43A9-9D4E-883870ADDC7A}" destId="{9EE96D90-A21F-40FB-8611-AEB89C72C879}" srcOrd="1" destOrd="0" parTransId="{5156015D-D9C7-42A3-906F-F2EADD1285A4}" sibTransId="{023F2D8E-18A0-4857-B522-8EE15FA080E1}"/>
    <dgm:cxn modelId="{B2484989-B8F5-4AAF-B054-469F39388EEF}" type="presOf" srcId="{614E81EE-13B2-45F4-A35E-56CB4D78764B}" destId="{72719EBE-C065-41D4-9647-F04C61228ADC}" srcOrd="0" destOrd="0" presId="urn:microsoft.com/office/officeart/2005/8/layout/vList3"/>
    <dgm:cxn modelId="{AFDCFCA9-D864-4409-AD61-7287A5E91A06}" srcId="{57984FD0-A7BA-43A9-9D4E-883870ADDC7A}" destId="{770F515B-AA61-4382-9689-AB354BBC1B79}" srcOrd="0" destOrd="0" parTransId="{1249F400-F34F-48E3-886A-7AA1FD5DA57D}" sibTransId="{CD7448B9-B45C-4DBC-A975-C342E4A59EB7}"/>
    <dgm:cxn modelId="{8D36A3B0-A9FE-4C5C-80B9-B3EE2FA1E01B}" srcId="{57984FD0-A7BA-43A9-9D4E-883870ADDC7A}" destId="{1246638A-AFE9-44DC-99A8-8EDD146925EB}" srcOrd="5" destOrd="0" parTransId="{657071E4-8461-4905-AA4E-C13BF59F1107}" sibTransId="{B3A4E717-2DA8-4BA5-BEC0-28E58CA0320F}"/>
    <dgm:cxn modelId="{D26E96B7-92B1-4775-8C9D-04FE5C985CC2}" type="presOf" srcId="{5C9AECA7-FF86-4346-9EC1-C368836B1DCA}" destId="{6CBB6DD4-6BB5-4A38-9B4B-0FC31A6DA102}" srcOrd="0" destOrd="0" presId="urn:microsoft.com/office/officeart/2005/8/layout/vList3"/>
    <dgm:cxn modelId="{8E5905BC-2862-4602-86F2-A015C50DB2FE}" type="presOf" srcId="{57984FD0-A7BA-43A9-9D4E-883870ADDC7A}" destId="{A4C23C62-B7ED-4140-A11A-822D5459287A}" srcOrd="0" destOrd="0" presId="urn:microsoft.com/office/officeart/2005/8/layout/vList3"/>
    <dgm:cxn modelId="{03778DD4-4F29-4A22-B345-2A1907B61AA4}" type="presOf" srcId="{A8B5373B-F2AD-480D-80C0-3AA0B1A0A476}" destId="{67E434BA-AC3F-4F8E-97F2-FB1E28F494A3}" srcOrd="0" destOrd="0" presId="urn:microsoft.com/office/officeart/2005/8/layout/vList3"/>
    <dgm:cxn modelId="{F15A0EDE-5860-4A08-91C3-02EBCC5134EB}" type="presOf" srcId="{6399CF50-B3E1-4624-AFFA-9F4B288DCD7F}" destId="{2DDD3AF6-EE76-4127-AE5B-900759F1966D}" srcOrd="0" destOrd="0" presId="urn:microsoft.com/office/officeart/2005/8/layout/vList3"/>
    <dgm:cxn modelId="{50138EEC-D8DC-405C-B247-6D0C15758C61}" srcId="{57984FD0-A7BA-43A9-9D4E-883870ADDC7A}" destId="{D86289D5-F20D-4044-9CA6-B5F186550DA3}" srcOrd="6" destOrd="0" parTransId="{433E7E04-302C-4D5F-822F-2A9B1F0574A4}" sibTransId="{19DD2659-CBB7-4D29-B657-C0379E691EDB}"/>
    <dgm:cxn modelId="{5BCA47BC-DE22-4A33-A6ED-C2016CF09CC9}" type="presParOf" srcId="{A4C23C62-B7ED-4140-A11A-822D5459287A}" destId="{12158CFD-A5D1-4152-AD6C-F6951C3BB9BF}" srcOrd="0" destOrd="0" presId="urn:microsoft.com/office/officeart/2005/8/layout/vList3"/>
    <dgm:cxn modelId="{8CD8E115-2564-45E4-B232-471E88658592}" type="presParOf" srcId="{12158CFD-A5D1-4152-AD6C-F6951C3BB9BF}" destId="{0CB73176-83E2-44F5-AE24-793E44801332}" srcOrd="0" destOrd="0" presId="urn:microsoft.com/office/officeart/2005/8/layout/vList3"/>
    <dgm:cxn modelId="{5E69FED6-4728-4BD4-BBB6-2948C2AD1B0D}" type="presParOf" srcId="{12158CFD-A5D1-4152-AD6C-F6951C3BB9BF}" destId="{47DFECF9-8CD1-437A-899A-9E9FC66B47D8}" srcOrd="1" destOrd="0" presId="urn:microsoft.com/office/officeart/2005/8/layout/vList3"/>
    <dgm:cxn modelId="{23A3291B-99BB-4E55-B66C-14FBD59AC866}" type="presParOf" srcId="{A4C23C62-B7ED-4140-A11A-822D5459287A}" destId="{4D82032D-54A4-48A1-8F5A-8FC30231B10B}" srcOrd="1" destOrd="0" presId="urn:microsoft.com/office/officeart/2005/8/layout/vList3"/>
    <dgm:cxn modelId="{308945B3-706D-43D4-8AE6-F4CD70CC078E}" type="presParOf" srcId="{A4C23C62-B7ED-4140-A11A-822D5459287A}" destId="{9CCDDD3F-61FB-4493-AEE3-60471D6149B5}" srcOrd="2" destOrd="0" presId="urn:microsoft.com/office/officeart/2005/8/layout/vList3"/>
    <dgm:cxn modelId="{9BA295D1-71B0-4A1B-90D3-6AAD0E90BA9C}" type="presParOf" srcId="{9CCDDD3F-61FB-4493-AEE3-60471D6149B5}" destId="{F69D89E2-E1A0-4058-A7EA-3F870B9CFC9F}" srcOrd="0" destOrd="0" presId="urn:microsoft.com/office/officeart/2005/8/layout/vList3"/>
    <dgm:cxn modelId="{DBBF3B0B-C319-491E-92F0-2D7A25329737}" type="presParOf" srcId="{9CCDDD3F-61FB-4493-AEE3-60471D6149B5}" destId="{42F81391-7FA9-48FE-A52E-BA07E0E8C670}" srcOrd="1" destOrd="0" presId="urn:microsoft.com/office/officeart/2005/8/layout/vList3"/>
    <dgm:cxn modelId="{292B1BF6-BC2C-4E41-81EA-0CD5CBE29706}" type="presParOf" srcId="{A4C23C62-B7ED-4140-A11A-822D5459287A}" destId="{48821211-DAF0-44BA-B86F-EEDDA9A402E5}" srcOrd="3" destOrd="0" presId="urn:microsoft.com/office/officeart/2005/8/layout/vList3"/>
    <dgm:cxn modelId="{79B2D891-9952-49CE-AEE1-BCE4F34279DD}" type="presParOf" srcId="{A4C23C62-B7ED-4140-A11A-822D5459287A}" destId="{75C3B12D-B539-47B8-ABE1-4B8699B8AB0A}" srcOrd="4" destOrd="0" presId="urn:microsoft.com/office/officeart/2005/8/layout/vList3"/>
    <dgm:cxn modelId="{545E11CF-1C02-4F1C-BD03-287839E3B091}" type="presParOf" srcId="{75C3B12D-B539-47B8-ABE1-4B8699B8AB0A}" destId="{F47E3B6E-B433-4787-BB3E-389843996191}" srcOrd="0" destOrd="0" presId="urn:microsoft.com/office/officeart/2005/8/layout/vList3"/>
    <dgm:cxn modelId="{8ED856B3-ECF3-4088-91E2-5511ABDD2C99}" type="presParOf" srcId="{75C3B12D-B539-47B8-ABE1-4B8699B8AB0A}" destId="{72719EBE-C065-41D4-9647-F04C61228ADC}" srcOrd="1" destOrd="0" presId="urn:microsoft.com/office/officeart/2005/8/layout/vList3"/>
    <dgm:cxn modelId="{4B30ACA0-9E25-4C87-B1E0-BAF3A54310CD}" type="presParOf" srcId="{A4C23C62-B7ED-4140-A11A-822D5459287A}" destId="{6906F7F0-8305-4785-B223-ABAABCFAA49E}" srcOrd="5" destOrd="0" presId="urn:microsoft.com/office/officeart/2005/8/layout/vList3"/>
    <dgm:cxn modelId="{C6A0D341-C3CF-42D6-8422-9E327C06AB01}" type="presParOf" srcId="{A4C23C62-B7ED-4140-A11A-822D5459287A}" destId="{EBAFD6CF-D62A-459F-8027-8F4BFC22341C}" srcOrd="6" destOrd="0" presId="urn:microsoft.com/office/officeart/2005/8/layout/vList3"/>
    <dgm:cxn modelId="{28ADA626-35BD-4B0A-9944-EA5966739A5A}" type="presParOf" srcId="{EBAFD6CF-D62A-459F-8027-8F4BFC22341C}" destId="{8C00C8C8-A758-4D9B-8334-299094460DF4}" srcOrd="0" destOrd="0" presId="urn:microsoft.com/office/officeart/2005/8/layout/vList3"/>
    <dgm:cxn modelId="{AF9011FC-70F9-41A1-A985-10821C5B5C3A}" type="presParOf" srcId="{EBAFD6CF-D62A-459F-8027-8F4BFC22341C}" destId="{67E434BA-AC3F-4F8E-97F2-FB1E28F494A3}" srcOrd="1" destOrd="0" presId="urn:microsoft.com/office/officeart/2005/8/layout/vList3"/>
    <dgm:cxn modelId="{599CC3C1-41DB-4898-9582-17FBF77D09BE}" type="presParOf" srcId="{A4C23C62-B7ED-4140-A11A-822D5459287A}" destId="{AAE5CB5D-3C68-4D2B-818B-006E06260645}" srcOrd="7" destOrd="0" presId="urn:microsoft.com/office/officeart/2005/8/layout/vList3"/>
    <dgm:cxn modelId="{B0DE74F9-0E73-45B3-BCB9-6373058CC5F8}" type="presParOf" srcId="{A4C23C62-B7ED-4140-A11A-822D5459287A}" destId="{6D8FF065-F3B3-4A75-A3E3-548991D77EA2}" srcOrd="8" destOrd="0" presId="urn:microsoft.com/office/officeart/2005/8/layout/vList3"/>
    <dgm:cxn modelId="{C3AE5D01-6C66-4A5C-A48C-7FC50C00E753}" type="presParOf" srcId="{6D8FF065-F3B3-4A75-A3E3-548991D77EA2}" destId="{E8E01074-F6AB-42A7-BC0E-1AA7701EE332}" srcOrd="0" destOrd="0" presId="urn:microsoft.com/office/officeart/2005/8/layout/vList3"/>
    <dgm:cxn modelId="{7A94E96C-5934-45E3-8216-18A89A638832}" type="presParOf" srcId="{6D8FF065-F3B3-4A75-A3E3-548991D77EA2}" destId="{2DDD3AF6-EE76-4127-AE5B-900759F1966D}" srcOrd="1" destOrd="0" presId="urn:microsoft.com/office/officeart/2005/8/layout/vList3"/>
    <dgm:cxn modelId="{3E454545-751E-4F75-9AE0-3EF86A7F2261}" type="presParOf" srcId="{A4C23C62-B7ED-4140-A11A-822D5459287A}" destId="{E6B572BF-AC93-419D-987B-09BE75138790}" srcOrd="9" destOrd="0" presId="urn:microsoft.com/office/officeart/2005/8/layout/vList3"/>
    <dgm:cxn modelId="{139BE185-4146-4224-9089-9E84FF65037F}" type="presParOf" srcId="{A4C23C62-B7ED-4140-A11A-822D5459287A}" destId="{026DEAEA-AF13-4672-83CE-CF8EECB5642A}" srcOrd="10" destOrd="0" presId="urn:microsoft.com/office/officeart/2005/8/layout/vList3"/>
    <dgm:cxn modelId="{FAEEF292-E80D-4D51-A18C-9950F6BAB27F}" type="presParOf" srcId="{026DEAEA-AF13-4672-83CE-CF8EECB5642A}" destId="{5391DF45-3F85-4C5A-BFC9-2FB75E9F1FB3}" srcOrd="0" destOrd="0" presId="urn:microsoft.com/office/officeart/2005/8/layout/vList3"/>
    <dgm:cxn modelId="{D4EE6D79-A08D-45A5-A052-186DC58238B4}" type="presParOf" srcId="{026DEAEA-AF13-4672-83CE-CF8EECB5642A}" destId="{FA2F70F7-D05F-4756-A4FD-CBC6A6FC2F1D}" srcOrd="1" destOrd="0" presId="urn:microsoft.com/office/officeart/2005/8/layout/vList3"/>
    <dgm:cxn modelId="{225D9133-97FB-4E7B-AE92-C5B6B041E7BC}" type="presParOf" srcId="{A4C23C62-B7ED-4140-A11A-822D5459287A}" destId="{7B19FA0F-E3B8-4F8E-9F5A-A2299C294A73}" srcOrd="11" destOrd="0" presId="urn:microsoft.com/office/officeart/2005/8/layout/vList3"/>
    <dgm:cxn modelId="{9FB88016-A20A-48BE-86FE-C1DEF36AE0C7}" type="presParOf" srcId="{A4C23C62-B7ED-4140-A11A-822D5459287A}" destId="{80D7F22F-0CD4-409A-B6EE-EE06996CDD5B}" srcOrd="12" destOrd="0" presId="urn:microsoft.com/office/officeart/2005/8/layout/vList3"/>
    <dgm:cxn modelId="{74C8C842-2A9F-441A-9B6B-37DFC916DC91}" type="presParOf" srcId="{80D7F22F-0CD4-409A-B6EE-EE06996CDD5B}" destId="{ACC5A11E-609A-4F38-BC23-15DBE9DB2042}" srcOrd="0" destOrd="0" presId="urn:microsoft.com/office/officeart/2005/8/layout/vList3"/>
    <dgm:cxn modelId="{BC86BFB2-3F1D-4A95-BDAE-A0A737225D55}" type="presParOf" srcId="{80D7F22F-0CD4-409A-B6EE-EE06996CDD5B}" destId="{8CCF5084-A6B0-499F-948F-B4BDA81B8FE1}" srcOrd="1" destOrd="0" presId="urn:microsoft.com/office/officeart/2005/8/layout/vList3"/>
    <dgm:cxn modelId="{289C443A-0656-4772-8989-EE9239916347}" type="presParOf" srcId="{A4C23C62-B7ED-4140-A11A-822D5459287A}" destId="{40286C58-BE82-4BEB-BF59-54E6BF28AAFC}" srcOrd="13" destOrd="0" presId="urn:microsoft.com/office/officeart/2005/8/layout/vList3"/>
    <dgm:cxn modelId="{7EAD2383-A36D-41B2-A556-55ADD059CCA2}" type="presParOf" srcId="{A4C23C62-B7ED-4140-A11A-822D5459287A}" destId="{8235DDBF-5E2E-417A-A880-D29BFD47DDDB}" srcOrd="14" destOrd="0" presId="urn:microsoft.com/office/officeart/2005/8/layout/vList3"/>
    <dgm:cxn modelId="{A0E6CF67-B298-4F55-BFA8-BF7B288DCB1A}" type="presParOf" srcId="{8235DDBF-5E2E-417A-A880-D29BFD47DDDB}" destId="{B67EF3BD-5A64-4D79-9386-5739D3494FBD}" srcOrd="0" destOrd="0" presId="urn:microsoft.com/office/officeart/2005/8/layout/vList3"/>
    <dgm:cxn modelId="{5963A39D-4CD3-4405-83E6-2A4A4BB9707C}" type="presParOf" srcId="{8235DDBF-5E2E-417A-A880-D29BFD47DDDB}" destId="{6CBB6DD4-6BB5-4A38-9B4B-0FC31A6DA10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DFECF9-8CD1-437A-899A-9E9FC66B47D8}">
      <dsp:nvSpPr>
        <dsp:cNvPr id="0" name=""/>
        <dsp:cNvSpPr/>
      </dsp:nvSpPr>
      <dsp:spPr>
        <a:xfrm rot="10800000">
          <a:off x="1869083" y="1974"/>
          <a:ext cx="6992874" cy="430880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00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dirty="0"/>
            <a:t>Instinkt</a:t>
          </a:r>
        </a:p>
      </dsp:txBody>
      <dsp:txXfrm rot="10800000">
        <a:off x="1976803" y="1974"/>
        <a:ext cx="6885154" cy="430880"/>
      </dsp:txXfrm>
    </dsp:sp>
    <dsp:sp modelId="{0CB73176-83E2-44F5-AE24-793E44801332}">
      <dsp:nvSpPr>
        <dsp:cNvPr id="0" name=""/>
        <dsp:cNvSpPr/>
      </dsp:nvSpPr>
      <dsp:spPr>
        <a:xfrm>
          <a:off x="1653642" y="1974"/>
          <a:ext cx="430880" cy="43088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F81391-7FA9-48FE-A52E-BA07E0E8C670}">
      <dsp:nvSpPr>
        <dsp:cNvPr id="0" name=""/>
        <dsp:cNvSpPr/>
      </dsp:nvSpPr>
      <dsp:spPr>
        <a:xfrm rot="10800000">
          <a:off x="1869083" y="561475"/>
          <a:ext cx="6992874" cy="430880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00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dirty="0"/>
            <a:t>Reflex</a:t>
          </a:r>
        </a:p>
      </dsp:txBody>
      <dsp:txXfrm rot="10800000">
        <a:off x="1976803" y="561475"/>
        <a:ext cx="6885154" cy="430880"/>
      </dsp:txXfrm>
    </dsp:sp>
    <dsp:sp modelId="{F69D89E2-E1A0-4058-A7EA-3F870B9CFC9F}">
      <dsp:nvSpPr>
        <dsp:cNvPr id="0" name=""/>
        <dsp:cNvSpPr/>
      </dsp:nvSpPr>
      <dsp:spPr>
        <a:xfrm>
          <a:off x="1653642" y="561475"/>
          <a:ext cx="430880" cy="430880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719EBE-C065-41D4-9647-F04C61228ADC}">
      <dsp:nvSpPr>
        <dsp:cNvPr id="0" name=""/>
        <dsp:cNvSpPr/>
      </dsp:nvSpPr>
      <dsp:spPr>
        <a:xfrm rot="10800000">
          <a:off x="1869083" y="1120976"/>
          <a:ext cx="6992874" cy="430880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00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dirty="0"/>
            <a:t>Habituace</a:t>
          </a:r>
          <a:r>
            <a:rPr lang="cs-CZ" sz="1900" kern="1200" dirty="0"/>
            <a:t> (</a:t>
          </a:r>
          <a:r>
            <a:rPr lang="cs-CZ" sz="2400" kern="1200" dirty="0"/>
            <a:t>přivyknutí</a:t>
          </a:r>
          <a:r>
            <a:rPr lang="cs-CZ" sz="1900" kern="1200" dirty="0"/>
            <a:t>)</a:t>
          </a:r>
        </a:p>
      </dsp:txBody>
      <dsp:txXfrm rot="10800000">
        <a:off x="1976803" y="1120976"/>
        <a:ext cx="6885154" cy="430880"/>
      </dsp:txXfrm>
    </dsp:sp>
    <dsp:sp modelId="{F47E3B6E-B433-4787-BB3E-389843996191}">
      <dsp:nvSpPr>
        <dsp:cNvPr id="0" name=""/>
        <dsp:cNvSpPr/>
      </dsp:nvSpPr>
      <dsp:spPr>
        <a:xfrm>
          <a:off x="1653642" y="1120976"/>
          <a:ext cx="430880" cy="430880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E434BA-AC3F-4F8E-97F2-FB1E28F494A3}">
      <dsp:nvSpPr>
        <dsp:cNvPr id="0" name=""/>
        <dsp:cNvSpPr/>
      </dsp:nvSpPr>
      <dsp:spPr>
        <a:xfrm rot="10800000">
          <a:off x="1869083" y="1680478"/>
          <a:ext cx="6992874" cy="430880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00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dirty="0"/>
            <a:t>Asociativní učení</a:t>
          </a:r>
        </a:p>
      </dsp:txBody>
      <dsp:txXfrm rot="10800000">
        <a:off x="1976803" y="1680478"/>
        <a:ext cx="6885154" cy="430880"/>
      </dsp:txXfrm>
    </dsp:sp>
    <dsp:sp modelId="{8C00C8C8-A758-4D9B-8334-299094460DF4}">
      <dsp:nvSpPr>
        <dsp:cNvPr id="0" name=""/>
        <dsp:cNvSpPr/>
      </dsp:nvSpPr>
      <dsp:spPr>
        <a:xfrm>
          <a:off x="1653642" y="1680478"/>
          <a:ext cx="430880" cy="430880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DD3AF6-EE76-4127-AE5B-900759F1966D}">
      <dsp:nvSpPr>
        <dsp:cNvPr id="0" name=""/>
        <dsp:cNvSpPr/>
      </dsp:nvSpPr>
      <dsp:spPr>
        <a:xfrm rot="10800000">
          <a:off x="1869083" y="2239979"/>
          <a:ext cx="6992874" cy="430880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00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dirty="0"/>
            <a:t>Vtištění</a:t>
          </a:r>
        </a:p>
      </dsp:txBody>
      <dsp:txXfrm rot="10800000">
        <a:off x="1976803" y="2239979"/>
        <a:ext cx="6885154" cy="430880"/>
      </dsp:txXfrm>
    </dsp:sp>
    <dsp:sp modelId="{E8E01074-F6AB-42A7-BC0E-1AA7701EE332}">
      <dsp:nvSpPr>
        <dsp:cNvPr id="0" name=""/>
        <dsp:cNvSpPr/>
      </dsp:nvSpPr>
      <dsp:spPr>
        <a:xfrm>
          <a:off x="1653642" y="2239979"/>
          <a:ext cx="430880" cy="430880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2F70F7-D05F-4756-A4FD-CBC6A6FC2F1D}">
      <dsp:nvSpPr>
        <dsp:cNvPr id="0" name=""/>
        <dsp:cNvSpPr/>
      </dsp:nvSpPr>
      <dsp:spPr>
        <a:xfrm rot="10800000">
          <a:off x="1869083" y="2799480"/>
          <a:ext cx="6992874" cy="430880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00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dirty="0"/>
            <a:t>Učení pozorováním (nápodoba)</a:t>
          </a:r>
        </a:p>
      </dsp:txBody>
      <dsp:txXfrm rot="10800000">
        <a:off x="1976803" y="2799480"/>
        <a:ext cx="6885154" cy="430880"/>
      </dsp:txXfrm>
    </dsp:sp>
    <dsp:sp modelId="{5391DF45-3F85-4C5A-BFC9-2FB75E9F1FB3}">
      <dsp:nvSpPr>
        <dsp:cNvPr id="0" name=""/>
        <dsp:cNvSpPr/>
      </dsp:nvSpPr>
      <dsp:spPr>
        <a:xfrm>
          <a:off x="1653642" y="2799480"/>
          <a:ext cx="430880" cy="430880"/>
        </a:xfrm>
        <a:prstGeom prst="ellipse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CF5084-A6B0-499F-948F-B4BDA81B8FE1}">
      <dsp:nvSpPr>
        <dsp:cNvPr id="0" name=""/>
        <dsp:cNvSpPr/>
      </dsp:nvSpPr>
      <dsp:spPr>
        <a:xfrm rot="10800000">
          <a:off x="1869083" y="3358982"/>
          <a:ext cx="6992874" cy="430880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00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dirty="0"/>
            <a:t>Sociální chování (ve skupině)</a:t>
          </a:r>
        </a:p>
      </dsp:txBody>
      <dsp:txXfrm rot="10800000">
        <a:off x="1976803" y="3358982"/>
        <a:ext cx="6885154" cy="430880"/>
      </dsp:txXfrm>
    </dsp:sp>
    <dsp:sp modelId="{ACC5A11E-609A-4F38-BC23-15DBE9DB2042}">
      <dsp:nvSpPr>
        <dsp:cNvPr id="0" name=""/>
        <dsp:cNvSpPr/>
      </dsp:nvSpPr>
      <dsp:spPr>
        <a:xfrm>
          <a:off x="1653642" y="3358982"/>
          <a:ext cx="430880" cy="430880"/>
        </a:xfrm>
        <a:prstGeom prst="ellipse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BB6DD4-6BB5-4A38-9B4B-0FC31A6DA102}">
      <dsp:nvSpPr>
        <dsp:cNvPr id="0" name=""/>
        <dsp:cNvSpPr/>
      </dsp:nvSpPr>
      <dsp:spPr>
        <a:xfrm rot="10800000">
          <a:off x="1869083" y="3918483"/>
          <a:ext cx="6992874" cy="430880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00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dirty="0"/>
            <a:t>Sexuální chování</a:t>
          </a:r>
        </a:p>
      </dsp:txBody>
      <dsp:txXfrm rot="10800000">
        <a:off x="1976803" y="3918483"/>
        <a:ext cx="6885154" cy="430880"/>
      </dsp:txXfrm>
    </dsp:sp>
    <dsp:sp modelId="{B67EF3BD-5A64-4D79-9386-5739D3494FBD}">
      <dsp:nvSpPr>
        <dsp:cNvPr id="0" name=""/>
        <dsp:cNvSpPr/>
      </dsp:nvSpPr>
      <dsp:spPr>
        <a:xfrm>
          <a:off x="1653642" y="3918483"/>
          <a:ext cx="430880" cy="430880"/>
        </a:xfrm>
        <a:prstGeom prst="ellipse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2713DA-527D-488E-B447-50EEB1ECD49D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792E07-B5AC-4CD0-AA43-5490166854E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4205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s.wikipedia.org/wiki/Ontogeneze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Chování x chov</a:t>
            </a:r>
          </a:p>
          <a:p>
            <a:r>
              <a:rPr lang="cs-CZ" dirty="0"/>
              <a:t>Chov – péče o zvířata, jejímž cílem je zisk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36721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Chování x chov</a:t>
            </a:r>
          </a:p>
          <a:p>
            <a:r>
              <a:rPr lang="cs-CZ" dirty="0"/>
              <a:t>Chov – péče o zvířata, jejímž cílem je zisk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88927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Význam etologie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je značný, neboť chování zvířat určuje možnost jejich </a:t>
            </a: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přežití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Díky etologii dnes známe </a:t>
            </a: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vzorce běžného chování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hospodářských zvířat a dokážeme použít vhodné </a:t>
            </a: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technologie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pro jejich chov.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5419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Aristoteles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(cca rok 350 př. n. l.) antický filozof, popsal chování včel – včelí tanec. = první písemně doložená etologická vědecká práce.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Charles Darwin 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(1809 – 1882) britský přírodovědec, známý zejména pro svou evoluční teorii. Mimo to, že se věnoval evoluční biologii, popsal instinkty zvířat.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Ivan Petrovič Pavlov 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(1849 – 1936) ruský fyziolog a lékař, popsal podmíněný reflex. Velmi známý je jeho pokus na psech (Pavlovovi psi) – podmiňování slinění u psů (jako reakce na podnět – světlo, zvonek…)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Konrad Lorenz 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(1903 – 1989) rakouský fyziolog a psycholog, </a:t>
            </a: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zakladatel moderní etologie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Zkoumal přirozené chování divokých hus a dalších ptáků. Nobelova cena za fyziologii a lékařství, formuloval mimo jiné i 8. smrtelných hříchů (mezi které patří přelidnění planety, ničení životního prostředí, závod člověka se sebou samým nebo použití atomových zbraní).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Zdeněk Veselovský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(1928 – 2006) český etolog, student Konrada Lorenze. Dlouholetý ředitel Pražské zoologické zahrady. Mezi významné počiny patří sepsání knihy „Biologie chování zvířat“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62450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Aristoteles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(cca rok 350 př. n. l.) antický filozof, popsal chování včel – včelí tanec. = první písemně doložená etologická vědecká práce.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Charles Darwin 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(1809 – 1882) britský přírodovědec, známý zejména pro svou evoluční teorii. Mimo to, že se věnoval evoluční biologii, popsal instinkty zvířat.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Ivan Petrovič Pavlov 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(1849 – 1936) ruský fyziolog a lékař, popsal podmíněný reflex. Velmi známý je jeho pokus na psech (Pavlovovi psi) – podmiňování slinění u psů (jako reakce na podnět – světlo, zvonek…)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Konrad Lorenz 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(1903 – 1989) rakouský fyziolog a psycholog, </a:t>
            </a: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zakladatel moderní etologie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Zkoumal přirozené chování divokých hus a dalších ptáků. Nobelova cena za fyziologii a lékařství, formuloval mimo jiné i 8. smrtelných hříchů (mezi které patří přelidnění planety, ničení životního prostředí, závod člověka se sebou samým nebo použití atomových zbraní).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Zdeněk Veselovský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(1928 – 2006) český etolog, student Konrada Lorenze. Dlouholetý ředitel Pražské zoologické zahrady. Mezi významné počiny patří sepsání knihy „Biologie chování zvířat“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69078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Aristoteles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(cca rok 350 př. n. l.) antický filozof, popsal chování včel – včelí tanec. = první písemně doložená etologická vědecká práce.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Charles Darwin 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(1809 – 1882) britský přírodovědec, známý zejména pro svou evoluční teorii. Mimo to, že se věnoval evoluční biologii, popsal instinkty zvířat.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Ivan Petrovič Pavlov 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(1849 – 1936) ruský fyziolog a lékař, popsal podmíněný reflex. Velmi známý je jeho pokus na psech (Pavlovovi psi) – podmiňování slinění u psů (jako reakce na podnět – světlo, zvonek…)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Konrad Lorenz 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(1903 – 1989) rakouský fyziolog a psycholog, </a:t>
            </a: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zakladatel moderní etologie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Zkoumal přirozené chování divokých hus a dalších ptáků. Nobelova cena za fyziologii a lékařství, formuloval mimo jiné i 8. smrtelných hříchů (mezi které patří přelidnění planety, ničení životního prostředí, závod člověka se sebou samým nebo použití atomových zbraní).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Zdeněk Veselovský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(1928 – 2006) český etolog, student Konrada Lorenze. Dlouholetý ředitel Pražské zoologické zahrady. Mezi významné počiny patří sepsání knihy „Biologie chování zvířat“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98999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Aristoteles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(cca rok 350 př. n. l.) antický filozof, popsal chování včel – včelí tanec. = první písemně doložená etologická vědecká práce.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Charles Darwin 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(1809 – 1882) britský přírodovědec, známý zejména pro svou evoluční teorii. Mimo to, že se věnoval evoluční biologii, popsal instinkty zvířat.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Ivan Petrovič Pavlov 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(1849 – 1936) ruský fyziolog a lékař, popsal podmíněný reflex. Velmi známý je jeho pokus na psech (Pavlovovi psi) – podmiňování slinění u psů (jako reakce na podnět – světlo, zvonek…)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Konrad Lorenz 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(1903 – 1989) rakouský fyziolog a psycholog, </a:t>
            </a: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zakladatel moderní etologie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Zkoumal přirozené chování divokých hus a dalších ptáků. Nobelova cena za fyziologii a lékařství, formuloval mimo jiné i 8. smrtelných hříchů (mezi které patří přelidnění planety, ničení životního prostředí, závod člověka se sebou samým nebo použití atomových zbraní).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Zdeněk Veselovský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(1928 – 2006) český etolog, student Konrada Lorenze. Dlouholetý ředitel Pražské zoologické zahrady. Mezi významné počiny patří sepsání knihy „Biologie chování zvířat“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4168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b="1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Instinkt</a:t>
            </a:r>
            <a:r>
              <a:rPr lang="cs-CZ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je stereotypní, nutkavé a přitom účelné chování, které není výsledkem učení ani zkušenosti. Schopnost TUŠIT věci (např. blížící se nebezpečí)</a:t>
            </a:r>
          </a:p>
          <a:p>
            <a:r>
              <a:rPr lang="cs-CZ" b="1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Reflex</a:t>
            </a:r>
            <a:r>
              <a:rPr lang="cs-CZ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je automatická reakce na podnět. </a:t>
            </a:r>
            <a:r>
              <a:rPr lang="cs-CZ" b="1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Nepodmíněné</a:t>
            </a:r>
            <a:r>
              <a:rPr lang="cs-CZ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– geneticky dané – sací reflex, dávivý reflex, </a:t>
            </a:r>
            <a:r>
              <a:rPr lang="cs-CZ" b="0" i="0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kychnutí</a:t>
            </a:r>
            <a:r>
              <a:rPr lang="cs-CZ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, přivření očí, ucuknutí při doteku na horkou plotnu. </a:t>
            </a:r>
            <a:r>
              <a:rPr lang="cs-CZ" b="1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Podmíněné</a:t>
            </a:r>
            <a:r>
              <a:rPr lang="cs-CZ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– získané na základě stereotypu - Pavlovovi psi.</a:t>
            </a:r>
          </a:p>
          <a:p>
            <a:r>
              <a:rPr lang="cs-CZ" b="1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Habituace</a:t>
            </a:r>
            <a:r>
              <a:rPr lang="cs-CZ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– úbytek reakce na opakující se podnět – ignorace podnětu, který se stal známým – neslyšíme tikot vlastních hodin.</a:t>
            </a:r>
          </a:p>
          <a:p>
            <a:r>
              <a:rPr lang="cs-CZ" b="1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Asociativní učení </a:t>
            </a:r>
            <a:r>
              <a:rPr lang="cs-CZ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– vytvoření spojení (asociace) mezi dvěma stimuly – Pavlovovi psi, drak v Harrym </a:t>
            </a:r>
            <a:r>
              <a:rPr lang="cs-CZ" b="0" i="0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Potterivu</a:t>
            </a:r>
            <a:r>
              <a:rPr lang="cs-CZ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, který při zazvonění na zvonek čekal bolest.</a:t>
            </a:r>
          </a:p>
          <a:p>
            <a:r>
              <a:rPr lang="cs-CZ" b="1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Vtištění</a:t>
            </a:r>
            <a:r>
              <a:rPr lang="cs-CZ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- 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rychlá forma učení, která probíhá v průběhu </a:t>
            </a:r>
            <a:r>
              <a:rPr lang="cs-CZ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senzitivní periody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tj. v rané fázi </a:t>
            </a:r>
            <a:r>
              <a:rPr lang="cs-CZ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3" tooltip="Ontogeneze"/>
              </a:rPr>
              <a:t>ontogeneze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kdy je jedinec vnímavý vůči tomuto typu učení. Lze ho vyvolat uměle, u chovu zvířat v zajetí je nežádoucí.</a:t>
            </a:r>
          </a:p>
          <a:p>
            <a:r>
              <a:rPr lang="cs-CZ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Učení pozorováním 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- pokročilá forma učení, při kterém si např. potomci vštěpují chování napodobováním rodičů. Pokus na </a:t>
            </a:r>
            <a:r>
              <a:rPr lang="cs-CZ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šimpanzech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– napodobují chování hierarchicky silnějších jedinců. Funguje i u lidí – napodobování celebrit.</a:t>
            </a:r>
          </a:p>
          <a:p>
            <a:r>
              <a:rPr lang="cs-CZ" b="1" dirty="0"/>
              <a:t>Sociální chování </a:t>
            </a:r>
            <a:r>
              <a:rPr lang="cs-CZ" dirty="0"/>
              <a:t>– tvorba hierarchie ve skupinách – lze zkoumat strukturu skupiny, komunikaci, vnitřní vztahy, skupinové chování</a:t>
            </a:r>
          </a:p>
          <a:p>
            <a:r>
              <a:rPr lang="cs-CZ" b="1" dirty="0"/>
              <a:t>Sexuální chování </a:t>
            </a:r>
            <a:r>
              <a:rPr lang="cs-CZ" dirty="0"/>
              <a:t>– souvisí s ním namlouvací rituály, soupeření samců, dominance mezi pohlavími, monogamie, polygamie, bisexualita, homosexualita…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76509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Přímé pozorování (pouhým okem, dalekohledem, noktovizorem)</a:t>
            </a:r>
          </a:p>
          <a:p>
            <a:r>
              <a:rPr lang="cs-CZ" dirty="0"/>
              <a:t>Dokumentace technickými pomůckami – fotoaparát, kamera, rekordér…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82851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Při uplatňování etologických metod sledujeme tzv. </a:t>
            </a: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prvky chování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860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Mezi základní prvky chování patří: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Pohyb (lokomoce)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Odpočinek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Příjem potravy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-"/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Spánek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860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Záznam průběhu jednotlivých prvků chování = ETOGRAM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2E07-B5AC-4CD0-AA43-5490166854E9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9256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E8791E-A1E7-7FA5-6968-A147D21DE8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9CDAD69-0FA6-D696-72A4-D26DEF2548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3C93B2E-1939-192D-6273-F8374B5B5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6792-51B7-44B5-B9CB-F4B161886A78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6D5858F-72F5-9663-801E-030F55400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0CA74B1-FDAC-FAC6-C2EA-A4BB7AD22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9DF9-E67E-4AB7-9589-10B06A7DAB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28259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C8CBDE-BA2F-A6A8-98FB-AECB1B47E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800A7E9-8E03-FBFE-1AE5-66A758BAD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834156F-EAD0-AAD2-89B0-9CB9886CB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6792-51B7-44B5-B9CB-F4B161886A78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BEEB40B-1604-8C16-E844-0E0009856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8244FF4-A337-C2AB-68E4-7F1C6115A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9DF9-E67E-4AB7-9589-10B06A7DAB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40706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9FC6AC8-E767-4257-78B5-7D56F8AE4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3FF76DA-AF96-85F7-2E4B-6A65BC2D9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37DA60A-61A3-4976-1A79-67470456F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6792-51B7-44B5-B9CB-F4B161886A78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C007E42-F6E8-AE99-27C0-3B6D5CD02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1EF3123-E895-BD69-AD1B-CD24F5E8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9DF9-E67E-4AB7-9589-10B06A7DAB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99985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902CD4-1B13-C168-EFEE-1297EBF3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C9894FE-F922-6589-5C75-621A5D6F3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A574668-44AC-D582-B2C2-ED820A332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1FBEC57-5A1E-C2AA-1BCB-FED4BF690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6792-51B7-44B5-B9CB-F4B161886A78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2028690-3E7F-A762-5C61-8EE758A3A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418BD2C-7092-28C5-76DA-400609800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9DF9-E67E-4AB7-9589-10B06A7DAB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2275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D788E-F3C3-E8A6-33A0-8FC51570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6B167A6-5FC9-FB12-F1A0-AD2FEB1AB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DFF6F99-5C1A-0EA1-4D91-D3ED5801C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28F45B4-EE12-F2A0-7EBC-510F496A95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35E92A41-2365-28EB-2FD8-B1F0E2DBB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BA9BE481-5376-8851-907F-FE8C2D8C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6792-51B7-44B5-B9CB-F4B161886A78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4DE0842-01E2-CE91-B6E3-069D63D6B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0D4903F1-0167-A6AE-EFE7-3691A7178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9DF9-E67E-4AB7-9589-10B06A7DAB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247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20D0CB-698B-347D-7B87-70492DB10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B00E909E-6276-C4F4-2672-5CFEC6B26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6792-51B7-44B5-B9CB-F4B161886A78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03EAF1F-7BCC-74B9-8BE1-64F4E5A37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511B2CE-8F10-EDC4-35D6-CF696B133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9DF9-E67E-4AB7-9589-10B06A7DAB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64137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19B83643-1806-13DD-B35E-83855A54B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6792-51B7-44B5-B9CB-F4B161886A78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EB4AD36B-46C3-F99E-7EA4-2CE6C0D62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1E22D34-D1CB-5173-57CF-CD888A63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9DF9-E67E-4AB7-9589-10B06A7DAB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42728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E3A571-71F3-CB0A-BA51-226637CE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F3B6035-15A0-9BD0-B377-0BC8658B8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E0C02613-EF61-8F8B-27B6-09F7DB8F7F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107D7E3-AA3F-ADD7-ABDA-4378DAC72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6792-51B7-44B5-B9CB-F4B161886A78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8F0E968-1543-E8C0-15DA-13CE4D3F1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CEFB1CE-0C5A-680F-B6A7-E17D647D7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9DF9-E67E-4AB7-9589-10B06A7DAB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29347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445C2D-CBCE-E62F-3EB4-847D90236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43A2DA1-145A-4CDF-C8C5-CCC79487D9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3A23EB3-2B95-91FA-D482-57F17B550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E8A2A5B-8233-9A0B-CDA3-3BDAB497B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6792-51B7-44B5-B9CB-F4B161886A78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9F09422-F7C2-74BB-6AB3-5DBE85A75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4F3D315-3AFC-BA46-2518-BC86D414C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9DF9-E67E-4AB7-9589-10B06A7DAB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42321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894824-F9E0-8550-9EBA-61A41F964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71787B1-1640-E772-BA90-D6BFA06B2D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9DD4AE1-D099-DC64-8A62-4D5A922CD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6792-51B7-44B5-B9CB-F4B161886A78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55469A4-B87C-660F-1832-AAE8EEEF7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65EA84-BF5A-B0C4-FF91-8BD42FD7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9DF9-E67E-4AB7-9589-10B06A7DAB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44049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3206C29F-3AFA-0CE7-DB91-4BBAA162A6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84C1D3E-004F-CF0C-2A22-33E21B78B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F5C4743-02D7-C7E5-C261-EB3381FCD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6792-51B7-44B5-B9CB-F4B161886A78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67DD3B-9124-60A3-FF48-DBC7BFE6D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DD345C2-6FB9-AD5A-A942-67CC65F5D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9DF9-E67E-4AB7-9589-10B06A7DAB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84015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3D030F-2784-92DC-FC7B-9D8F3E355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444E1DB-0051-81F5-3B04-644957AED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50B29CB-75FC-4E6D-68D7-2DCB77AE1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AB97-FC78-4E8F-94FC-5758EAED6AE9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7927448-4425-2FA1-6F1B-F78721299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62153F4-6328-B90D-6877-B3E20D100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38F3-0586-405D-9FBD-03D7EE52D8E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0195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BEB51C-9896-3EAB-3C63-4160B6242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4BFA70F-26CA-CE73-21DA-B641778E9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4A8E8C0-4EFD-A5BB-6076-E98310E4D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AB97-FC78-4E8F-94FC-5758EAED6AE9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90558C0-64A2-A331-50D1-690F4DE67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C2306AF-A82B-9D63-64C2-7329A035B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38F3-0586-405D-9FBD-03D7EE52D8E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733813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51A791-6B07-8106-6249-A33DC2F9F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88C4ABB-CBF6-741F-C087-9A5AB11BA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F7B57CF-E026-5490-0606-1CF42B4E6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AB97-FC78-4E8F-94FC-5758EAED6AE9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FA211C3-419F-4BB2-1F6E-B2032A44A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9901952-D131-7020-A3FF-653965094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38F3-0586-405D-9FBD-03D7EE52D8E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3391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9545A9-954B-7200-82F3-EF791C7BF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542E531-4FA2-01E2-87E0-62CF9BFFD2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56192D9-28CB-BD6D-75C4-4A200F537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B4AF9D9-692B-13B2-64A1-C3E2561A6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AB97-FC78-4E8F-94FC-5758EAED6AE9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629CAF9-6DBB-1051-DA6F-1578A24FB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8548E97-5B6A-262F-CD63-16D470B94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38F3-0586-405D-9FBD-03D7EE52D8E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779942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9D2E9B-832C-2F11-FD1B-748EF296B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62C541-0AF9-0A38-6D4F-5B46FBD15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374B5E1-30F8-9C50-A62E-340EB1978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BE56B908-EC5C-B3FF-6D63-C64392791C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7C8FF77A-B2CA-A365-EC34-7B9CF60B53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979631B5-98F1-3F54-C826-126934FD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AB97-FC78-4E8F-94FC-5758EAED6AE9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CBD5C741-8155-AAD8-6295-CBFE531B3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30FF63C0-BBC6-7067-450B-8F0B314AE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38F3-0586-405D-9FBD-03D7EE52D8E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871555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521A38-6E87-6F4E-9448-61FFF5DCD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88B1F64C-84D3-F47F-3F2F-041456892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AB97-FC78-4E8F-94FC-5758EAED6AE9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EF83967-3391-EA28-5E89-68BC6FEFD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EA0DEF9-C894-BB10-797F-8DEC173B3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38F3-0586-405D-9FBD-03D7EE52D8E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978585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26664C82-2F05-A71D-110A-5BEC6B235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AB97-FC78-4E8F-94FC-5758EAED6AE9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5933FC2-0E86-7788-DED5-C82B52A47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4456A03-A577-B311-2C86-88668A24B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38F3-0586-405D-9FBD-03D7EE52D8E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19420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58FD85-237F-41DF-3063-0CFE299A0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B556134-9876-57AD-C470-0DBA13481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8778D7A-A04B-085B-1232-8FC356A29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6F40700-ACA2-1ED0-D5C2-64ED56DF8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AB97-FC78-4E8F-94FC-5758EAED6AE9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39DADA5-DB29-9833-FC77-DFD17BB58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B037048-93A2-046E-3F76-22A678F56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38F3-0586-405D-9FBD-03D7EE52D8E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173101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4626E1D-9CF6-E45B-68DE-58D98B912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1D1B0A7B-BACB-4F53-544F-204394438B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48F47C4-2986-EF6D-DDE2-0B66B92F9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42C9145-5E8B-3BA2-08F0-7A01EDB98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AB97-FC78-4E8F-94FC-5758EAED6AE9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69B19AD-E914-5AFA-6FFC-D16B2F4C2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EEDF314-8A4C-0572-0803-6DAA32441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38F3-0586-405D-9FBD-03D7EE52D8E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559484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5A7E71-D046-1453-7C39-BB545D384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81917CD-B773-C70C-E04B-0E32F0995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664D71A-FBC6-8C09-E084-E4ADC7EDF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AB97-FC78-4E8F-94FC-5758EAED6AE9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F79CA61-8FB9-923A-5240-C39120D6C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B9D4C8C-2B2B-2044-10DC-A63B3416E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38F3-0586-405D-9FBD-03D7EE52D8E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051769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0D84CF04-78E4-9965-DA6B-F0D14417D0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7F366CB-F9FF-247E-BEA9-B096E96E4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8571228-2B3D-5845-3E20-108F11B06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AB97-FC78-4E8F-94FC-5758EAED6AE9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2337D9A-27FD-2360-88EF-4B2054DD3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D28471-1EEC-AD21-C880-F1A576AD0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38F3-0586-405D-9FBD-03D7EE52D8E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7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DC76B48E-E2FF-D787-385E-1AA48636B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3D34412-23C1-D818-D350-B116C3711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2E7A80A-8B90-F930-8710-9E8E65C635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46792-51B7-44B5-B9CB-F4B161886A78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71B77A2-8B4E-750B-55B3-51F94721C2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BA46512-C637-ADCD-1996-D82361E584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69DF9-E67E-4AB7-9589-10B06A7DAB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34987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8AF8B13F-D3D0-A2D5-A1EF-85AA777A5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49B345B-7097-4DE7-292F-7C2897DC4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E634D2B-0C5F-3B22-10D1-2E4354B40A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6AB97-FC78-4E8F-94FC-5758EAED6AE9}" type="datetimeFigureOut">
              <a:rPr lang="cs-CZ" smtClean="0"/>
              <a:t>10.03.2023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88D97CF-4B36-D8CF-73EB-4AC815876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3643379-C58D-9D6D-1B11-7A7BB02B9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438F3-0586-405D-9FBD-03D7EE52D8E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0917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CBDB55B-D77F-1DEA-9E6B-2603E7677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cs-CZ" sz="5400" dirty="0">
                <a:solidFill>
                  <a:schemeClr val="bg1"/>
                </a:solidFill>
              </a:rPr>
              <a:t>Nemoci prasat I.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1B1F3E3-6549-904A-E635-B8B80A0D8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r>
              <a:rPr lang="cs-CZ" sz="2000" dirty="0">
                <a:solidFill>
                  <a:schemeClr val="bg1"/>
                </a:solidFill>
              </a:rPr>
              <a:t>Veterinářství a plemenářství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55396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10"/>
            <a:ext cx="12192000" cy="68622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461337-472F-2B0A-29E0-99B376F98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703" y="507238"/>
            <a:ext cx="3555916" cy="384589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 sz="5400" dirty="0">
                <a:solidFill>
                  <a:schemeClr val="bg1"/>
                </a:solidFill>
              </a:rPr>
              <a:t>zdraví a nemoc?</a:t>
            </a:r>
            <a:endParaRPr lang="en-US" sz="5400" dirty="0">
              <a:solidFill>
                <a:schemeClr val="bg1"/>
              </a:solidFill>
            </a:endParaRPr>
          </a:p>
        </p:txBody>
      </p:sp>
      <p:pic>
        <p:nvPicPr>
          <p:cNvPr id="5" name="Picture 4" descr="Zvětšovací sklo a otazník">
            <a:extLst>
              <a:ext uri="{FF2B5EF4-FFF2-40B4-BE49-F238E27FC236}">
                <a16:creationId xmlns:a16="http://schemas.microsoft.com/office/drawing/2014/main" id="{0B8D46C1-C3DA-C735-3164-556CCC901A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352" r="20400" b="2"/>
          <a:stretch/>
        </p:blipFill>
        <p:spPr>
          <a:xfrm>
            <a:off x="5467894" y="590861"/>
            <a:ext cx="5290998" cy="5290998"/>
          </a:xfrm>
          <a:custGeom>
            <a:avLst/>
            <a:gdLst/>
            <a:ahLst/>
            <a:cxnLst/>
            <a:rect l="l" t="t" r="r" b="b"/>
            <a:pathLst>
              <a:path w="5290998" h="5290998">
                <a:moveTo>
                  <a:pt x="2645499" y="0"/>
                </a:moveTo>
                <a:cubicBezTo>
                  <a:pt x="4106568" y="0"/>
                  <a:pt x="5290998" y="1184430"/>
                  <a:pt x="5290998" y="2645499"/>
                </a:cubicBezTo>
                <a:cubicBezTo>
                  <a:pt x="5290998" y="4106568"/>
                  <a:pt x="4106568" y="5290998"/>
                  <a:pt x="2645499" y="5290998"/>
                </a:cubicBezTo>
                <a:cubicBezTo>
                  <a:pt x="1184430" y="5290998"/>
                  <a:pt x="0" y="4106568"/>
                  <a:pt x="0" y="2645499"/>
                </a:cubicBezTo>
                <a:cubicBezTo>
                  <a:pt x="0" y="1184430"/>
                  <a:pt x="1184430" y="0"/>
                  <a:pt x="2645499" y="0"/>
                </a:cubicBezTo>
                <a:close/>
              </a:path>
            </a:pathLst>
          </a:custGeom>
          <a:ln w="25400">
            <a:noFill/>
          </a:ln>
        </p:spPr>
      </p:pic>
      <p:sp>
        <p:nvSpPr>
          <p:cNvPr id="18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58925" y="823301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A499C65A-9B02-4D7F-BD68-CD38D8805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58925" y="823301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2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70622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6" name="Graphic 4">
            <a:extLst>
              <a:ext uri="{FF2B5EF4-FFF2-40B4-BE49-F238E27FC236}">
                <a16:creationId xmlns:a16="http://schemas.microsoft.com/office/drawing/2014/main" id="{1F4896D7-5AD0-4505-BCCD-82262CFEE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035286" y="3429061"/>
            <a:ext cx="1861484" cy="1861513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3C04C31-4BBB-4AC5-A222-4E79BDDF6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90890F0-A440-4A5F-89E2-860A60425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9BA7632-2294-4740-BB61-DFA5017B7B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025C556-497E-4B62-9131-98448B5A7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467884A-CD29-4BCE-A1A4-1E629953FC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3A1BC11-A782-4A26-87D0-76C92BAB7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787142E-1022-4109-9141-85FF9C22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63BCB7E-36CC-4105-9CDA-BFB80F3FFC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6EF2588-350F-4CCE-9BF8-799EC7196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A696712-7E60-48CD-A6F8-91754B090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244E95B-2BBF-4335-BEFC-BA135EF949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D692242-534C-4A58-90D7-43A781D23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C72B2EF-E5D1-46BF-B7FE-A9D174508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8805B31-6BA4-45FA-8180-436B2EC41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1B376A0-4543-4AE3-8071-5C746BADE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824AEB4-F797-4131-AD1A-BCB807B08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399A867-568D-43D3-8F17-6644C8D09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953DBA6-7A8F-4369-8F18-DC19A21B4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9167760-8210-45B7-96C9-462EB82D8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B578C99-7B91-480A-B8CA-B9FB3AF17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DF91670-E084-4B4B-9F86-75DD43CBE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FC99F2F-C73F-444D-B4BB-C02E463AB2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F3FF604-A6A9-4EDC-868C-696B92122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8D6C5BB-BF17-4FE8-B611-578E8EBE9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80A8D66-3FA7-4C04-AEDC-D8F94AA43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3DE9B826-6E87-4EF5-AA9D-F55BB3A21D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BAEEC53-BED0-4ACB-94B4-818158D7EF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0709FE3-3633-4C01-AAD6-75ADD9395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0D68B00-260E-4EFC-A1FE-8B04EB5A7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60AF8DD-D1D2-43F3-83E5-ECF20A091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7B3F103-7F53-4D5E-B9A2-DE4F0B78D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BBECD20-3735-4F14-8816-26D648091F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00687DC-38D4-44B7-BA7D-D8A0BA155F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3AFC6B0-2B60-47B1-B854-A02279C70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9963332-7F58-48B9-9BAB-87C986F39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42BD313-0F6E-4DC3-B8A8-861289801F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253CE00-9D58-4821-B362-2552C433B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E89086E-98CE-4697-8CE7-B2E7DB2E8C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CE9357F-710D-4D3B-90C1-CF19E73F2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70ED7F2-AD38-47BC-B6A1-FF7E20AFD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2600E9C-0B0F-45ED-A2CF-DE0240B2B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07D2066-6599-4BD0-9CD5-7289EB1B8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7BF96C0D-1DEE-47F2-A950-16BC0896F5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D254ABE-505D-4C6A-9267-BFB78FBB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22BBE38-BC6F-4DDE-BD6D-2B496CE4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1046D1FA-C431-4F16-8BDD-71C614D798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F387987-DEF1-447C-BC86-281AC0B3D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808DF01-2715-4215-81F1-B8C178304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ED7F897-8A4F-4F3D-BFB1-738BCDCA9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B51B8B7-D508-44C3-AFC5-820557A94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FBC6B94-2A13-4303-AE51-334E386DA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7897959-2F8E-4A05-9EA8-5B0329B574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522AB50-D351-40F4-8A88-E856C1F27F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21AFD52-C13F-4A20-B1DB-13C1A9A3D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8E789B3B-F514-4E02-8C1A-2F85817AA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E473BAC-3DA1-4D63-9D6C-2B993665F6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F385DCF4-8F59-4838-B86C-2B3EF0BCE7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EC5A02E-609A-4C39-A35D-E8D038F7C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7AB67B18-1821-4367-A7B6-CC2FFF66D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DFCAC56E-4767-4984-9FE7-2C3CA57D01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0A1929ED-CEB2-4C49-B2ED-A206D3793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1D632F9-2F59-4C8D-B1BC-1CB0D15C3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03B9F80B-CAEF-442C-A218-E2B069545B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526A626E-CC14-4106-8AD4-DB3D81CD6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7CD710B8-B5DF-495F-ACEA-CFB9308CB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550C81D-B0B8-4DB8-A12C-B62944D0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EB82E53-B337-43EB-BFF8-1466F10E8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1DCEF3A-2B54-4AA2-9BFD-57EA4A246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F122967-34EF-4575-8E59-75D77FCD0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D87EBF9D-3949-4CCE-BB87-978466834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8A1183F-B28F-4BAD-A14B-3940A6E92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81851B7-6D8F-454C-BBAA-498426069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99759A7A-483F-4DB0-8677-C6AB61E19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BDD1E55B-DE82-4811-BB33-1468396D2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F4B0251C-DACC-4A24-83BA-3D95F8D19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647EF9B-D99D-48C1-B61E-19B85F47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EB55DF3C-DDF0-4B01-849E-46A663465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09149238-5A44-4264-84E6-DD25E7C01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E6925C1-B440-4C1C-8829-2E6D9EE142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37B5BDB-32A7-4C47-A984-AF2316600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B5A7D9C-91C9-49A3-8AD5-DB49632FD4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C64B015D-AFCF-4AB2-AE58-A069B06DB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A4407931-9375-400F-88AC-C63D4E9E9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554278B7-45C8-46E4-885A-69208D598B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3A806AB0-FBD6-41CD-997C-A76266D375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19E2D6D-6D96-4348-954B-3657A0B0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794AABE-9C3E-4A8C-820F-0FDF65213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1DBEC39D-5464-46CA-B62B-24826F1F4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1807973-667B-4780-B3AA-4ADC32DB3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970D793C-C9EE-467B-8385-42B6905A0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94695A53-78EB-4811-8BBC-4707F3016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0576416F-0C2E-4D01-9357-5C73ADF85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091FE22-8667-4F89-A333-BA9A0917E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B779008-969D-4FA8-BB6C-3BBBCF919E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CDAF3B96-0DFB-44BA-959D-BF9643FFE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5F66F5FF-98B2-4453-8175-EB602A6A0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51D9683-9D41-4058-B90B-99146FC2F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907098D-1005-4522-BA21-F1534CBAC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BFEF082-7E02-4ED8-B9D1-F0FC47FEC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429C269-222E-4EFB-97B9-08FA243CE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C460F7F-5702-4281-850B-59E4182A71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A329057C-293F-4933-9DEA-2463E66D4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274CBA8-6253-4229-AC37-1D7126639E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B7ABAAD2-23FD-4AF4-8506-3CDDC5607B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7A85620-3B33-477A-949C-3F221DCC2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6247316E-E815-4CE3-9EC0-8DC8391EB4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47E26-5A98-4B49-A453-C71D894500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40C95BF-A85B-4251-A817-35A7B4F71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EA4FDA2F-E340-40E6-8678-8F4F9EB3D4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D94A3796-87FD-436D-8309-857F9B489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B20BE68-41F5-4E59-87CD-A8654B123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FD87938-B42E-45E5-ABB8-936E00A24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EA46A837-6AA3-4099-8055-251ED6D7D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B9D871B1-B4D0-4667-B5FA-21AE12E501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477E102A-1E9D-44C8-9DA0-1B4B61444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42DB4921-ECFC-42CD-B91B-56AB1FE26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156177C-2880-4AAF-BFC7-C3EA4AD09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B7C807E0-34AB-4AC3-A674-D7E438C60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93AD80AB-575A-4D50-A561-CE310E06BF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E4C11A99-7E93-4B54-B1CE-D90D45325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25A3E814-2D04-4881-B9E9-81ADDC0C97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73D9FB4-F4AF-4974-A734-C9300D21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081A1414-A8F5-43F1-BA51-B058EF2C05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E41588DC-3C7F-4695-A42A-B5ABEA8B5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3884DF6D-4C87-4B4A-A918-B3F3C8BE35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CF26F2A0-B8D0-48D4-A9A9-BEB75CFF1F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A9177E1-A6DC-4200-9D85-31A348E027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A218E3-83A8-45E8-B2E3-4B693606C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31E51433-E260-493C-8A94-FCE7FD9BA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3A74FFD3-BE5F-435D-AC22-825B6E049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3420F88-93EB-4790-A2BD-EFF61E77B0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3875302B-159F-4E81-AD49-154BAA8FD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E9966CE-BC06-4CEB-877D-34D9D1C2E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89924EA-8A9B-4ED5-8CF2-E184EE89D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300C1FB1-E227-40EE-A773-071D080BD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4F26B5D-6E35-40E8-90DF-FD65CB33FA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059D8F05-F701-45A6-9377-454642C212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5F57ACF8-D510-4715-B964-20D980558C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51053CDD-687F-481B-86FB-56DA74C55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76B24CA5-1578-43AE-8ED8-CB9F7EA62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3208550-AB5B-4E2B-914A-270D30163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4120D7E-20EE-4413-A541-781EA4350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C0CC66E-BFF1-47FD-8C37-092016FBE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09D9AD44-3983-44A2-9DBA-6C5FF3C47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71915592-B946-43D1-AE24-B72B17FC5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3AC48622-C7DC-416F-B14F-AB0C6A3EF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C122E9A7-0590-453C-AC3A-88265131C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78246847-0B72-46B3-9243-7A7B92E212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207FF669-6E9C-47DF-A1A0-667669279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6905CAD-DCDC-4965-969E-3BA793FCA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7E82B7F4-81C1-4A48-A3C9-B9DE741C9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53D306B7-0050-4206-8020-D3F81BC46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BE50823B-85BA-4734-A0E5-99F2D027C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1F26CEA8-889B-4F33-AE59-91F66E1602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64E5726-D6A2-4541-9EB4-0D455BFB19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B5A9478C-31E8-4C23-856A-5B4D6936B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D4D55AFD-7163-47DF-8918-6BCF397B5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20C5BF88-D776-4C9B-89BD-85EE0DCE81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0347C6-25EE-4289-B805-750B30ABB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4C83C9E0-7820-4EA4-B9AA-AD6E0719F3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7E1B6DEA-553D-4733-9A45-3A28D118B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BE647149-B885-4A7D-B57E-A9762FF951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3FFCDDD6-EA47-4BA4-914F-B4AD52A7D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18C5FC42-4A56-48D7-9C6F-EE6973256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E58746BA-672F-48B8-BA1D-E317498C1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75C60814-753C-4243-BD88-443E240D6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174EB8C9-709B-42D9-9948-434CAA5E0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786AB5B1-D0D7-4FE2-9A7D-BF9C01F7D7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718E7606-3FC9-4354-BCF8-A980AE6DFA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4229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10"/>
            <a:ext cx="12192000" cy="68622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461337-472F-2B0A-29E0-99B376F98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703" y="507238"/>
            <a:ext cx="3555916" cy="384589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 sz="5400" dirty="0">
                <a:solidFill>
                  <a:schemeClr val="bg1"/>
                </a:solidFill>
              </a:rPr>
              <a:t>orgánové a</a:t>
            </a:r>
            <a:br>
              <a:rPr lang="cs-CZ" sz="5400" dirty="0">
                <a:solidFill>
                  <a:schemeClr val="bg1"/>
                </a:solidFill>
              </a:rPr>
            </a:br>
            <a:r>
              <a:rPr lang="cs-CZ" sz="5400" dirty="0">
                <a:solidFill>
                  <a:schemeClr val="bg1"/>
                </a:solidFill>
              </a:rPr>
              <a:t>infekční nemoci?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58925" y="823301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A499C65A-9B02-4D7F-BD68-CD38D8805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58925" y="823301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2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70622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6" name="Graphic 4">
            <a:extLst>
              <a:ext uri="{FF2B5EF4-FFF2-40B4-BE49-F238E27FC236}">
                <a16:creationId xmlns:a16="http://schemas.microsoft.com/office/drawing/2014/main" id="{1F4896D7-5AD0-4505-BCCD-82262CFEE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035286" y="3429061"/>
            <a:ext cx="1861484" cy="1861513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3C04C31-4BBB-4AC5-A222-4E79BDDF6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90890F0-A440-4A5F-89E2-860A60425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9BA7632-2294-4740-BB61-DFA5017B7B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025C556-497E-4B62-9131-98448B5A7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467884A-CD29-4BCE-A1A4-1E629953FC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3A1BC11-A782-4A26-87D0-76C92BAB7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787142E-1022-4109-9141-85FF9C22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63BCB7E-36CC-4105-9CDA-BFB80F3FFC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6EF2588-350F-4CCE-9BF8-799EC7196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A696712-7E60-48CD-A6F8-91754B090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244E95B-2BBF-4335-BEFC-BA135EF949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D692242-534C-4A58-90D7-43A781D23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C72B2EF-E5D1-46BF-B7FE-A9D174508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8805B31-6BA4-45FA-8180-436B2EC41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1B376A0-4543-4AE3-8071-5C746BADE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824AEB4-F797-4131-AD1A-BCB807B08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399A867-568D-43D3-8F17-6644C8D09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953DBA6-7A8F-4369-8F18-DC19A21B4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9167760-8210-45B7-96C9-462EB82D8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B578C99-7B91-480A-B8CA-B9FB3AF17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DF91670-E084-4B4B-9F86-75DD43CBE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FC99F2F-C73F-444D-B4BB-C02E463AB2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F3FF604-A6A9-4EDC-868C-696B92122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8D6C5BB-BF17-4FE8-B611-578E8EBE9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80A8D66-3FA7-4C04-AEDC-D8F94AA43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3DE9B826-6E87-4EF5-AA9D-F55BB3A21D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BAEEC53-BED0-4ACB-94B4-818158D7EF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0709FE3-3633-4C01-AAD6-75ADD9395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0D68B00-260E-4EFC-A1FE-8B04EB5A7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60AF8DD-D1D2-43F3-83E5-ECF20A091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7B3F103-7F53-4D5E-B9A2-DE4F0B78D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BBECD20-3735-4F14-8816-26D648091F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00687DC-38D4-44B7-BA7D-D8A0BA155F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3AFC6B0-2B60-47B1-B854-A02279C70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9963332-7F58-48B9-9BAB-87C986F39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42BD313-0F6E-4DC3-B8A8-861289801F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253CE00-9D58-4821-B362-2552C433B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E89086E-98CE-4697-8CE7-B2E7DB2E8C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CE9357F-710D-4D3B-90C1-CF19E73F2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70ED7F2-AD38-47BC-B6A1-FF7E20AFD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2600E9C-0B0F-45ED-A2CF-DE0240B2B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07D2066-6599-4BD0-9CD5-7289EB1B8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7BF96C0D-1DEE-47F2-A950-16BC0896F5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D254ABE-505D-4C6A-9267-BFB78FBB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22BBE38-BC6F-4DDE-BD6D-2B496CE4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1046D1FA-C431-4F16-8BDD-71C614D798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F387987-DEF1-447C-BC86-281AC0B3D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808DF01-2715-4215-81F1-B8C178304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ED7F897-8A4F-4F3D-BFB1-738BCDCA9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B51B8B7-D508-44C3-AFC5-820557A94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FBC6B94-2A13-4303-AE51-334E386DA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7897959-2F8E-4A05-9EA8-5B0329B574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522AB50-D351-40F4-8A88-E856C1F27F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21AFD52-C13F-4A20-B1DB-13C1A9A3D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8E789B3B-F514-4E02-8C1A-2F85817AA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E473BAC-3DA1-4D63-9D6C-2B993665F6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F385DCF4-8F59-4838-B86C-2B3EF0BCE7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EC5A02E-609A-4C39-A35D-E8D038F7C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7AB67B18-1821-4367-A7B6-CC2FFF66D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DFCAC56E-4767-4984-9FE7-2C3CA57D01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0A1929ED-CEB2-4C49-B2ED-A206D3793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1D632F9-2F59-4C8D-B1BC-1CB0D15C3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03B9F80B-CAEF-442C-A218-E2B069545B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526A626E-CC14-4106-8AD4-DB3D81CD6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7CD710B8-B5DF-495F-ACEA-CFB9308CB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550C81D-B0B8-4DB8-A12C-B62944D0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EB82E53-B337-43EB-BFF8-1466F10E8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1DCEF3A-2B54-4AA2-9BFD-57EA4A246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F122967-34EF-4575-8E59-75D77FCD0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D87EBF9D-3949-4CCE-BB87-978466834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8A1183F-B28F-4BAD-A14B-3940A6E92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81851B7-6D8F-454C-BBAA-498426069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99759A7A-483F-4DB0-8677-C6AB61E19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BDD1E55B-DE82-4811-BB33-1468396D2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F4B0251C-DACC-4A24-83BA-3D95F8D19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647EF9B-D99D-48C1-B61E-19B85F47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EB55DF3C-DDF0-4B01-849E-46A663465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09149238-5A44-4264-84E6-DD25E7C01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E6925C1-B440-4C1C-8829-2E6D9EE142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37B5BDB-32A7-4C47-A984-AF2316600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B5A7D9C-91C9-49A3-8AD5-DB49632FD4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C64B015D-AFCF-4AB2-AE58-A069B06DB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A4407931-9375-400F-88AC-C63D4E9E9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554278B7-45C8-46E4-885A-69208D598B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3A806AB0-FBD6-41CD-997C-A76266D375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19E2D6D-6D96-4348-954B-3657A0B0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794AABE-9C3E-4A8C-820F-0FDF65213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1DBEC39D-5464-46CA-B62B-24826F1F4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1807973-667B-4780-B3AA-4ADC32DB3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970D793C-C9EE-467B-8385-42B6905A0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94695A53-78EB-4811-8BBC-4707F3016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0576416F-0C2E-4D01-9357-5C73ADF85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091FE22-8667-4F89-A333-BA9A0917E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B779008-969D-4FA8-BB6C-3BBBCF919E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CDAF3B96-0DFB-44BA-959D-BF9643FFE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5F66F5FF-98B2-4453-8175-EB602A6A0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51D9683-9D41-4058-B90B-99146FC2F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907098D-1005-4522-BA21-F1534CBAC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BFEF082-7E02-4ED8-B9D1-F0FC47FEC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429C269-222E-4EFB-97B9-08FA243CE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C460F7F-5702-4281-850B-59E4182A71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A329057C-293F-4933-9DEA-2463E66D4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274CBA8-6253-4229-AC37-1D7126639E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B7ABAAD2-23FD-4AF4-8506-3CDDC5607B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7A85620-3B33-477A-949C-3F221DCC2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6247316E-E815-4CE3-9EC0-8DC8391EB4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47E26-5A98-4B49-A453-C71D894500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40C95BF-A85B-4251-A817-35A7B4F71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EA4FDA2F-E340-40E6-8678-8F4F9EB3D4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D94A3796-87FD-436D-8309-857F9B489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B20BE68-41F5-4E59-87CD-A8654B123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FD87938-B42E-45E5-ABB8-936E00A24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EA46A837-6AA3-4099-8055-251ED6D7D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B9D871B1-B4D0-4667-B5FA-21AE12E501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477E102A-1E9D-44C8-9DA0-1B4B61444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42DB4921-ECFC-42CD-B91B-56AB1FE26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156177C-2880-4AAF-BFC7-C3EA4AD09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B7C807E0-34AB-4AC3-A674-D7E438C60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93AD80AB-575A-4D50-A561-CE310E06BF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E4C11A99-7E93-4B54-B1CE-D90D45325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25A3E814-2D04-4881-B9E9-81ADDC0C97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73D9FB4-F4AF-4974-A734-C9300D21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081A1414-A8F5-43F1-BA51-B058EF2C05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E41588DC-3C7F-4695-A42A-B5ABEA8B5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3884DF6D-4C87-4B4A-A918-B3F3C8BE35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CF26F2A0-B8D0-48D4-A9A9-BEB75CFF1F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A9177E1-A6DC-4200-9D85-31A348E027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A218E3-83A8-45E8-B2E3-4B693606C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31E51433-E260-493C-8A94-FCE7FD9BA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3A74FFD3-BE5F-435D-AC22-825B6E049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3420F88-93EB-4790-A2BD-EFF61E77B0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3875302B-159F-4E81-AD49-154BAA8FD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E9966CE-BC06-4CEB-877D-34D9D1C2E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89924EA-8A9B-4ED5-8CF2-E184EE89D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300C1FB1-E227-40EE-A773-071D080BD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4F26B5D-6E35-40E8-90DF-FD65CB33FA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059D8F05-F701-45A6-9377-454642C212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5F57ACF8-D510-4715-B964-20D980558C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51053CDD-687F-481B-86FB-56DA74C55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76B24CA5-1578-43AE-8ED8-CB9F7EA62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3208550-AB5B-4E2B-914A-270D30163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4120D7E-20EE-4413-A541-781EA4350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C0CC66E-BFF1-47FD-8C37-092016FBE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09D9AD44-3983-44A2-9DBA-6C5FF3C47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71915592-B946-43D1-AE24-B72B17FC5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3AC48622-C7DC-416F-B14F-AB0C6A3EF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C122E9A7-0590-453C-AC3A-88265131C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78246847-0B72-46B3-9243-7A7B92E212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207FF669-6E9C-47DF-A1A0-667669279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6905CAD-DCDC-4965-969E-3BA793FCA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7E82B7F4-81C1-4A48-A3C9-B9DE741C9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53D306B7-0050-4206-8020-D3F81BC46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BE50823B-85BA-4734-A0E5-99F2D027C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1F26CEA8-889B-4F33-AE59-91F66E1602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64E5726-D6A2-4541-9EB4-0D455BFB19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B5A9478C-31E8-4C23-856A-5B4D6936B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D4D55AFD-7163-47DF-8918-6BCF397B5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20C5BF88-D776-4C9B-89BD-85EE0DCE81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0347C6-25EE-4289-B805-750B30ABB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4C83C9E0-7820-4EA4-B9AA-AD6E0719F3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7E1B6DEA-553D-4733-9A45-3A28D118B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BE647149-B885-4A7D-B57E-A9762FF951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3FFCDDD6-EA47-4BA4-914F-B4AD52A7D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18C5FC42-4A56-48D7-9C6F-EE6973256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E58746BA-672F-48B8-BA1D-E317498C1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75C60814-753C-4243-BD88-443E240D6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174EB8C9-709B-42D9-9948-434CAA5E0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786AB5B1-D0D7-4FE2-9A7D-BF9C01F7D7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718E7606-3FC9-4354-BCF8-A980AE6DFA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1026" name="Picture 2" descr="Čistější prase z laboratoře. Mohou genetické modifikace přispět k ochraně  životního prostředí? | Věda | Lidovky.cz">
            <a:extLst>
              <a:ext uri="{FF2B5EF4-FFF2-40B4-BE49-F238E27FC236}">
                <a16:creationId xmlns:a16="http://schemas.microsoft.com/office/drawing/2014/main" id="{0B856A24-E1C5-DAE8-5157-5FC31586B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239" y="2128567"/>
            <a:ext cx="4381500" cy="2857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0553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2AA5F7D-1D6F-500E-1046-0F3F56A49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Orgánové (nenakažlivé) nemoci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7AD0CF9-D511-2C7E-AC04-535812991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8935" y="976045"/>
            <a:ext cx="5513889" cy="5123745"/>
          </a:xfrm>
        </p:spPr>
        <p:txBody>
          <a:bodyPr>
            <a:normAutofit/>
          </a:bodyPr>
          <a:lstStyle/>
          <a:p>
            <a:r>
              <a:rPr lang="cs-CZ" sz="3200" dirty="0">
                <a:solidFill>
                  <a:schemeClr val="bg1"/>
                </a:solidFill>
              </a:rPr>
              <a:t>Ojedinělý výskyt</a:t>
            </a:r>
          </a:p>
          <a:p>
            <a:pPr lvl="1"/>
            <a:r>
              <a:rPr lang="cs-CZ" sz="2800" dirty="0">
                <a:solidFill>
                  <a:schemeClr val="bg1"/>
                </a:solidFill>
              </a:rPr>
              <a:t>Špatná výživa</a:t>
            </a:r>
          </a:p>
          <a:p>
            <a:pPr lvl="1"/>
            <a:r>
              <a:rPr lang="cs-CZ" sz="2800" dirty="0">
                <a:solidFill>
                  <a:schemeClr val="bg1"/>
                </a:solidFill>
              </a:rPr>
              <a:t>Nevyhovující zoohygienické podmínky</a:t>
            </a:r>
          </a:p>
          <a:p>
            <a:pPr lvl="1"/>
            <a:r>
              <a:rPr lang="cs-CZ" sz="2800" dirty="0">
                <a:solidFill>
                  <a:schemeClr val="bg1"/>
                </a:solidFill>
              </a:rPr>
              <a:t>Nadměrná námaha</a:t>
            </a:r>
          </a:p>
          <a:p>
            <a:pPr lvl="1"/>
            <a:r>
              <a:rPr lang="cs-CZ" sz="2800" dirty="0">
                <a:solidFill>
                  <a:schemeClr val="bg1"/>
                </a:solidFill>
              </a:rPr>
              <a:t>Genetická dispozice</a:t>
            </a:r>
          </a:p>
          <a:p>
            <a:r>
              <a:rPr lang="cs-CZ" sz="3200" u="sng" dirty="0">
                <a:solidFill>
                  <a:schemeClr val="bg1"/>
                </a:solidFill>
              </a:rPr>
              <a:t>Příklad</a:t>
            </a:r>
            <a:r>
              <a:rPr lang="cs-CZ" sz="3200" dirty="0">
                <a:solidFill>
                  <a:schemeClr val="bg1"/>
                </a:solidFill>
              </a:rPr>
              <a:t>: avitaminózy, anémie, nemoci končetin, záněty, poruchy reprodukční funkce</a:t>
            </a:r>
          </a:p>
        </p:txBody>
      </p:sp>
    </p:spTree>
    <p:extLst>
      <p:ext uri="{BB962C8B-B14F-4D97-AF65-F5344CB8AC3E}">
        <p14:creationId xmlns:p14="http://schemas.microsoft.com/office/powerpoint/2010/main" val="3446724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2AA5F7D-1D6F-500E-1046-0F3F56A49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Infekční (nakažlivé) nemoci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7AD0CF9-D511-2C7E-AC04-535812991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8103" y="1263023"/>
            <a:ext cx="5513889" cy="5123745"/>
          </a:xfrm>
        </p:spPr>
        <p:txBody>
          <a:bodyPr>
            <a:normAutofit/>
          </a:bodyPr>
          <a:lstStyle/>
          <a:p>
            <a:r>
              <a:rPr lang="cs-CZ" sz="3200" dirty="0">
                <a:solidFill>
                  <a:schemeClr val="bg1"/>
                </a:solidFill>
              </a:rPr>
              <a:t>Postihují více zvířat najednou</a:t>
            </a:r>
          </a:p>
          <a:p>
            <a:pPr lvl="1"/>
            <a:r>
              <a:rPr lang="cs-CZ" sz="2800" dirty="0">
                <a:solidFill>
                  <a:schemeClr val="bg1"/>
                </a:solidFill>
              </a:rPr>
              <a:t>Viry</a:t>
            </a:r>
          </a:p>
          <a:p>
            <a:pPr lvl="1"/>
            <a:r>
              <a:rPr lang="cs-CZ" sz="2800" dirty="0">
                <a:solidFill>
                  <a:schemeClr val="bg1"/>
                </a:solidFill>
              </a:rPr>
              <a:t>Bakterie</a:t>
            </a:r>
          </a:p>
          <a:p>
            <a:pPr lvl="1"/>
            <a:r>
              <a:rPr lang="cs-CZ" sz="2800" dirty="0">
                <a:solidFill>
                  <a:schemeClr val="bg1"/>
                </a:solidFill>
              </a:rPr>
              <a:t>Parazité</a:t>
            </a:r>
          </a:p>
          <a:p>
            <a:r>
              <a:rPr lang="cs-CZ" sz="3200" u="sng" dirty="0">
                <a:solidFill>
                  <a:schemeClr val="bg1"/>
                </a:solidFill>
              </a:rPr>
              <a:t>Příklad</a:t>
            </a:r>
            <a:r>
              <a:rPr lang="cs-CZ" sz="3200" dirty="0">
                <a:solidFill>
                  <a:schemeClr val="bg1"/>
                </a:solidFill>
              </a:rPr>
              <a:t>: červenka, mor prasat, chřipka, sypavka, </a:t>
            </a:r>
            <a:r>
              <a:rPr lang="cs-CZ" sz="3200" dirty="0" err="1">
                <a:solidFill>
                  <a:schemeClr val="bg1"/>
                </a:solidFill>
              </a:rPr>
              <a:t>Aujezskyho</a:t>
            </a:r>
            <a:r>
              <a:rPr lang="cs-CZ" sz="3200" dirty="0">
                <a:solidFill>
                  <a:schemeClr val="bg1"/>
                </a:solidFill>
              </a:rPr>
              <a:t> choroba, gastroenteritida, enzootická pneumonie</a:t>
            </a:r>
          </a:p>
        </p:txBody>
      </p:sp>
    </p:spTree>
    <p:extLst>
      <p:ext uri="{BB962C8B-B14F-4D97-AF65-F5344CB8AC3E}">
        <p14:creationId xmlns:p14="http://schemas.microsoft.com/office/powerpoint/2010/main" val="3003985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C39B38B-5C46-BAD5-AFA7-7D9FE1BD1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923293"/>
            <a:ext cx="4030132" cy="4641720"/>
          </a:xfrm>
        </p:spPr>
        <p:txBody>
          <a:bodyPr>
            <a:norm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Parazitózy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0A98BBA-D3EA-45DC-B8A1-9C61397D4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4C95AB-2BD7-4E38-BDD5-1E41F3A9B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F1F2985-31D9-7B1F-17FC-4CE89F826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9629" y="1876619"/>
            <a:ext cx="5217173" cy="4351338"/>
          </a:xfrm>
        </p:spPr>
        <p:txBody>
          <a:bodyPr>
            <a:normAutofit/>
          </a:bodyPr>
          <a:lstStyle/>
          <a:p>
            <a:r>
              <a:rPr lang="cs-CZ" sz="3600" dirty="0" err="1">
                <a:solidFill>
                  <a:schemeClr val="bg1"/>
                </a:solidFill>
              </a:rPr>
              <a:t>Ektoparazitózy</a:t>
            </a:r>
            <a:r>
              <a:rPr lang="cs-CZ" sz="3600" dirty="0">
                <a:solidFill>
                  <a:schemeClr val="bg1"/>
                </a:solidFill>
              </a:rPr>
              <a:t> – vnější parazité</a:t>
            </a:r>
          </a:p>
          <a:p>
            <a:endParaRPr lang="cs-CZ" sz="3600" dirty="0">
              <a:solidFill>
                <a:schemeClr val="bg1"/>
              </a:solidFill>
            </a:endParaRPr>
          </a:p>
          <a:p>
            <a:r>
              <a:rPr lang="cs-CZ" sz="3600" dirty="0" err="1">
                <a:solidFill>
                  <a:schemeClr val="bg1"/>
                </a:solidFill>
              </a:rPr>
              <a:t>Endoparazitózy</a:t>
            </a:r>
            <a:r>
              <a:rPr lang="cs-CZ" sz="3600" dirty="0">
                <a:solidFill>
                  <a:schemeClr val="bg1"/>
                </a:solidFill>
              </a:rPr>
              <a:t> – vnitřní parazité</a:t>
            </a:r>
          </a:p>
          <a:p>
            <a:endParaRPr lang="cs-CZ" dirty="0">
              <a:solidFill>
                <a:schemeClr val="bg1"/>
              </a:solidFill>
            </a:endParaRPr>
          </a:p>
          <a:p>
            <a:endParaRPr lang="cs-CZ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836128-58DE-4E5A-B27E-DFE747CA0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21348" y="5364542"/>
            <a:ext cx="1562428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A0090F-4FBF-434D-83B1-B274F83A9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8DF6032-C07A-45C6-8A4F-04EF4EDC0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5B89F44-A096-479D-AD1F-120561C2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0685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E4E6F22-7BB7-2438-9788-AE8AAE9A9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>
            <a:norm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Svrab („prašivina“)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5B39C70-F457-4959-AA96-55DBC7D18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802" y="1820862"/>
            <a:ext cx="5446849" cy="4351338"/>
          </a:xfrm>
        </p:spPr>
        <p:txBody>
          <a:bodyPr>
            <a:normAutofit/>
          </a:bodyPr>
          <a:lstStyle/>
          <a:p>
            <a:r>
              <a:rPr lang="cs-CZ" dirty="0" err="1">
                <a:solidFill>
                  <a:schemeClr val="bg1"/>
                </a:solidFill>
              </a:rPr>
              <a:t>Ektoparazitóza</a:t>
            </a:r>
            <a:endParaRPr lang="cs-CZ" dirty="0">
              <a:solidFill>
                <a:schemeClr val="bg1"/>
              </a:solidFill>
            </a:endParaRPr>
          </a:p>
          <a:p>
            <a:r>
              <a:rPr lang="cs-CZ" u="sng" dirty="0">
                <a:solidFill>
                  <a:schemeClr val="bg1"/>
                </a:solidFill>
              </a:rPr>
              <a:t>Původce</a:t>
            </a:r>
            <a:r>
              <a:rPr lang="cs-CZ" dirty="0">
                <a:solidFill>
                  <a:schemeClr val="bg1"/>
                </a:solidFill>
              </a:rPr>
              <a:t>: Zákožka svrabová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svrchní vrstvy kůže, živí se uvolněnou rohovinou a tkáň. mokem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hloubení chodbiček = silné svědění</a:t>
            </a:r>
          </a:p>
          <a:p>
            <a:r>
              <a:rPr lang="cs-CZ" u="sng" dirty="0">
                <a:solidFill>
                  <a:schemeClr val="bg1"/>
                </a:solidFill>
              </a:rPr>
              <a:t>Příznaky</a:t>
            </a:r>
            <a:r>
              <a:rPr lang="cs-CZ" dirty="0">
                <a:solidFill>
                  <a:schemeClr val="bg1"/>
                </a:solidFill>
              </a:rPr>
              <a:t>: pupeny na postižené kůži, drbání se, neklid, strupy, vypadávání srsti</a:t>
            </a:r>
          </a:p>
          <a:p>
            <a:endParaRPr lang="cs-C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973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2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14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B209A37-617D-77DB-B931-9CB29931B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251" y="633046"/>
            <a:ext cx="3863749" cy="1314996"/>
          </a:xfrm>
        </p:spPr>
        <p:txBody>
          <a:bodyPr anchor="b">
            <a:norm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Svrab</a:t>
            </a:r>
          </a:p>
        </p:txBody>
      </p:sp>
      <p:sp>
        <p:nvSpPr>
          <p:cNvPr id="24" name="Freeform: Shape 16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F63CD3FB-21E6-A1DF-1550-74D3F799E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251" y="2125737"/>
            <a:ext cx="3863749" cy="4044463"/>
          </a:xfrm>
        </p:spPr>
        <p:txBody>
          <a:bodyPr>
            <a:normAutofit/>
          </a:bodyPr>
          <a:lstStyle/>
          <a:p>
            <a:r>
              <a:rPr lang="cs-CZ" u="sng" dirty="0">
                <a:solidFill>
                  <a:schemeClr val="bg1"/>
                </a:solidFill>
              </a:rPr>
              <a:t>Léčba</a:t>
            </a:r>
            <a:r>
              <a:rPr lang="cs-CZ" dirty="0">
                <a:solidFill>
                  <a:schemeClr val="bg1"/>
                </a:solidFill>
              </a:rPr>
              <a:t>: </a:t>
            </a:r>
          </a:p>
          <a:p>
            <a:pPr lvl="1"/>
            <a:r>
              <a:rPr lang="cs-CZ" dirty="0" err="1">
                <a:solidFill>
                  <a:schemeClr val="bg1"/>
                </a:solidFill>
              </a:rPr>
              <a:t>Arpalit</a:t>
            </a:r>
            <a:r>
              <a:rPr lang="cs-CZ" dirty="0">
                <a:solidFill>
                  <a:schemeClr val="bg1"/>
                </a:solidFill>
              </a:rPr>
              <a:t> sprej na postižená místa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Injekčně </a:t>
            </a:r>
            <a:r>
              <a:rPr lang="cs-CZ" dirty="0" err="1">
                <a:solidFill>
                  <a:schemeClr val="bg1"/>
                </a:solidFill>
              </a:rPr>
              <a:t>Ivomec</a:t>
            </a:r>
            <a:endParaRPr lang="cs-CZ" dirty="0">
              <a:solidFill>
                <a:schemeClr val="bg1"/>
              </a:solidFill>
            </a:endParaRPr>
          </a:p>
          <a:p>
            <a:pPr lvl="1"/>
            <a:r>
              <a:rPr lang="cs-CZ" dirty="0">
                <a:solidFill>
                  <a:schemeClr val="bg1"/>
                </a:solidFill>
              </a:rPr>
              <a:t>Nutné očištění veškerých zařízení!</a:t>
            </a:r>
          </a:p>
          <a:p>
            <a:r>
              <a:rPr lang="cs-CZ" u="sng" dirty="0">
                <a:solidFill>
                  <a:schemeClr val="bg1"/>
                </a:solidFill>
              </a:rPr>
              <a:t>Prevence</a:t>
            </a:r>
            <a:r>
              <a:rPr lang="cs-CZ" dirty="0">
                <a:solidFill>
                  <a:schemeClr val="bg1"/>
                </a:solidFill>
              </a:rPr>
              <a:t>: 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Důsledná zoohygiena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Kontrola nakoupených zvířat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9463AC4-F96D-4507-9EE0-A831B79102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6" name="Obrázek 5" descr="alternativní popis obrázku chybí">
            <a:extLst>
              <a:ext uri="{FF2B5EF4-FFF2-40B4-BE49-F238E27FC236}">
                <a16:creationId xmlns:a16="http://schemas.microsoft.com/office/drawing/2014/main" id="{6D04675F-637B-AD44-69B1-B08D6F03B7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56" r="-1" b="7880"/>
          <a:stretch/>
        </p:blipFill>
        <p:spPr bwMode="auto">
          <a:xfrm>
            <a:off x="6423487" y="929609"/>
            <a:ext cx="2518114" cy="2518114"/>
          </a:xfrm>
          <a:custGeom>
            <a:avLst/>
            <a:gdLst/>
            <a:ahLst/>
            <a:cxnLst/>
            <a:rect l="l" t="t" r="r" b="b"/>
            <a:pathLst>
              <a:path w="2518114" h="2518114">
                <a:moveTo>
                  <a:pt x="1259057" y="0"/>
                </a:moveTo>
                <a:cubicBezTo>
                  <a:pt x="1954415" y="0"/>
                  <a:pt x="2518114" y="563699"/>
                  <a:pt x="2518114" y="1259057"/>
                </a:cubicBezTo>
                <a:cubicBezTo>
                  <a:pt x="2518114" y="1954415"/>
                  <a:pt x="1954415" y="2518114"/>
                  <a:pt x="1259057" y="2518114"/>
                </a:cubicBezTo>
                <a:cubicBezTo>
                  <a:pt x="563699" y="2518114"/>
                  <a:pt x="0" y="1954415"/>
                  <a:pt x="0" y="1259057"/>
                </a:cubicBezTo>
                <a:cubicBezTo>
                  <a:pt x="0" y="563699"/>
                  <a:pt x="563699" y="0"/>
                  <a:pt x="1259057" y="0"/>
                </a:cubicBezTo>
                <a:close/>
              </a:path>
            </a:pathLst>
          </a:custGeom>
          <a:noFill/>
        </p:spPr>
      </p:pic>
      <p:pic>
        <p:nvPicPr>
          <p:cNvPr id="5" name="Obrázek 4" descr="Svrab u prasat: co dělat a jak zacházet, patogen a příznaky">
            <a:extLst>
              <a:ext uri="{FF2B5EF4-FFF2-40B4-BE49-F238E27FC236}">
                <a16:creationId xmlns:a16="http://schemas.microsoft.com/office/drawing/2014/main" id="{402A659A-8F22-E675-A6B3-F6C57D219F7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4" r="19472" b="-5"/>
          <a:stretch/>
        </p:blipFill>
        <p:spPr bwMode="auto">
          <a:xfrm>
            <a:off x="9090426" y="86636"/>
            <a:ext cx="2952748" cy="2952748"/>
          </a:xfrm>
          <a:custGeom>
            <a:avLst/>
            <a:gdLst/>
            <a:ahLst/>
            <a:cxnLst/>
            <a:rect l="l" t="t" r="r" b="b"/>
            <a:pathLst>
              <a:path w="2361890" h="2361890">
                <a:moveTo>
                  <a:pt x="1180945" y="0"/>
                </a:moveTo>
                <a:cubicBezTo>
                  <a:pt x="1833163" y="0"/>
                  <a:pt x="2361890" y="528727"/>
                  <a:pt x="2361890" y="1180945"/>
                </a:cubicBezTo>
                <a:cubicBezTo>
                  <a:pt x="2361890" y="1833163"/>
                  <a:pt x="1833163" y="2361890"/>
                  <a:pt x="1180945" y="2361890"/>
                </a:cubicBezTo>
                <a:cubicBezTo>
                  <a:pt x="528727" y="2361890"/>
                  <a:pt x="0" y="1833163"/>
                  <a:pt x="0" y="1180945"/>
                </a:cubicBezTo>
                <a:cubicBezTo>
                  <a:pt x="0" y="528727"/>
                  <a:pt x="528727" y="0"/>
                  <a:pt x="1180945" y="0"/>
                </a:cubicBezTo>
                <a:close/>
              </a:path>
            </a:pathLst>
          </a:custGeom>
          <a:noFill/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51176" y="4803984"/>
            <a:ext cx="2140824" cy="2054016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C3ABE8C-1C72-4141-BADF-DD6811764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51176" y="4803984"/>
            <a:ext cx="2140824" cy="2054016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9346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Zástupný obsah 3" descr="prasata Flashcards | Quizlet">
            <a:extLst>
              <a:ext uri="{FF2B5EF4-FFF2-40B4-BE49-F238E27FC236}">
                <a16:creationId xmlns:a16="http://schemas.microsoft.com/office/drawing/2014/main" id="{6D70E8F6-2721-AA1A-2A64-58EDBE655B8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67"/>
          <a:stretch/>
        </p:blipFill>
        <p:spPr bwMode="auto">
          <a:xfrm>
            <a:off x="7682545" y="3175909"/>
            <a:ext cx="3454390" cy="3454390"/>
          </a:xfrm>
          <a:custGeom>
            <a:avLst/>
            <a:gdLst/>
            <a:ahLst/>
            <a:cxnLst/>
            <a:rect l="l" t="t" r="r" b="b"/>
            <a:pathLst>
              <a:path w="2452978" h="2452978">
                <a:moveTo>
                  <a:pt x="1226489" y="0"/>
                </a:moveTo>
                <a:cubicBezTo>
                  <a:pt x="1903860" y="0"/>
                  <a:pt x="2452978" y="549118"/>
                  <a:pt x="2452978" y="1226489"/>
                </a:cubicBezTo>
                <a:cubicBezTo>
                  <a:pt x="2452978" y="1903860"/>
                  <a:pt x="1903860" y="2452978"/>
                  <a:pt x="1226489" y="2452978"/>
                </a:cubicBezTo>
                <a:cubicBezTo>
                  <a:pt x="549118" y="2452978"/>
                  <a:pt x="0" y="1903860"/>
                  <a:pt x="0" y="1226489"/>
                </a:cubicBezTo>
                <a:cubicBezTo>
                  <a:pt x="0" y="549118"/>
                  <a:pt x="549118" y="0"/>
                  <a:pt x="1226489" y="0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341803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E4E6F22-7BB7-2438-9788-AE8AAE9A9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>
            <a:norm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Zavšivení 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5B39C70-F457-4959-AA96-55DBC7D18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802" y="1820862"/>
            <a:ext cx="5446849" cy="4351338"/>
          </a:xfrm>
        </p:spPr>
        <p:txBody>
          <a:bodyPr>
            <a:normAutofit lnSpcReduction="10000"/>
          </a:bodyPr>
          <a:lstStyle/>
          <a:p>
            <a:r>
              <a:rPr lang="cs-CZ" dirty="0" err="1">
                <a:solidFill>
                  <a:schemeClr val="bg1"/>
                </a:solidFill>
              </a:rPr>
              <a:t>Ektoparazitóza</a:t>
            </a:r>
            <a:endParaRPr lang="cs-CZ" dirty="0">
              <a:solidFill>
                <a:schemeClr val="bg1"/>
              </a:solidFill>
            </a:endParaRPr>
          </a:p>
          <a:p>
            <a:r>
              <a:rPr lang="cs-CZ" u="sng" dirty="0">
                <a:solidFill>
                  <a:schemeClr val="bg1"/>
                </a:solidFill>
              </a:rPr>
              <a:t>Původce</a:t>
            </a:r>
            <a:r>
              <a:rPr lang="cs-CZ" dirty="0">
                <a:solidFill>
                  <a:schemeClr val="bg1"/>
                </a:solidFill>
              </a:rPr>
              <a:t>: Veš prasečí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povrch kůže, živí se sáním krve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hloubení důlků a jejich plnění slinami = svědění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samičky lepí vajíčka na štětiny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výskyt na krku, okolo uší, vnitřní strana stehen</a:t>
            </a:r>
          </a:p>
          <a:p>
            <a:r>
              <a:rPr lang="cs-CZ" u="sng" dirty="0">
                <a:solidFill>
                  <a:schemeClr val="bg1"/>
                </a:solidFill>
              </a:rPr>
              <a:t>Příznaky</a:t>
            </a:r>
            <a:r>
              <a:rPr lang="cs-CZ" dirty="0">
                <a:solidFill>
                  <a:schemeClr val="bg1"/>
                </a:solidFill>
              </a:rPr>
              <a:t>: nález dospělců nebo vajíček na štětinách, tření, drbání, neklid</a:t>
            </a:r>
          </a:p>
          <a:p>
            <a:endParaRPr lang="cs-C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598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8875E4C-CFFE-4552-ABC7-175C3CB75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B209A37-617D-77DB-B931-9CB29931B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5403" y="633046"/>
            <a:ext cx="4539543" cy="1314996"/>
          </a:xfrm>
        </p:spPr>
        <p:txBody>
          <a:bodyPr anchor="b">
            <a:norm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Zavšivení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F63CD3FB-21E6-A1DF-1550-74D3F799E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5403" y="2125737"/>
            <a:ext cx="4539543" cy="4044463"/>
          </a:xfrm>
        </p:spPr>
        <p:txBody>
          <a:bodyPr>
            <a:normAutofit/>
          </a:bodyPr>
          <a:lstStyle/>
          <a:p>
            <a:r>
              <a:rPr lang="cs-CZ" u="sng" dirty="0">
                <a:solidFill>
                  <a:schemeClr val="bg1"/>
                </a:solidFill>
              </a:rPr>
              <a:t>Léčba</a:t>
            </a:r>
            <a:r>
              <a:rPr lang="cs-CZ" dirty="0">
                <a:solidFill>
                  <a:schemeClr val="bg1"/>
                </a:solidFill>
              </a:rPr>
              <a:t>: </a:t>
            </a:r>
          </a:p>
          <a:p>
            <a:pPr lvl="1"/>
            <a:r>
              <a:rPr lang="cs-CZ" dirty="0" err="1">
                <a:solidFill>
                  <a:schemeClr val="bg1"/>
                </a:solidFill>
              </a:rPr>
              <a:t>Arpalit</a:t>
            </a:r>
            <a:r>
              <a:rPr lang="cs-CZ" dirty="0">
                <a:solidFill>
                  <a:schemeClr val="bg1"/>
                </a:solidFill>
              </a:rPr>
              <a:t> nebo </a:t>
            </a:r>
            <a:r>
              <a:rPr lang="cs-CZ" dirty="0" err="1">
                <a:solidFill>
                  <a:schemeClr val="bg1"/>
                </a:solidFill>
              </a:rPr>
              <a:t>Difusil</a:t>
            </a:r>
            <a:r>
              <a:rPr lang="cs-CZ" dirty="0">
                <a:solidFill>
                  <a:schemeClr val="bg1"/>
                </a:solidFill>
              </a:rPr>
              <a:t> sprej na postižená místa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Injekčně </a:t>
            </a:r>
            <a:r>
              <a:rPr lang="cs-CZ" dirty="0" err="1">
                <a:solidFill>
                  <a:schemeClr val="bg1"/>
                </a:solidFill>
              </a:rPr>
              <a:t>Ivomec</a:t>
            </a:r>
            <a:endParaRPr lang="cs-CZ" dirty="0">
              <a:solidFill>
                <a:schemeClr val="bg1"/>
              </a:solidFill>
            </a:endParaRPr>
          </a:p>
          <a:p>
            <a:pPr lvl="1"/>
            <a:r>
              <a:rPr lang="cs-CZ" dirty="0">
                <a:solidFill>
                  <a:schemeClr val="bg1"/>
                </a:solidFill>
              </a:rPr>
              <a:t>Koupel </a:t>
            </a:r>
            <a:r>
              <a:rPr lang="cs-CZ" dirty="0" err="1">
                <a:solidFill>
                  <a:schemeClr val="bg1"/>
                </a:solidFill>
              </a:rPr>
              <a:t>Fenoform</a:t>
            </a:r>
            <a:r>
              <a:rPr lang="cs-CZ" dirty="0">
                <a:solidFill>
                  <a:schemeClr val="bg1"/>
                </a:solidFill>
              </a:rPr>
              <a:t> forte</a:t>
            </a:r>
          </a:p>
          <a:p>
            <a:r>
              <a:rPr lang="cs-CZ" u="sng" dirty="0">
                <a:solidFill>
                  <a:schemeClr val="bg1"/>
                </a:solidFill>
              </a:rPr>
              <a:t>Prevence</a:t>
            </a:r>
            <a:r>
              <a:rPr lang="cs-CZ" dirty="0">
                <a:solidFill>
                  <a:schemeClr val="bg1"/>
                </a:solidFill>
              </a:rPr>
              <a:t>: 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Důsledná zoohygiena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Kontrola nakoupených zvířat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53812026-3FC6-44DA-94EF-3B8164049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99D3B5B5-6BA8-5F08-C5FB-4938DDAC19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86" r="33965" b="2"/>
          <a:stretch/>
        </p:blipFill>
        <p:spPr>
          <a:xfrm>
            <a:off x="6854073" y="2923953"/>
            <a:ext cx="3454390" cy="3454390"/>
          </a:xfrm>
          <a:custGeom>
            <a:avLst/>
            <a:gdLst/>
            <a:ahLst/>
            <a:cxnLst/>
            <a:rect l="l" t="t" r="r" b="b"/>
            <a:pathLst>
              <a:path w="2452978" h="2452978">
                <a:moveTo>
                  <a:pt x="1226489" y="0"/>
                </a:moveTo>
                <a:cubicBezTo>
                  <a:pt x="1903860" y="0"/>
                  <a:pt x="2452978" y="549118"/>
                  <a:pt x="2452978" y="1226489"/>
                </a:cubicBezTo>
                <a:cubicBezTo>
                  <a:pt x="2452978" y="1903860"/>
                  <a:pt x="1903860" y="2452978"/>
                  <a:pt x="1226489" y="2452978"/>
                </a:cubicBezTo>
                <a:cubicBezTo>
                  <a:pt x="549118" y="2452978"/>
                  <a:pt x="0" y="1903860"/>
                  <a:pt x="0" y="1226489"/>
                </a:cubicBezTo>
                <a:cubicBezTo>
                  <a:pt x="0" y="549118"/>
                  <a:pt x="549118" y="0"/>
                  <a:pt x="1226489" y="0"/>
                </a:cubicBezTo>
                <a:close/>
              </a:path>
            </a:pathLst>
          </a:custGeom>
        </p:spPr>
      </p:pic>
      <p:pic>
        <p:nvPicPr>
          <p:cNvPr id="7" name="Obrázek 6" descr="Veš prasečí (Haematopinus suis) - ChovZvířat.cz">
            <a:extLst>
              <a:ext uri="{FF2B5EF4-FFF2-40B4-BE49-F238E27FC236}">
                <a16:creationId xmlns:a16="http://schemas.microsoft.com/office/drawing/2014/main" id="{16E59C34-542D-4C1B-5492-B829C938D0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81" r="16016" b="-3"/>
          <a:stretch/>
        </p:blipFill>
        <p:spPr bwMode="auto">
          <a:xfrm>
            <a:off x="8444193" y="156675"/>
            <a:ext cx="2952748" cy="2952748"/>
          </a:xfrm>
          <a:custGeom>
            <a:avLst/>
            <a:gdLst/>
            <a:ahLst/>
            <a:cxnLst/>
            <a:rect l="l" t="t" r="r" b="b"/>
            <a:pathLst>
              <a:path w="2361890" h="2361890">
                <a:moveTo>
                  <a:pt x="1180945" y="0"/>
                </a:moveTo>
                <a:cubicBezTo>
                  <a:pt x="1833163" y="0"/>
                  <a:pt x="2361890" y="528727"/>
                  <a:pt x="2361890" y="1180945"/>
                </a:cubicBezTo>
                <a:cubicBezTo>
                  <a:pt x="2361890" y="1833163"/>
                  <a:pt x="1833163" y="2361890"/>
                  <a:pt x="1180945" y="2361890"/>
                </a:cubicBezTo>
                <a:cubicBezTo>
                  <a:pt x="528727" y="2361890"/>
                  <a:pt x="0" y="1833163"/>
                  <a:pt x="0" y="1180945"/>
                </a:cubicBezTo>
                <a:cubicBezTo>
                  <a:pt x="0" y="528727"/>
                  <a:pt x="528727" y="0"/>
                  <a:pt x="1180945" y="0"/>
                </a:cubicBezTo>
                <a:close/>
              </a:path>
            </a:pathLst>
          </a:custGeom>
          <a:noFill/>
        </p:spPr>
      </p:pic>
      <p:grpSp>
        <p:nvGrpSpPr>
          <p:cNvPr id="51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18901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E4E6F22-7BB7-2438-9788-AE8AAE9A9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>
            <a:norm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Kokcidióza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5B39C70-F457-4959-AA96-55DBC7D18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802" y="1143000"/>
            <a:ext cx="5446849" cy="5029200"/>
          </a:xfrm>
        </p:spPr>
        <p:txBody>
          <a:bodyPr>
            <a:normAutofit/>
          </a:bodyPr>
          <a:lstStyle/>
          <a:p>
            <a:r>
              <a:rPr lang="cs-CZ" dirty="0" err="1">
                <a:solidFill>
                  <a:schemeClr val="bg1"/>
                </a:solidFill>
              </a:rPr>
              <a:t>Endoparazitóza</a:t>
            </a:r>
            <a:endParaRPr lang="cs-CZ" dirty="0">
              <a:solidFill>
                <a:schemeClr val="bg1"/>
              </a:solidFill>
            </a:endParaRPr>
          </a:p>
          <a:p>
            <a:r>
              <a:rPr lang="cs-CZ" u="sng" dirty="0">
                <a:solidFill>
                  <a:schemeClr val="bg1"/>
                </a:solidFill>
              </a:rPr>
              <a:t>Původce</a:t>
            </a:r>
            <a:r>
              <a:rPr lang="cs-CZ" dirty="0">
                <a:solidFill>
                  <a:schemeClr val="bg1"/>
                </a:solidFill>
              </a:rPr>
              <a:t>: Kokcidie prasečí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Zdrojem onemocnění jsou nakažená prasata a jejich výkaly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K nákaze dochází skrze znečištěnou vodu a krmivo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Infekce a ničení střevní sliznice</a:t>
            </a:r>
          </a:p>
          <a:p>
            <a:r>
              <a:rPr lang="cs-CZ" u="sng" dirty="0">
                <a:solidFill>
                  <a:schemeClr val="bg1"/>
                </a:solidFill>
              </a:rPr>
              <a:t>Příznaky</a:t>
            </a:r>
            <a:r>
              <a:rPr lang="cs-CZ" dirty="0">
                <a:solidFill>
                  <a:schemeClr val="bg1"/>
                </a:solidFill>
              </a:rPr>
              <a:t>: postihuje zejména mladá prasata ve věku 2-8 měsíců, nechutenství, rychlý úbytek hmotnosti, krvavý průjem, opoždění ve vývoji</a:t>
            </a:r>
          </a:p>
          <a:p>
            <a:endParaRPr lang="cs-C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2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8875E4C-CFFE-4552-ABC7-175C3CB75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B209A37-617D-77DB-B931-9CB29931B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5403" y="633046"/>
            <a:ext cx="4539543" cy="1314996"/>
          </a:xfrm>
        </p:spPr>
        <p:txBody>
          <a:bodyPr anchor="b">
            <a:norm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Kokcidióza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F63CD3FB-21E6-A1DF-1550-74D3F799E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5403" y="2125737"/>
            <a:ext cx="4539543" cy="4044463"/>
          </a:xfrm>
        </p:spPr>
        <p:txBody>
          <a:bodyPr>
            <a:normAutofit/>
          </a:bodyPr>
          <a:lstStyle/>
          <a:p>
            <a:r>
              <a:rPr lang="cs-CZ" u="sng" dirty="0">
                <a:solidFill>
                  <a:schemeClr val="bg1"/>
                </a:solidFill>
              </a:rPr>
              <a:t>Léčba</a:t>
            </a:r>
            <a:r>
              <a:rPr lang="cs-CZ" dirty="0">
                <a:solidFill>
                  <a:schemeClr val="bg1"/>
                </a:solidFill>
              </a:rPr>
              <a:t>: 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Podání sulfonamidu – 0,1-0,2 kg/kg ž. hm.</a:t>
            </a:r>
          </a:p>
          <a:p>
            <a:r>
              <a:rPr lang="cs-CZ" u="sng" dirty="0">
                <a:solidFill>
                  <a:schemeClr val="bg1"/>
                </a:solidFill>
              </a:rPr>
              <a:t>Prevence</a:t>
            </a:r>
            <a:r>
              <a:rPr lang="cs-CZ" dirty="0">
                <a:solidFill>
                  <a:schemeClr val="bg1"/>
                </a:solidFill>
              </a:rPr>
              <a:t>: 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Důsledná zoohygiena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Asanace prostředky na bázi čpavku či horkou párou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53812026-3FC6-44DA-94EF-3B8164049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51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" name="Obrázek 2" descr="Obsah obrázku různé&#10;&#10;Popis byl vytvořen automaticky">
            <a:extLst>
              <a:ext uri="{FF2B5EF4-FFF2-40B4-BE49-F238E27FC236}">
                <a16:creationId xmlns:a16="http://schemas.microsoft.com/office/drawing/2014/main" id="{B9D41482-74B9-40AC-1DA9-B65C6AA866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211" y="2361892"/>
            <a:ext cx="3841254" cy="274375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280259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E4E6F22-7BB7-2438-9788-AE8AAE9A9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>
            <a:norm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Škrkavčitost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5B39C70-F457-4959-AA96-55DBC7D18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802" y="1143000"/>
            <a:ext cx="5446849" cy="5029200"/>
          </a:xfrm>
        </p:spPr>
        <p:txBody>
          <a:bodyPr>
            <a:normAutofit fontScale="92500" lnSpcReduction="10000"/>
          </a:bodyPr>
          <a:lstStyle/>
          <a:p>
            <a:r>
              <a:rPr lang="cs-CZ" dirty="0" err="1">
                <a:solidFill>
                  <a:schemeClr val="bg1"/>
                </a:solidFill>
              </a:rPr>
              <a:t>Endoparazitóza</a:t>
            </a:r>
            <a:endParaRPr lang="cs-CZ" dirty="0">
              <a:solidFill>
                <a:schemeClr val="bg1"/>
              </a:solidFill>
            </a:endParaRPr>
          </a:p>
          <a:p>
            <a:r>
              <a:rPr lang="cs-CZ" u="sng" dirty="0">
                <a:solidFill>
                  <a:schemeClr val="bg1"/>
                </a:solidFill>
              </a:rPr>
              <a:t>Původce</a:t>
            </a:r>
            <a:r>
              <a:rPr lang="cs-CZ" dirty="0">
                <a:solidFill>
                  <a:schemeClr val="bg1"/>
                </a:solidFill>
              </a:rPr>
              <a:t>: Škrkavka prasečí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Oblý červ, délka 20-40 cm, šířka 5-6 mm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Zdrojem onemocnění jsou nakažená prasata a jejich výkaly, ve kterých se nachází vajíčka škrkavek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K nákaze dochází i skrze výkaly zanesené do kotce na obuvi ošetřovatelů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Selata se nakazí skrz sání ze znečištěných struků</a:t>
            </a:r>
          </a:p>
          <a:p>
            <a:r>
              <a:rPr lang="cs-CZ" u="sng" dirty="0">
                <a:solidFill>
                  <a:schemeClr val="bg1"/>
                </a:solidFill>
              </a:rPr>
              <a:t>Příznaky</a:t>
            </a:r>
            <a:r>
              <a:rPr lang="cs-CZ" dirty="0">
                <a:solidFill>
                  <a:schemeClr val="bg1"/>
                </a:solidFill>
              </a:rPr>
              <a:t>: v první fázi vlhký kašel, tělesná teplota až 41, nechutenství. V pozdějším stádiu poruchy NS – prasata padají na zem, křeče svalstva. </a:t>
            </a:r>
            <a:r>
              <a:rPr lang="cs-CZ">
                <a:solidFill>
                  <a:schemeClr val="bg1"/>
                </a:solidFill>
              </a:rPr>
              <a:t>Může dojít</a:t>
            </a:r>
            <a:endParaRPr lang="cs-CZ" dirty="0">
              <a:solidFill>
                <a:schemeClr val="bg1"/>
              </a:solidFill>
            </a:endParaRPr>
          </a:p>
          <a:p>
            <a:endParaRPr lang="cs-C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979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75E809-D9DD-6150-9221-737804767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vše etologie zkoumá?</a:t>
            </a:r>
          </a:p>
        </p:txBody>
      </p:sp>
      <p:graphicFrame>
        <p:nvGraphicFramePr>
          <p:cNvPr id="4" name="Zástupný obsah 3">
            <a:extLst>
              <a:ext uri="{FF2B5EF4-FFF2-40B4-BE49-F238E27FC236}">
                <a16:creationId xmlns:a16="http://schemas.microsoft.com/office/drawing/2014/main" id="{D0CAE284-590C-D396-8BEF-73A0F834D7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133847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37663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6E83E52-E22F-AD00-14F2-0F3A31BC2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cs-CZ">
                <a:solidFill>
                  <a:schemeClr val="bg1"/>
                </a:solidFill>
              </a:rPr>
              <a:t>Etologické metody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62F294-6691-799D-7DD9-9BE68C37E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650" y="2471912"/>
            <a:ext cx="5217173" cy="4351338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Přímé pozorování </a:t>
            </a:r>
          </a:p>
          <a:p>
            <a:r>
              <a:rPr lang="cs-CZ" dirty="0">
                <a:solidFill>
                  <a:schemeClr val="bg1"/>
                </a:solidFill>
              </a:rPr>
              <a:t>Nepřímé pozorování (záznamy videí, fotografie)</a:t>
            </a:r>
          </a:p>
          <a:p>
            <a:r>
              <a:rPr lang="cs-CZ" dirty="0">
                <a:solidFill>
                  <a:schemeClr val="bg1"/>
                </a:solidFill>
              </a:rPr>
              <a:t>Experimentování v přírodě / laboratoři</a:t>
            </a:r>
          </a:p>
          <a:p>
            <a:endParaRPr lang="cs-CZ" dirty="0">
              <a:solidFill>
                <a:schemeClr val="bg1"/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73932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C39B38B-5C46-BAD5-AFA7-7D9FE1BD1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923293"/>
            <a:ext cx="4030132" cy="4641720"/>
          </a:xfrm>
        </p:spPr>
        <p:txBody>
          <a:bodyPr>
            <a:norm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Prvky chování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0A98BBA-D3EA-45DC-B8A1-9C61397D4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4C95AB-2BD7-4E38-BDD5-1E41F3A9B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F1F2985-31D9-7B1F-17FC-4CE89F826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9629" y="1876619"/>
            <a:ext cx="5217173" cy="4351338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Základní funkční jednotky chování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Pohyb (lokomoce)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Odpočinek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Příjem potravy</a:t>
            </a:r>
          </a:p>
          <a:p>
            <a:pPr lvl="1"/>
            <a:r>
              <a:rPr lang="cs-CZ" dirty="0">
                <a:solidFill>
                  <a:schemeClr val="bg1"/>
                </a:solidFill>
              </a:rPr>
              <a:t>Spánek</a:t>
            </a:r>
          </a:p>
          <a:p>
            <a:r>
              <a:rPr lang="cs-CZ" dirty="0">
                <a:solidFill>
                  <a:schemeClr val="bg1"/>
                </a:solidFill>
              </a:rPr>
              <a:t>Záznam průběhu prvků chování v čase = </a:t>
            </a:r>
            <a:r>
              <a:rPr lang="cs-CZ" b="1" u="sng" dirty="0">
                <a:solidFill>
                  <a:schemeClr val="bg1"/>
                </a:solidFill>
              </a:rPr>
              <a:t>etogram</a:t>
            </a:r>
          </a:p>
          <a:p>
            <a:endParaRPr lang="cs-CZ" dirty="0">
              <a:solidFill>
                <a:schemeClr val="bg1"/>
              </a:solidFill>
            </a:endParaRPr>
          </a:p>
          <a:p>
            <a:endParaRPr lang="cs-CZ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836128-58DE-4E5A-B27E-DFE747CA0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21348" y="5364542"/>
            <a:ext cx="1562428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A0090F-4FBF-434D-83B1-B274F83A9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8DF6032-C07A-45C6-8A4F-04EF4EDC0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5B89F44-A096-479D-AD1F-120561C2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265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1969B83D-8C25-4A05-2DF7-A10DA9246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59" y="263438"/>
            <a:ext cx="6326008" cy="4806859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E23D108F-3491-7545-6FEC-A3F079683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175" y="1721088"/>
            <a:ext cx="4701171" cy="496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057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D55A19D-297C-4231-AD1F-08EF9B4AA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AB6C56-3D38-4923-996E-BD474BBB9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72668" y="1090453"/>
            <a:ext cx="9465232" cy="5238271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CD21DB-082D-417D-A5AB-FC838AF9D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72668" y="1090453"/>
            <a:ext cx="9465232" cy="5238271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847774FF-1D56-647B-E219-2FA00421A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2064" r="1" b="5217"/>
          <a:stretch/>
        </p:blipFill>
        <p:spPr>
          <a:xfrm>
            <a:off x="1280667" y="677668"/>
            <a:ext cx="9630666" cy="541725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16" name="Graphic 212">
            <a:extLst>
              <a:ext uri="{FF2B5EF4-FFF2-40B4-BE49-F238E27FC236}">
                <a16:creationId xmlns:a16="http://schemas.microsoft.com/office/drawing/2014/main" id="{7BD8AB83-2763-4392-B4B9-049CDF1F6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73609" y="168141"/>
            <a:ext cx="1009111" cy="100911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480F071C-C35C-4CE1-8EE5-8ED96E2F4E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73609" y="168141"/>
            <a:ext cx="1009111" cy="100911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D97FAB4-59E0-4E65-B50B-867B14D2A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460" y="4428611"/>
            <a:ext cx="565207" cy="56520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D578F4B-2751-4FC2-8853-FAC5C5913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460" y="4428611"/>
            <a:ext cx="565207" cy="56520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5832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1941</TotalTime>
  <Words>1578</Words>
  <Application>Microsoft Office PowerPoint</Application>
  <PresentationFormat>Širokoúhlá obrazovka</PresentationFormat>
  <Paragraphs>144</Paragraphs>
  <Slides>18</Slides>
  <Notes>10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18</vt:i4>
      </vt:variant>
    </vt:vector>
  </HeadingPairs>
  <TitlesOfParts>
    <vt:vector size="25" baseType="lpstr">
      <vt:lpstr>Arial</vt:lpstr>
      <vt:lpstr>Arial</vt:lpstr>
      <vt:lpstr>Calibri</vt:lpstr>
      <vt:lpstr>Calibri Light</vt:lpstr>
      <vt:lpstr>Times New Roman</vt:lpstr>
      <vt:lpstr>Motiv Office</vt:lpstr>
      <vt:lpstr>Motiv Office</vt:lpstr>
      <vt:lpstr>Nemoci prasat I.</vt:lpstr>
      <vt:lpstr>zdraví a nemoc?</vt:lpstr>
      <vt:lpstr>orgánové a infekční nemoci?</vt:lpstr>
      <vt:lpstr>Orgánové (nenakažlivé) nemoci</vt:lpstr>
      <vt:lpstr>Infekční (nakažlivé) nemoci</vt:lpstr>
      <vt:lpstr>Parazitózy</vt:lpstr>
      <vt:lpstr>Svrab („prašivina“)</vt:lpstr>
      <vt:lpstr>Svrab</vt:lpstr>
      <vt:lpstr>Zavšivení </vt:lpstr>
      <vt:lpstr>Zavšivení</vt:lpstr>
      <vt:lpstr>Kokcidióza</vt:lpstr>
      <vt:lpstr>Kokcidióza</vt:lpstr>
      <vt:lpstr>Škrkavčitost</vt:lpstr>
      <vt:lpstr>Co vše etologie zkoumá?</vt:lpstr>
      <vt:lpstr>Etologické metody</vt:lpstr>
      <vt:lpstr>Prvky chování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Etologie hospodářských zvířat</dc:title>
  <dc:creator>Bulušková Kamila</dc:creator>
  <cp:lastModifiedBy>Bulušková Kamila</cp:lastModifiedBy>
  <cp:revision>1</cp:revision>
  <dcterms:created xsi:type="dcterms:W3CDTF">2022-12-01T10:03:51Z</dcterms:created>
  <dcterms:modified xsi:type="dcterms:W3CDTF">2023-03-10T06:14:24Z</dcterms:modified>
</cp:coreProperties>
</file>